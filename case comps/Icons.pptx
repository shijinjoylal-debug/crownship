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3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4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theme/theme5.xml" ContentType="application/vnd.openxmlformats-officedocument.theme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theme/theme6.xml" ContentType="application/vnd.openxmlformats-officedocument.theme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theme/theme7.xml" ContentType="application/vnd.openxmlformats-officedocument.theme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theme/theme8.xml" ContentType="application/vnd.openxmlformats-officedocument.theme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theme/theme9.xml" ContentType="application/vnd.openxmlformats-officedocument.theme+xml"/>
  <Override PartName="/ppt/slideLayouts/slideLayout149.xml" ContentType="application/vnd.openxmlformats-officedocument.presentationml.slideLayout+xml"/>
  <Override PartName="/ppt/theme/theme10.xml" ContentType="application/vnd.openxmlformats-officedocument.theme+xml"/>
  <Override PartName="/ppt/slideLayouts/slideLayout150.xml" ContentType="application/vnd.openxmlformats-officedocument.presentationml.slideLayout+xml"/>
  <Override PartName="/ppt/theme/theme11.xml" ContentType="application/vnd.openxmlformats-officedocument.theme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theme/theme12.xml" ContentType="application/vnd.openxmlformats-officedocument.theme+xml"/>
  <Override PartName="/ppt/theme/theme1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742" r:id="rId5"/>
    <p:sldMasterId id="2147483950" r:id="rId6"/>
    <p:sldMasterId id="2147483965" r:id="rId7"/>
    <p:sldMasterId id="2147483981" r:id="rId8"/>
    <p:sldMasterId id="2147484005" r:id="rId9"/>
    <p:sldMasterId id="2147484028" r:id="rId10"/>
    <p:sldMasterId id="2147484106" r:id="rId11"/>
    <p:sldMasterId id="2147484130" r:id="rId12"/>
    <p:sldMasterId id="2147484294" r:id="rId13"/>
    <p:sldMasterId id="2147484296" r:id="rId14"/>
    <p:sldMasterId id="2147484298" r:id="rId15"/>
  </p:sldMasterIdLst>
  <p:notesMasterIdLst>
    <p:notesMasterId r:id="rId25"/>
  </p:notesMasterIdLst>
  <p:sldIdLst>
    <p:sldId id="526" r:id="rId16"/>
    <p:sldId id="390" r:id="rId17"/>
    <p:sldId id="498" r:id="rId18"/>
    <p:sldId id="499" r:id="rId19"/>
    <p:sldId id="500" r:id="rId20"/>
    <p:sldId id="336" r:id="rId21"/>
    <p:sldId id="475" r:id="rId22"/>
    <p:sldId id="256" r:id="rId23"/>
    <p:sldId id="51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BFBF"/>
    <a:srgbClr val="44546A"/>
    <a:srgbClr val="00162F"/>
    <a:srgbClr val="410F74"/>
    <a:srgbClr val="FFFFFF"/>
    <a:srgbClr val="435B83"/>
    <a:srgbClr val="F2F2F2"/>
    <a:srgbClr val="FBFBFB"/>
    <a:srgbClr val="182C44"/>
    <a:srgbClr val="E7E7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03"/>
    <p:restoredTop sz="94682"/>
  </p:normalViewPr>
  <p:slideViewPr>
    <p:cSldViewPr snapToGrid="0">
      <p:cViewPr>
        <p:scale>
          <a:sx n="100" d="100"/>
          <a:sy n="100" d="100"/>
        </p:scale>
        <p:origin x="74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Master" Target="slideMasters/slideMaster10.xml"/><Relationship Id="rId18" Type="http://schemas.openxmlformats.org/officeDocument/2006/relationships/slide" Target="slides/slide3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6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2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.xml"/><Relationship Id="rId20" Type="http://schemas.openxmlformats.org/officeDocument/2006/relationships/slide" Target="slides/slide5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9.xml"/><Relationship Id="rId5" Type="http://schemas.openxmlformats.org/officeDocument/2006/relationships/slideMaster" Target="slideMasters/slideMaster2.xml"/><Relationship Id="rId15" Type="http://schemas.openxmlformats.org/officeDocument/2006/relationships/slideMaster" Target="slideMasters/slideMaster12.xml"/><Relationship Id="rId23" Type="http://schemas.openxmlformats.org/officeDocument/2006/relationships/slide" Target="slides/slide8.xml"/><Relationship Id="rId28" Type="http://schemas.openxmlformats.org/officeDocument/2006/relationships/theme" Target="theme/theme1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4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Master" Target="slideMasters/slideMaster11.xml"/><Relationship Id="rId22" Type="http://schemas.openxmlformats.org/officeDocument/2006/relationships/slide" Target="slides/slide7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BD6744-45CA-49DE-8596-BB9E8049ECC4}" type="datetimeFigureOut">
              <a:rPr lang="en-IN" smtClean="0"/>
              <a:t>04-05-2025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F274E1-9A94-4F22-86D4-BE3667C118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0729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673052-1C4D-4D99-A058-91D57910836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94119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1e838064dfc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3" name="Google Shape;633;g1e838064dfc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FA059-3EF6-4ABD-9D2F-656AF8F165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EEAA64-FF2D-428C-BB03-CE97250854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0E25A1-9B0E-4400-9502-E5B4861A1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3CA11-656F-4FB2-93FB-89E34777F27A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76A893-2586-410C-9A16-34F3D83D3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6E39D2-BA28-43C4-A0F3-A7A4E0AEF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94777-F16A-46E2-8BE6-DC03DDF0A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346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79705-2E35-4F6B-AC1F-1959C46CF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5505D0-2CB9-445F-9B8A-51627147F4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C59A57-F618-4C8E-B1CA-EF4BA3C7D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3CA11-656F-4FB2-93FB-89E34777F27A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7FFFA-3AE4-4893-88AF-320A2D497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D42C5F-6173-41AF-8616-3D6E1F545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94777-F16A-46E2-8BE6-DC03DDF0A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932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C6477-4E35-4CD0-8E72-6BE70FBEE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779AE7-CC62-40FA-9045-49502CB21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9BD5F-7BA2-4215-8B9A-F21AB9C1B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3CA11-656F-4FB2-93FB-89E34777F27A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C64B28-B38C-4AC9-B4CD-A52339EE1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915623-59F5-4A07-9976-934ABA8D7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94777-F16A-46E2-8BE6-DC03DDF0A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583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D1B7A-C378-4F68-95DD-9352D193C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D4FD8-4526-4D0A-83C9-32BC92AAF1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052FB0-4081-4E5C-936C-4C6A480287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474F4-6BEC-4260-842C-A60AB72CE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3CA11-656F-4FB2-93FB-89E34777F27A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D0091B-3D62-4D54-B2AF-F39D8505A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68D4B3-BEA3-4A3E-95E3-D45457009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94777-F16A-46E2-8BE6-DC03DDF0A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595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A1BDA-992E-4A51-BB51-7156B50AD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FDE345-38BE-4EBE-B715-DFEF7ADD1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613E4F-B726-47BF-B597-26A7C846A5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FC10C7-CB43-46AA-8D71-12D8A22D7F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DB06A5-B06E-442A-A8B7-37481ED873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FABE7A-B06A-4ACD-A328-888B4EA4F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3CA11-656F-4FB2-93FB-89E34777F27A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47501F-E7D8-4B37-90AE-2AB2F61C9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7A26A4-86B9-443C-B089-DC1B8036E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94777-F16A-46E2-8BE6-DC03DDF0A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703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8D09A-DA2A-4E43-8FB0-97043E08C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0BED7B-AE18-46AE-B950-A001801C4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3CA11-656F-4FB2-93FB-89E34777F27A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BEDE60-8568-4BD7-AA92-915BF972E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106784-B095-4209-BF42-F8639D89D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94777-F16A-46E2-8BE6-DC03DDF0A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001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DFDBE5-8D46-4C70-95DD-AE9FA702F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3CA11-656F-4FB2-93FB-89E34777F27A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07FDBC-3401-40C8-BC86-B6A79CB92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E4592-ED04-48BB-80BF-2FC00A167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94777-F16A-46E2-8BE6-DC03DDF0A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939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9B543-C6CE-42AE-83AE-B6000A23E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F4CF1-B938-4B73-9D02-13CE6FB6DD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322252-87B6-4BDD-B97B-1EA5DE06B0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44D745-A78E-4F2D-8504-EF8339C42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3CA11-656F-4FB2-93FB-89E34777F27A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0C9FBC-A3BD-4406-B6E0-AC780DD6E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C4F64-51DB-4BEB-9956-4E53561A8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94777-F16A-46E2-8BE6-DC03DDF0A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618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7EFA2-51A5-4600-A341-F1370D0CC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FEE373-E4A8-4537-AD7F-3A6ADDFB63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CDBA7D-3669-4AED-8FC2-30F1F82CD2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D75BC3-8FC5-4377-B100-5124FDC1A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3CA11-656F-4FB2-93FB-89E34777F27A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9A41D3-5C94-43F4-976C-5377AD8E4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F73617-CB04-4FB1-8682-524E0F72B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94777-F16A-46E2-8BE6-DC03DDF0A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897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025C9-B94C-4953-8C9A-F13CEEC4D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53A944-F448-43C2-9F6E-0FD187CBD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0758D0-CD5C-4226-BE36-1E153FA76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3CA11-656F-4FB2-93FB-89E34777F27A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71962B-5291-4B30-B548-498D794E8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FD2EC-1125-4664-A63E-DBAB07016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94777-F16A-46E2-8BE6-DC03DDF0A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426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A58FA1-7F8E-4C04-B813-D8F844EE07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19C0D5-4696-40E3-9E47-B338FB3146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84D57-BE6F-45E4-9E93-48E2E77C1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3CA11-656F-4FB2-93FB-89E34777F27A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BE689-F98D-4435-BD50-696940EAF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1D179B-F92F-403F-B118-AD42B05B2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94777-F16A-46E2-8BE6-DC03DDF0A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9764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66008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8349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4">
  <p:cSld name="Custom Layout 4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>
            <a:spLocks noGrp="1"/>
          </p:cNvSpPr>
          <p:nvPr>
            <p:ph type="pic" idx="2"/>
          </p:nvPr>
        </p:nvSpPr>
        <p:spPr>
          <a:xfrm>
            <a:off x="0" y="-20350"/>
            <a:ext cx="12192000" cy="68580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4" name="Google Shape;14;p3"/>
          <p:cNvGrpSpPr/>
          <p:nvPr/>
        </p:nvGrpSpPr>
        <p:grpSpPr>
          <a:xfrm>
            <a:off x="949158" y="1809650"/>
            <a:ext cx="10293753" cy="2057413"/>
            <a:chOff x="0" y="0"/>
            <a:chExt cx="4066641" cy="812800"/>
          </a:xfrm>
        </p:grpSpPr>
        <p:sp>
          <p:nvSpPr>
            <p:cNvPr id="15" name="Google Shape;15;p3"/>
            <p:cNvSpPr/>
            <p:nvPr/>
          </p:nvSpPr>
          <p:spPr>
            <a:xfrm>
              <a:off x="0" y="0"/>
              <a:ext cx="4066641" cy="812800"/>
            </a:xfrm>
            <a:custGeom>
              <a:avLst/>
              <a:gdLst/>
              <a:ahLst/>
              <a:cxnLst/>
              <a:rect l="l" t="t" r="r" b="b"/>
              <a:pathLst>
                <a:path w="4066641" h="812800" extrusionOk="0">
                  <a:moveTo>
                    <a:pt x="0" y="0"/>
                  </a:moveTo>
                  <a:lnTo>
                    <a:pt x="4066641" y="0"/>
                  </a:lnTo>
                  <a:lnTo>
                    <a:pt x="406664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</p:sp>
        <p:sp>
          <p:nvSpPr>
            <p:cNvPr id="16" name="Google Shape;16;p3"/>
            <p:cNvSpPr txBox="1"/>
            <p:nvPr/>
          </p:nvSpPr>
          <p:spPr>
            <a:xfrm>
              <a:off x="0" y="38100"/>
              <a:ext cx="4066500" cy="77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0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" name="Google Shape;17;p3"/>
          <p:cNvGrpSpPr/>
          <p:nvPr/>
        </p:nvGrpSpPr>
        <p:grpSpPr>
          <a:xfrm>
            <a:off x="949158" y="4114800"/>
            <a:ext cx="10293753" cy="2057413"/>
            <a:chOff x="0" y="0"/>
            <a:chExt cx="4066641" cy="812800"/>
          </a:xfrm>
        </p:grpSpPr>
        <p:sp>
          <p:nvSpPr>
            <p:cNvPr id="18" name="Google Shape;18;p3"/>
            <p:cNvSpPr/>
            <p:nvPr/>
          </p:nvSpPr>
          <p:spPr>
            <a:xfrm>
              <a:off x="0" y="0"/>
              <a:ext cx="4066641" cy="812800"/>
            </a:xfrm>
            <a:custGeom>
              <a:avLst/>
              <a:gdLst/>
              <a:ahLst/>
              <a:cxnLst/>
              <a:rect l="l" t="t" r="r" b="b"/>
              <a:pathLst>
                <a:path w="4066641" h="812800" extrusionOk="0">
                  <a:moveTo>
                    <a:pt x="0" y="0"/>
                  </a:moveTo>
                  <a:lnTo>
                    <a:pt x="4066641" y="0"/>
                  </a:lnTo>
                  <a:lnTo>
                    <a:pt x="406664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</p:sp>
        <p:sp>
          <p:nvSpPr>
            <p:cNvPr id="19" name="Google Shape;19;p3"/>
            <p:cNvSpPr txBox="1"/>
            <p:nvPr/>
          </p:nvSpPr>
          <p:spPr>
            <a:xfrm>
              <a:off x="0" y="38100"/>
              <a:ext cx="4066500" cy="77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0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" name="Google Shape;20;p3"/>
          <p:cNvGrpSpPr/>
          <p:nvPr/>
        </p:nvGrpSpPr>
        <p:grpSpPr>
          <a:xfrm>
            <a:off x="1457773" y="2325500"/>
            <a:ext cx="794051" cy="794051"/>
            <a:chOff x="0" y="0"/>
            <a:chExt cx="812800" cy="812800"/>
          </a:xfrm>
        </p:grpSpPr>
        <p:sp>
          <p:nvSpPr>
            <p:cNvPr id="21" name="Google Shape;21;p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B6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22" name="Google Shape;22;p3"/>
            <p:cNvSpPr txBox="1"/>
            <p:nvPr/>
          </p:nvSpPr>
          <p:spPr>
            <a:xfrm>
              <a:off x="76200" y="114300"/>
              <a:ext cx="660300" cy="62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0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" name="Google Shape;23;p3"/>
          <p:cNvGrpSpPr/>
          <p:nvPr/>
        </p:nvGrpSpPr>
        <p:grpSpPr>
          <a:xfrm>
            <a:off x="1457773" y="4630650"/>
            <a:ext cx="794051" cy="794051"/>
            <a:chOff x="0" y="0"/>
            <a:chExt cx="812800" cy="812800"/>
          </a:xfrm>
        </p:grpSpPr>
        <p:sp>
          <p:nvSpPr>
            <p:cNvPr id="24" name="Google Shape;24;p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B6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25" name="Google Shape;25;p3"/>
            <p:cNvSpPr txBox="1"/>
            <p:nvPr/>
          </p:nvSpPr>
          <p:spPr>
            <a:xfrm>
              <a:off x="76200" y="114300"/>
              <a:ext cx="660300" cy="62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0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" name="Google Shape;26;p3"/>
          <p:cNvGrpSpPr/>
          <p:nvPr/>
        </p:nvGrpSpPr>
        <p:grpSpPr>
          <a:xfrm>
            <a:off x="6694747" y="2325500"/>
            <a:ext cx="794051" cy="794051"/>
            <a:chOff x="0" y="0"/>
            <a:chExt cx="812800" cy="812800"/>
          </a:xfrm>
        </p:grpSpPr>
        <p:sp>
          <p:nvSpPr>
            <p:cNvPr id="27" name="Google Shape;27;p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B6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28" name="Google Shape;28;p3"/>
            <p:cNvSpPr txBox="1"/>
            <p:nvPr/>
          </p:nvSpPr>
          <p:spPr>
            <a:xfrm>
              <a:off x="76200" y="114300"/>
              <a:ext cx="660300" cy="62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0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" name="Google Shape;29;p3"/>
          <p:cNvGrpSpPr/>
          <p:nvPr/>
        </p:nvGrpSpPr>
        <p:grpSpPr>
          <a:xfrm>
            <a:off x="6694747" y="4630650"/>
            <a:ext cx="794051" cy="794051"/>
            <a:chOff x="0" y="0"/>
            <a:chExt cx="812800" cy="812800"/>
          </a:xfrm>
        </p:grpSpPr>
        <p:sp>
          <p:nvSpPr>
            <p:cNvPr id="30" name="Google Shape;30;p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B6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31" name="Google Shape;31;p3"/>
            <p:cNvSpPr txBox="1"/>
            <p:nvPr/>
          </p:nvSpPr>
          <p:spPr>
            <a:xfrm>
              <a:off x="76200" y="114300"/>
              <a:ext cx="660300" cy="62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0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" name="Google Shape;32;p3"/>
          <p:cNvSpPr txBox="1">
            <a:spLocks noGrp="1"/>
          </p:cNvSpPr>
          <p:nvPr>
            <p:ph type="subTitle" idx="1"/>
          </p:nvPr>
        </p:nvSpPr>
        <p:spPr>
          <a:xfrm>
            <a:off x="2468367" y="2292783"/>
            <a:ext cx="2341200" cy="35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427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rdo"/>
              <a:buNone/>
              <a:defRPr sz="2133">
                <a:solidFill>
                  <a:schemeClr val="lt1"/>
                </a:solidFill>
                <a:latin typeface="Cardo"/>
                <a:ea typeface="Cardo"/>
                <a:cs typeface="Cardo"/>
                <a:sym typeface="Cardo"/>
              </a:defRPr>
            </a:lvl1pPr>
            <a:lvl2pPr lvl="1">
              <a:spcBef>
                <a:spcPts val="373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320"/>
              </a:spcBef>
              <a:spcAft>
                <a:spcPts val="0"/>
              </a:spcAft>
              <a:buSzPts val="2100"/>
              <a:buNone/>
              <a:defRPr/>
            </a:lvl3pPr>
            <a:lvl4pPr lvl="3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4pPr>
            <a:lvl5pPr lvl="4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5pPr>
            <a:lvl6pPr lvl="5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6pPr>
            <a:lvl7pPr lvl="6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7pPr>
            <a:lvl8pPr lvl="7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8pPr>
            <a:lvl9pPr lvl="8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body" idx="3"/>
          </p:nvPr>
        </p:nvSpPr>
        <p:spPr>
          <a:xfrm>
            <a:off x="2468367" y="2890800"/>
            <a:ext cx="2341200" cy="483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304815" lvl="0" indent="-241312">
              <a:spcBef>
                <a:spcPts val="427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 sz="1400">
                <a:solidFill>
                  <a:schemeClr val="lt1"/>
                </a:solidFill>
              </a:defRPr>
            </a:lvl1pPr>
            <a:lvl2pPr marL="609630" lvl="1" indent="-241312"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100"/>
              <a:buChar char="–"/>
              <a:defRPr>
                <a:solidFill>
                  <a:schemeClr val="lt1"/>
                </a:solidFill>
              </a:defRPr>
            </a:lvl2pPr>
            <a:lvl3pPr marL="914446" lvl="2" indent="-241312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3pPr>
            <a:lvl4pPr marL="1219261" lvl="3" indent="-241312"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100"/>
              <a:buChar char="–"/>
              <a:defRPr>
                <a:solidFill>
                  <a:schemeClr val="lt1"/>
                </a:solidFill>
              </a:defRPr>
            </a:lvl4pPr>
            <a:lvl5pPr marL="1524076" lvl="4" indent="-241312"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100"/>
              <a:buChar char="»"/>
              <a:defRPr>
                <a:solidFill>
                  <a:schemeClr val="lt1"/>
                </a:solidFill>
              </a:defRPr>
            </a:lvl5pPr>
            <a:lvl6pPr marL="1828891" lvl="5" indent="-241312"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6pPr>
            <a:lvl7pPr marL="2133707" lvl="6" indent="-241312"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7pPr>
            <a:lvl8pPr marL="2438522" lvl="7" indent="-241312"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8pPr>
            <a:lvl9pPr marL="2743337" lvl="8" indent="-241312"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3"/>
          <p:cNvSpPr txBox="1">
            <a:spLocks noGrp="1"/>
          </p:cNvSpPr>
          <p:nvPr>
            <p:ph type="subTitle" idx="4"/>
          </p:nvPr>
        </p:nvSpPr>
        <p:spPr>
          <a:xfrm>
            <a:off x="1666783" y="2432750"/>
            <a:ext cx="458000" cy="54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427"/>
              </a:spcBef>
              <a:spcAft>
                <a:spcPts val="0"/>
              </a:spcAft>
              <a:buClr>
                <a:schemeClr val="lt1"/>
              </a:buClr>
              <a:buSzPts val="6500"/>
              <a:buFont typeface="Cardo"/>
              <a:buNone/>
              <a:defRPr sz="4334">
                <a:solidFill>
                  <a:schemeClr val="lt1"/>
                </a:solidFill>
                <a:latin typeface="Cardo"/>
                <a:ea typeface="Cardo"/>
                <a:cs typeface="Cardo"/>
                <a:sym typeface="Cardo"/>
              </a:defRPr>
            </a:lvl1pPr>
            <a:lvl2pPr lvl="1">
              <a:spcBef>
                <a:spcPts val="373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320"/>
              </a:spcBef>
              <a:spcAft>
                <a:spcPts val="0"/>
              </a:spcAft>
              <a:buSzPts val="2100"/>
              <a:buNone/>
              <a:defRPr/>
            </a:lvl3pPr>
            <a:lvl4pPr lvl="3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4pPr>
            <a:lvl5pPr lvl="4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5pPr>
            <a:lvl6pPr lvl="5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6pPr>
            <a:lvl7pPr lvl="6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7pPr>
            <a:lvl8pPr lvl="7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8pPr>
            <a:lvl9pPr lvl="8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"/>
          <p:cNvSpPr txBox="1">
            <a:spLocks noGrp="1"/>
          </p:cNvSpPr>
          <p:nvPr>
            <p:ph type="subTitle" idx="5"/>
          </p:nvPr>
        </p:nvSpPr>
        <p:spPr>
          <a:xfrm>
            <a:off x="7672117" y="2297650"/>
            <a:ext cx="2341200" cy="35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427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rdo"/>
              <a:buNone/>
              <a:defRPr sz="2133">
                <a:solidFill>
                  <a:schemeClr val="lt1"/>
                </a:solidFill>
                <a:latin typeface="Cardo"/>
                <a:ea typeface="Cardo"/>
                <a:cs typeface="Cardo"/>
                <a:sym typeface="Cardo"/>
              </a:defRPr>
            </a:lvl1pPr>
            <a:lvl2pPr lvl="1" rtl="0">
              <a:spcBef>
                <a:spcPts val="373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320"/>
              </a:spcBef>
              <a:spcAft>
                <a:spcPts val="0"/>
              </a:spcAft>
              <a:buSzPts val="2100"/>
              <a:buNone/>
              <a:defRPr/>
            </a:lvl3pPr>
            <a:lvl4pPr lvl="3" rtl="0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4pPr>
            <a:lvl5pPr lvl="4" rtl="0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5pPr>
            <a:lvl6pPr lvl="5" rtl="0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6pPr>
            <a:lvl7pPr lvl="6" rtl="0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7pPr>
            <a:lvl8pPr lvl="7" rtl="0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8pPr>
            <a:lvl9pPr lvl="8" rtl="0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"/>
          <p:cNvSpPr txBox="1">
            <a:spLocks noGrp="1"/>
          </p:cNvSpPr>
          <p:nvPr>
            <p:ph type="body" idx="6"/>
          </p:nvPr>
        </p:nvSpPr>
        <p:spPr>
          <a:xfrm>
            <a:off x="7672117" y="2895667"/>
            <a:ext cx="2341200" cy="483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304815" lvl="0" indent="-241312" rtl="0">
              <a:spcBef>
                <a:spcPts val="427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 sz="1400">
                <a:solidFill>
                  <a:schemeClr val="lt1"/>
                </a:solidFill>
              </a:defRPr>
            </a:lvl1pPr>
            <a:lvl2pPr marL="609630" lvl="1" indent="-241312" rtl="0"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100"/>
              <a:buChar char="–"/>
              <a:defRPr>
                <a:solidFill>
                  <a:schemeClr val="lt1"/>
                </a:solidFill>
              </a:defRPr>
            </a:lvl2pPr>
            <a:lvl3pPr marL="914446" lvl="2" indent="-241312" rtl="0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3pPr>
            <a:lvl4pPr marL="1219261" lvl="3" indent="-241312" rtl="0"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100"/>
              <a:buChar char="–"/>
              <a:defRPr>
                <a:solidFill>
                  <a:schemeClr val="lt1"/>
                </a:solidFill>
              </a:defRPr>
            </a:lvl4pPr>
            <a:lvl5pPr marL="1524076" lvl="4" indent="-241312" rtl="0"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100"/>
              <a:buChar char="»"/>
              <a:defRPr>
                <a:solidFill>
                  <a:schemeClr val="lt1"/>
                </a:solidFill>
              </a:defRPr>
            </a:lvl5pPr>
            <a:lvl6pPr marL="1828891" lvl="5" indent="-241312" rtl="0"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6pPr>
            <a:lvl7pPr marL="2133707" lvl="6" indent="-241312" rtl="0"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7pPr>
            <a:lvl8pPr marL="2438522" lvl="7" indent="-241312" rtl="0"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8pPr>
            <a:lvl9pPr marL="2743337" lvl="8" indent="-241312" rtl="0"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3"/>
          <p:cNvSpPr txBox="1">
            <a:spLocks noGrp="1"/>
          </p:cNvSpPr>
          <p:nvPr>
            <p:ph type="subTitle" idx="7"/>
          </p:nvPr>
        </p:nvSpPr>
        <p:spPr>
          <a:xfrm>
            <a:off x="6870533" y="2437617"/>
            <a:ext cx="458000" cy="54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427"/>
              </a:spcBef>
              <a:spcAft>
                <a:spcPts val="0"/>
              </a:spcAft>
              <a:buClr>
                <a:schemeClr val="lt1"/>
              </a:buClr>
              <a:buSzPts val="6500"/>
              <a:buFont typeface="Cardo"/>
              <a:buNone/>
              <a:defRPr sz="4334">
                <a:solidFill>
                  <a:schemeClr val="lt1"/>
                </a:solidFill>
                <a:latin typeface="Cardo"/>
                <a:ea typeface="Cardo"/>
                <a:cs typeface="Cardo"/>
                <a:sym typeface="Cardo"/>
              </a:defRPr>
            </a:lvl1pPr>
            <a:lvl2pPr lvl="1" rtl="0">
              <a:spcBef>
                <a:spcPts val="373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320"/>
              </a:spcBef>
              <a:spcAft>
                <a:spcPts val="0"/>
              </a:spcAft>
              <a:buSzPts val="2100"/>
              <a:buNone/>
              <a:defRPr/>
            </a:lvl3pPr>
            <a:lvl4pPr lvl="3" rtl="0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4pPr>
            <a:lvl5pPr lvl="4" rtl="0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5pPr>
            <a:lvl6pPr lvl="5" rtl="0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6pPr>
            <a:lvl7pPr lvl="6" rtl="0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7pPr>
            <a:lvl8pPr lvl="7" rtl="0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8pPr>
            <a:lvl9pPr lvl="8" rtl="0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"/>
          <p:cNvSpPr txBox="1">
            <a:spLocks noGrp="1"/>
          </p:cNvSpPr>
          <p:nvPr>
            <p:ph type="subTitle" idx="8"/>
          </p:nvPr>
        </p:nvSpPr>
        <p:spPr>
          <a:xfrm>
            <a:off x="7672117" y="4537767"/>
            <a:ext cx="2341200" cy="35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427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rdo"/>
              <a:buNone/>
              <a:defRPr sz="2133">
                <a:solidFill>
                  <a:schemeClr val="lt1"/>
                </a:solidFill>
                <a:latin typeface="Cardo"/>
                <a:ea typeface="Cardo"/>
                <a:cs typeface="Cardo"/>
                <a:sym typeface="Cardo"/>
              </a:defRPr>
            </a:lvl1pPr>
            <a:lvl2pPr lvl="1" rtl="0">
              <a:spcBef>
                <a:spcPts val="373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320"/>
              </a:spcBef>
              <a:spcAft>
                <a:spcPts val="0"/>
              </a:spcAft>
              <a:buSzPts val="2100"/>
              <a:buNone/>
              <a:defRPr/>
            </a:lvl3pPr>
            <a:lvl4pPr lvl="3" rtl="0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4pPr>
            <a:lvl5pPr lvl="4" rtl="0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5pPr>
            <a:lvl6pPr lvl="5" rtl="0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6pPr>
            <a:lvl7pPr lvl="6" rtl="0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7pPr>
            <a:lvl8pPr lvl="7" rtl="0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8pPr>
            <a:lvl9pPr lvl="8" rtl="0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"/>
          <p:cNvSpPr txBox="1">
            <a:spLocks noGrp="1"/>
          </p:cNvSpPr>
          <p:nvPr>
            <p:ph type="body" idx="9"/>
          </p:nvPr>
        </p:nvSpPr>
        <p:spPr>
          <a:xfrm>
            <a:off x="7672117" y="5135783"/>
            <a:ext cx="2341200" cy="483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304815" lvl="0" indent="-241312" rtl="0">
              <a:spcBef>
                <a:spcPts val="427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 sz="1400">
                <a:solidFill>
                  <a:schemeClr val="lt1"/>
                </a:solidFill>
              </a:defRPr>
            </a:lvl1pPr>
            <a:lvl2pPr marL="609630" lvl="1" indent="-241312" rtl="0"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100"/>
              <a:buChar char="–"/>
              <a:defRPr>
                <a:solidFill>
                  <a:schemeClr val="lt1"/>
                </a:solidFill>
              </a:defRPr>
            </a:lvl2pPr>
            <a:lvl3pPr marL="914446" lvl="2" indent="-241312" rtl="0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3pPr>
            <a:lvl4pPr marL="1219261" lvl="3" indent="-241312" rtl="0"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100"/>
              <a:buChar char="–"/>
              <a:defRPr>
                <a:solidFill>
                  <a:schemeClr val="lt1"/>
                </a:solidFill>
              </a:defRPr>
            </a:lvl4pPr>
            <a:lvl5pPr marL="1524076" lvl="4" indent="-241312" rtl="0"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100"/>
              <a:buChar char="»"/>
              <a:defRPr>
                <a:solidFill>
                  <a:schemeClr val="lt1"/>
                </a:solidFill>
              </a:defRPr>
            </a:lvl5pPr>
            <a:lvl6pPr marL="1828891" lvl="5" indent="-241312" rtl="0"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6pPr>
            <a:lvl7pPr marL="2133707" lvl="6" indent="-241312" rtl="0"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7pPr>
            <a:lvl8pPr marL="2438522" lvl="7" indent="-241312" rtl="0"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8pPr>
            <a:lvl9pPr marL="2743337" lvl="8" indent="-241312" rtl="0"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ubTitle" idx="13"/>
          </p:nvPr>
        </p:nvSpPr>
        <p:spPr>
          <a:xfrm>
            <a:off x="6870533" y="4677733"/>
            <a:ext cx="458000" cy="54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427"/>
              </a:spcBef>
              <a:spcAft>
                <a:spcPts val="0"/>
              </a:spcAft>
              <a:buClr>
                <a:schemeClr val="lt1"/>
              </a:buClr>
              <a:buSzPts val="6500"/>
              <a:buFont typeface="Cardo"/>
              <a:buNone/>
              <a:defRPr sz="4334">
                <a:solidFill>
                  <a:schemeClr val="lt1"/>
                </a:solidFill>
                <a:latin typeface="Cardo"/>
                <a:ea typeface="Cardo"/>
                <a:cs typeface="Cardo"/>
                <a:sym typeface="Cardo"/>
              </a:defRPr>
            </a:lvl1pPr>
            <a:lvl2pPr lvl="1" rtl="0">
              <a:spcBef>
                <a:spcPts val="373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320"/>
              </a:spcBef>
              <a:spcAft>
                <a:spcPts val="0"/>
              </a:spcAft>
              <a:buSzPts val="2100"/>
              <a:buNone/>
              <a:defRPr/>
            </a:lvl3pPr>
            <a:lvl4pPr lvl="3" rtl="0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4pPr>
            <a:lvl5pPr lvl="4" rtl="0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5pPr>
            <a:lvl6pPr lvl="5" rtl="0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6pPr>
            <a:lvl7pPr lvl="6" rtl="0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7pPr>
            <a:lvl8pPr lvl="7" rtl="0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8pPr>
            <a:lvl9pPr lvl="8" rtl="0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3"/>
          <p:cNvSpPr txBox="1">
            <a:spLocks noGrp="1"/>
          </p:cNvSpPr>
          <p:nvPr>
            <p:ph type="subTitle" idx="14"/>
          </p:nvPr>
        </p:nvSpPr>
        <p:spPr>
          <a:xfrm>
            <a:off x="2468367" y="4537767"/>
            <a:ext cx="2341200" cy="35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427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rdo"/>
              <a:buNone/>
              <a:defRPr sz="2133">
                <a:solidFill>
                  <a:schemeClr val="lt1"/>
                </a:solidFill>
                <a:latin typeface="Cardo"/>
                <a:ea typeface="Cardo"/>
                <a:cs typeface="Cardo"/>
                <a:sym typeface="Cardo"/>
              </a:defRPr>
            </a:lvl1pPr>
            <a:lvl2pPr lvl="1" rtl="0">
              <a:spcBef>
                <a:spcPts val="373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320"/>
              </a:spcBef>
              <a:spcAft>
                <a:spcPts val="0"/>
              </a:spcAft>
              <a:buSzPts val="2100"/>
              <a:buNone/>
              <a:defRPr/>
            </a:lvl3pPr>
            <a:lvl4pPr lvl="3" rtl="0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4pPr>
            <a:lvl5pPr lvl="4" rtl="0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5pPr>
            <a:lvl6pPr lvl="5" rtl="0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6pPr>
            <a:lvl7pPr lvl="6" rtl="0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7pPr>
            <a:lvl8pPr lvl="7" rtl="0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8pPr>
            <a:lvl9pPr lvl="8" rtl="0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"/>
          <p:cNvSpPr txBox="1">
            <a:spLocks noGrp="1"/>
          </p:cNvSpPr>
          <p:nvPr>
            <p:ph type="body" idx="15"/>
          </p:nvPr>
        </p:nvSpPr>
        <p:spPr>
          <a:xfrm>
            <a:off x="2468367" y="5135783"/>
            <a:ext cx="2341200" cy="483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304815" lvl="0" indent="-241312" rtl="0">
              <a:spcBef>
                <a:spcPts val="427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 sz="1400">
                <a:solidFill>
                  <a:schemeClr val="lt1"/>
                </a:solidFill>
              </a:defRPr>
            </a:lvl1pPr>
            <a:lvl2pPr marL="609630" lvl="1" indent="-241312" rtl="0"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100"/>
              <a:buChar char="–"/>
              <a:defRPr>
                <a:solidFill>
                  <a:schemeClr val="lt1"/>
                </a:solidFill>
              </a:defRPr>
            </a:lvl2pPr>
            <a:lvl3pPr marL="914446" lvl="2" indent="-241312" rtl="0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3pPr>
            <a:lvl4pPr marL="1219261" lvl="3" indent="-241312" rtl="0"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100"/>
              <a:buChar char="–"/>
              <a:defRPr>
                <a:solidFill>
                  <a:schemeClr val="lt1"/>
                </a:solidFill>
              </a:defRPr>
            </a:lvl4pPr>
            <a:lvl5pPr marL="1524076" lvl="4" indent="-241312" rtl="0"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100"/>
              <a:buChar char="»"/>
              <a:defRPr>
                <a:solidFill>
                  <a:schemeClr val="lt1"/>
                </a:solidFill>
              </a:defRPr>
            </a:lvl5pPr>
            <a:lvl6pPr marL="1828891" lvl="5" indent="-241312" rtl="0"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6pPr>
            <a:lvl7pPr marL="2133707" lvl="6" indent="-241312" rtl="0"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7pPr>
            <a:lvl8pPr marL="2438522" lvl="7" indent="-241312" rtl="0"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8pPr>
            <a:lvl9pPr marL="2743337" lvl="8" indent="-241312" rtl="0"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3"/>
          <p:cNvSpPr txBox="1">
            <a:spLocks noGrp="1"/>
          </p:cNvSpPr>
          <p:nvPr>
            <p:ph type="subTitle" idx="16"/>
          </p:nvPr>
        </p:nvSpPr>
        <p:spPr>
          <a:xfrm>
            <a:off x="1666783" y="4677733"/>
            <a:ext cx="458000" cy="54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427"/>
              </a:spcBef>
              <a:spcAft>
                <a:spcPts val="0"/>
              </a:spcAft>
              <a:buClr>
                <a:schemeClr val="lt1"/>
              </a:buClr>
              <a:buSzPts val="6500"/>
              <a:buFont typeface="Cardo"/>
              <a:buNone/>
              <a:defRPr sz="4334">
                <a:solidFill>
                  <a:schemeClr val="lt1"/>
                </a:solidFill>
                <a:latin typeface="Cardo"/>
                <a:ea typeface="Cardo"/>
                <a:cs typeface="Cardo"/>
                <a:sym typeface="Cardo"/>
              </a:defRPr>
            </a:lvl1pPr>
            <a:lvl2pPr lvl="1" rtl="0">
              <a:spcBef>
                <a:spcPts val="373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320"/>
              </a:spcBef>
              <a:spcAft>
                <a:spcPts val="0"/>
              </a:spcAft>
              <a:buSzPts val="2100"/>
              <a:buNone/>
              <a:defRPr/>
            </a:lvl3pPr>
            <a:lvl4pPr lvl="3" rtl="0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4pPr>
            <a:lvl5pPr lvl="4" rtl="0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5pPr>
            <a:lvl6pPr lvl="5" rtl="0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6pPr>
            <a:lvl7pPr lvl="6" rtl="0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7pPr>
            <a:lvl8pPr lvl="7" rtl="0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8pPr>
            <a:lvl9pPr lvl="8" rtl="0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971053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3">
  <p:cSld name="Custom Layout 3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>
            <a:spLocks noGrp="1"/>
          </p:cNvSpPr>
          <p:nvPr>
            <p:ph type="pic" idx="2"/>
          </p:nvPr>
        </p:nvSpPr>
        <p:spPr>
          <a:xfrm>
            <a:off x="-12717" y="-20350"/>
            <a:ext cx="2755200" cy="6857200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4"/>
          <p:cNvSpPr>
            <a:spLocks noGrp="1"/>
          </p:cNvSpPr>
          <p:nvPr>
            <p:ph type="pic" idx="3"/>
          </p:nvPr>
        </p:nvSpPr>
        <p:spPr>
          <a:xfrm>
            <a:off x="3053650" y="-10183"/>
            <a:ext cx="2742400" cy="68580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47" name="Google Shape;47;p4"/>
          <p:cNvGrpSpPr/>
          <p:nvPr/>
        </p:nvGrpSpPr>
        <p:grpSpPr>
          <a:xfrm>
            <a:off x="4403557" y="685800"/>
            <a:ext cx="7788495" cy="5486521"/>
            <a:chOff x="0" y="0"/>
            <a:chExt cx="3076916" cy="2167500"/>
          </a:xfrm>
        </p:grpSpPr>
        <p:sp>
          <p:nvSpPr>
            <p:cNvPr id="48" name="Google Shape;48;p4"/>
            <p:cNvSpPr/>
            <p:nvPr/>
          </p:nvSpPr>
          <p:spPr>
            <a:xfrm>
              <a:off x="0" y="0"/>
              <a:ext cx="3076916" cy="2167467"/>
            </a:xfrm>
            <a:custGeom>
              <a:avLst/>
              <a:gdLst/>
              <a:ahLst/>
              <a:cxnLst/>
              <a:rect l="l" t="t" r="r" b="b"/>
              <a:pathLst>
                <a:path w="3076916" h="2167467" extrusionOk="0">
                  <a:moveTo>
                    <a:pt x="0" y="0"/>
                  </a:moveTo>
                  <a:lnTo>
                    <a:pt x="3076916" y="0"/>
                  </a:lnTo>
                  <a:lnTo>
                    <a:pt x="307691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</p:sp>
        <p:sp>
          <p:nvSpPr>
            <p:cNvPr id="49" name="Google Shape;49;p4"/>
            <p:cNvSpPr txBox="1"/>
            <p:nvPr/>
          </p:nvSpPr>
          <p:spPr>
            <a:xfrm>
              <a:off x="0" y="38100"/>
              <a:ext cx="3076800" cy="212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0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50" name="Google Shape;50;p4"/>
          <p:cNvCxnSpPr/>
          <p:nvPr/>
        </p:nvCxnSpPr>
        <p:spPr>
          <a:xfrm rot="10800000">
            <a:off x="12204700" y="2399090"/>
            <a:ext cx="0" cy="241180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51" name="Google Shape;51;p4"/>
          <p:cNvPicPr preferRelativeResize="0"/>
          <p:nvPr/>
        </p:nvPicPr>
        <p:blipFill rotWithShape="1">
          <a:blip r:embed="rId2">
            <a:alphaModFix/>
          </a:blip>
          <a:srcRect l="44348"/>
          <a:stretch/>
        </p:blipFill>
        <p:spPr>
          <a:xfrm>
            <a:off x="5407003" y="434"/>
            <a:ext cx="6784233" cy="685713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" name="Google Shape;52;p4"/>
          <p:cNvGrpSpPr/>
          <p:nvPr/>
        </p:nvGrpSpPr>
        <p:grpSpPr>
          <a:xfrm>
            <a:off x="7313787" y="2230207"/>
            <a:ext cx="351079" cy="351079"/>
            <a:chOff x="0" y="0"/>
            <a:chExt cx="138697" cy="138697"/>
          </a:xfrm>
        </p:grpSpPr>
        <p:sp>
          <p:nvSpPr>
            <p:cNvPr id="53" name="Google Shape;53;p4"/>
            <p:cNvSpPr/>
            <p:nvPr/>
          </p:nvSpPr>
          <p:spPr>
            <a:xfrm>
              <a:off x="0" y="0"/>
              <a:ext cx="138697" cy="138697"/>
            </a:xfrm>
            <a:custGeom>
              <a:avLst/>
              <a:gdLst/>
              <a:ahLst/>
              <a:cxnLst/>
              <a:rect l="l" t="t" r="r" b="b"/>
              <a:pathLst>
                <a:path w="138697" h="138697" extrusionOk="0">
                  <a:moveTo>
                    <a:pt x="0" y="0"/>
                  </a:moveTo>
                  <a:lnTo>
                    <a:pt x="138697" y="0"/>
                  </a:lnTo>
                  <a:lnTo>
                    <a:pt x="138697" y="138697"/>
                  </a:lnTo>
                  <a:lnTo>
                    <a:pt x="0" y="138697"/>
                  </a:lnTo>
                  <a:close/>
                </a:path>
              </a:pathLst>
            </a:custGeom>
            <a:solidFill>
              <a:srgbClr val="0B6AE9"/>
            </a:solidFill>
            <a:ln>
              <a:noFill/>
            </a:ln>
          </p:spPr>
        </p:sp>
        <p:sp>
          <p:nvSpPr>
            <p:cNvPr id="54" name="Google Shape;54;p4"/>
            <p:cNvSpPr txBox="1"/>
            <p:nvPr/>
          </p:nvSpPr>
          <p:spPr>
            <a:xfrm>
              <a:off x="0" y="38100"/>
              <a:ext cx="138600" cy="10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0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" name="Google Shape;55;p4"/>
          <p:cNvGrpSpPr/>
          <p:nvPr/>
        </p:nvGrpSpPr>
        <p:grpSpPr>
          <a:xfrm>
            <a:off x="10522209" y="2230207"/>
            <a:ext cx="351079" cy="351079"/>
            <a:chOff x="0" y="0"/>
            <a:chExt cx="138697" cy="138697"/>
          </a:xfrm>
        </p:grpSpPr>
        <p:sp>
          <p:nvSpPr>
            <p:cNvPr id="56" name="Google Shape;56;p4"/>
            <p:cNvSpPr/>
            <p:nvPr/>
          </p:nvSpPr>
          <p:spPr>
            <a:xfrm>
              <a:off x="0" y="0"/>
              <a:ext cx="138697" cy="138697"/>
            </a:xfrm>
            <a:custGeom>
              <a:avLst/>
              <a:gdLst/>
              <a:ahLst/>
              <a:cxnLst/>
              <a:rect l="l" t="t" r="r" b="b"/>
              <a:pathLst>
                <a:path w="138697" h="138697" extrusionOk="0">
                  <a:moveTo>
                    <a:pt x="0" y="0"/>
                  </a:moveTo>
                  <a:lnTo>
                    <a:pt x="138697" y="0"/>
                  </a:lnTo>
                  <a:lnTo>
                    <a:pt x="138697" y="138697"/>
                  </a:lnTo>
                  <a:lnTo>
                    <a:pt x="0" y="138697"/>
                  </a:lnTo>
                  <a:close/>
                </a:path>
              </a:pathLst>
            </a:custGeom>
            <a:solidFill>
              <a:srgbClr val="0B6AE9"/>
            </a:solidFill>
            <a:ln>
              <a:noFill/>
            </a:ln>
          </p:spPr>
        </p:sp>
        <p:sp>
          <p:nvSpPr>
            <p:cNvPr id="57" name="Google Shape;57;p4"/>
            <p:cNvSpPr txBox="1"/>
            <p:nvPr/>
          </p:nvSpPr>
          <p:spPr>
            <a:xfrm>
              <a:off x="0" y="38100"/>
              <a:ext cx="138600" cy="10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0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" name="Google Shape;58;p4"/>
          <p:cNvGrpSpPr/>
          <p:nvPr/>
        </p:nvGrpSpPr>
        <p:grpSpPr>
          <a:xfrm>
            <a:off x="9048743" y="4629328"/>
            <a:ext cx="351079" cy="351079"/>
            <a:chOff x="0" y="0"/>
            <a:chExt cx="138697" cy="138697"/>
          </a:xfrm>
        </p:grpSpPr>
        <p:sp>
          <p:nvSpPr>
            <p:cNvPr id="59" name="Google Shape;59;p4"/>
            <p:cNvSpPr/>
            <p:nvPr/>
          </p:nvSpPr>
          <p:spPr>
            <a:xfrm>
              <a:off x="0" y="0"/>
              <a:ext cx="138697" cy="138697"/>
            </a:xfrm>
            <a:custGeom>
              <a:avLst/>
              <a:gdLst/>
              <a:ahLst/>
              <a:cxnLst/>
              <a:rect l="l" t="t" r="r" b="b"/>
              <a:pathLst>
                <a:path w="138697" h="138697" extrusionOk="0">
                  <a:moveTo>
                    <a:pt x="0" y="0"/>
                  </a:moveTo>
                  <a:lnTo>
                    <a:pt x="138697" y="0"/>
                  </a:lnTo>
                  <a:lnTo>
                    <a:pt x="138697" y="138697"/>
                  </a:lnTo>
                  <a:lnTo>
                    <a:pt x="0" y="138697"/>
                  </a:lnTo>
                  <a:close/>
                </a:path>
              </a:pathLst>
            </a:custGeom>
            <a:solidFill>
              <a:srgbClr val="0B6AE9"/>
            </a:solidFill>
            <a:ln>
              <a:noFill/>
            </a:ln>
          </p:spPr>
        </p:sp>
        <p:sp>
          <p:nvSpPr>
            <p:cNvPr id="60" name="Google Shape;60;p4"/>
            <p:cNvSpPr txBox="1"/>
            <p:nvPr/>
          </p:nvSpPr>
          <p:spPr>
            <a:xfrm>
              <a:off x="0" y="38100"/>
              <a:ext cx="138600" cy="10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0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1" name="Google Shape;61;p4"/>
          <p:cNvSpPr txBox="1">
            <a:spLocks noGrp="1"/>
          </p:cNvSpPr>
          <p:nvPr>
            <p:ph type="subTitle" idx="1"/>
          </p:nvPr>
        </p:nvSpPr>
        <p:spPr>
          <a:xfrm>
            <a:off x="6775300" y="1427583"/>
            <a:ext cx="1514200" cy="54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427"/>
              </a:spcBef>
              <a:spcAft>
                <a:spcPts val="0"/>
              </a:spcAft>
              <a:buClr>
                <a:schemeClr val="lt1"/>
              </a:buClr>
              <a:buSzPts val="6500"/>
              <a:buFont typeface="Cardo"/>
              <a:buNone/>
              <a:defRPr sz="4334">
                <a:solidFill>
                  <a:schemeClr val="lt1"/>
                </a:solidFill>
                <a:latin typeface="Cardo"/>
                <a:ea typeface="Cardo"/>
                <a:cs typeface="Cardo"/>
                <a:sym typeface="Cardo"/>
              </a:defRPr>
            </a:lvl1pPr>
            <a:lvl2pPr lvl="1">
              <a:spcBef>
                <a:spcPts val="373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320"/>
              </a:spcBef>
              <a:spcAft>
                <a:spcPts val="0"/>
              </a:spcAft>
              <a:buSzPts val="2100"/>
              <a:buNone/>
              <a:defRPr/>
            </a:lvl3pPr>
            <a:lvl4pPr lvl="3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4pPr>
            <a:lvl5pPr lvl="4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5pPr>
            <a:lvl6pPr lvl="5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6pPr>
            <a:lvl7pPr lvl="6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7pPr>
            <a:lvl8pPr lvl="7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8pPr>
            <a:lvl9pPr lvl="8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4"/>
          <p:cNvSpPr txBox="1">
            <a:spLocks noGrp="1"/>
          </p:cNvSpPr>
          <p:nvPr>
            <p:ph type="body" idx="4"/>
          </p:nvPr>
        </p:nvSpPr>
        <p:spPr>
          <a:xfrm>
            <a:off x="6641700" y="2839900"/>
            <a:ext cx="1781400" cy="54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304815" lvl="0" indent="-241312">
              <a:spcBef>
                <a:spcPts val="427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 sz="1400">
                <a:solidFill>
                  <a:schemeClr val="lt1"/>
                </a:solidFill>
              </a:defRPr>
            </a:lvl1pPr>
            <a:lvl2pPr marL="609630" lvl="1" indent="-241312"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100"/>
              <a:buChar char="–"/>
              <a:defRPr>
                <a:solidFill>
                  <a:schemeClr val="lt1"/>
                </a:solidFill>
              </a:defRPr>
            </a:lvl2pPr>
            <a:lvl3pPr marL="914446" lvl="2" indent="-241312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3pPr>
            <a:lvl4pPr marL="1219261" lvl="3" indent="-241312"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100"/>
              <a:buChar char="–"/>
              <a:defRPr>
                <a:solidFill>
                  <a:schemeClr val="lt1"/>
                </a:solidFill>
              </a:defRPr>
            </a:lvl4pPr>
            <a:lvl5pPr marL="1524076" lvl="4" indent="-241312"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100"/>
              <a:buChar char="»"/>
              <a:defRPr>
                <a:solidFill>
                  <a:schemeClr val="lt1"/>
                </a:solidFill>
              </a:defRPr>
            </a:lvl5pPr>
            <a:lvl6pPr marL="1828891" lvl="5" indent="-241312"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6pPr>
            <a:lvl7pPr marL="2133707" lvl="6" indent="-241312"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7pPr>
            <a:lvl8pPr marL="2438522" lvl="7" indent="-241312"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8pPr>
            <a:lvl9pPr marL="2743337" lvl="8" indent="-241312"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4"/>
          <p:cNvSpPr txBox="1">
            <a:spLocks noGrp="1"/>
          </p:cNvSpPr>
          <p:nvPr>
            <p:ph type="subTitle" idx="5"/>
          </p:nvPr>
        </p:nvSpPr>
        <p:spPr>
          <a:xfrm>
            <a:off x="9940650" y="1503750"/>
            <a:ext cx="1514200" cy="54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427"/>
              </a:spcBef>
              <a:spcAft>
                <a:spcPts val="0"/>
              </a:spcAft>
              <a:buClr>
                <a:schemeClr val="lt1"/>
              </a:buClr>
              <a:buSzPts val="6500"/>
              <a:buFont typeface="Cardo"/>
              <a:buNone/>
              <a:defRPr sz="4334">
                <a:solidFill>
                  <a:schemeClr val="lt1"/>
                </a:solidFill>
                <a:latin typeface="Cardo"/>
                <a:ea typeface="Cardo"/>
                <a:cs typeface="Cardo"/>
                <a:sym typeface="Cardo"/>
              </a:defRPr>
            </a:lvl1pPr>
            <a:lvl2pPr lvl="1" rtl="0">
              <a:spcBef>
                <a:spcPts val="373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320"/>
              </a:spcBef>
              <a:spcAft>
                <a:spcPts val="0"/>
              </a:spcAft>
              <a:buSzPts val="2100"/>
              <a:buNone/>
              <a:defRPr/>
            </a:lvl3pPr>
            <a:lvl4pPr lvl="3" rtl="0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4pPr>
            <a:lvl5pPr lvl="4" rtl="0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5pPr>
            <a:lvl6pPr lvl="5" rtl="0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6pPr>
            <a:lvl7pPr lvl="6" rtl="0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7pPr>
            <a:lvl8pPr lvl="7" rtl="0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8pPr>
            <a:lvl9pPr lvl="8" rtl="0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"/>
          <p:cNvSpPr txBox="1">
            <a:spLocks noGrp="1"/>
          </p:cNvSpPr>
          <p:nvPr>
            <p:ph type="body" idx="6"/>
          </p:nvPr>
        </p:nvSpPr>
        <p:spPr>
          <a:xfrm>
            <a:off x="9807050" y="2916067"/>
            <a:ext cx="1781400" cy="54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304815" lvl="0" indent="-241312" rtl="0">
              <a:spcBef>
                <a:spcPts val="427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 sz="1400">
                <a:solidFill>
                  <a:schemeClr val="lt1"/>
                </a:solidFill>
              </a:defRPr>
            </a:lvl1pPr>
            <a:lvl2pPr marL="609630" lvl="1" indent="-241312" rtl="0"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100"/>
              <a:buChar char="–"/>
              <a:defRPr>
                <a:solidFill>
                  <a:schemeClr val="lt1"/>
                </a:solidFill>
              </a:defRPr>
            </a:lvl2pPr>
            <a:lvl3pPr marL="914446" lvl="2" indent="-241312" rtl="0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3pPr>
            <a:lvl4pPr marL="1219261" lvl="3" indent="-241312" rtl="0"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100"/>
              <a:buChar char="–"/>
              <a:defRPr>
                <a:solidFill>
                  <a:schemeClr val="lt1"/>
                </a:solidFill>
              </a:defRPr>
            </a:lvl4pPr>
            <a:lvl5pPr marL="1524076" lvl="4" indent="-241312" rtl="0"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100"/>
              <a:buChar char="»"/>
              <a:defRPr>
                <a:solidFill>
                  <a:schemeClr val="lt1"/>
                </a:solidFill>
              </a:defRPr>
            </a:lvl5pPr>
            <a:lvl6pPr marL="1828891" lvl="5" indent="-241312" rtl="0"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6pPr>
            <a:lvl7pPr marL="2133707" lvl="6" indent="-241312" rtl="0"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7pPr>
            <a:lvl8pPr marL="2438522" lvl="7" indent="-241312" rtl="0"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8pPr>
            <a:lvl9pPr marL="2743337" lvl="8" indent="-241312" rtl="0"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4"/>
          <p:cNvSpPr txBox="1">
            <a:spLocks noGrp="1"/>
          </p:cNvSpPr>
          <p:nvPr>
            <p:ph type="subTitle" idx="7"/>
          </p:nvPr>
        </p:nvSpPr>
        <p:spPr>
          <a:xfrm>
            <a:off x="8467183" y="3825109"/>
            <a:ext cx="1514200" cy="54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427"/>
              </a:spcBef>
              <a:spcAft>
                <a:spcPts val="0"/>
              </a:spcAft>
              <a:buClr>
                <a:schemeClr val="lt1"/>
              </a:buClr>
              <a:buSzPts val="6500"/>
              <a:buFont typeface="Cardo"/>
              <a:buNone/>
              <a:defRPr sz="4334">
                <a:solidFill>
                  <a:schemeClr val="lt1"/>
                </a:solidFill>
                <a:latin typeface="Cardo"/>
                <a:ea typeface="Cardo"/>
                <a:cs typeface="Cardo"/>
                <a:sym typeface="Cardo"/>
              </a:defRPr>
            </a:lvl1pPr>
            <a:lvl2pPr lvl="1" rtl="0">
              <a:spcBef>
                <a:spcPts val="373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320"/>
              </a:spcBef>
              <a:spcAft>
                <a:spcPts val="0"/>
              </a:spcAft>
              <a:buSzPts val="2100"/>
              <a:buNone/>
              <a:defRPr/>
            </a:lvl3pPr>
            <a:lvl4pPr lvl="3" rtl="0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4pPr>
            <a:lvl5pPr lvl="4" rtl="0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5pPr>
            <a:lvl6pPr lvl="5" rtl="0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6pPr>
            <a:lvl7pPr lvl="6" rtl="0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7pPr>
            <a:lvl8pPr lvl="7" rtl="0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8pPr>
            <a:lvl9pPr lvl="8" rtl="0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4"/>
          <p:cNvSpPr txBox="1">
            <a:spLocks noGrp="1"/>
          </p:cNvSpPr>
          <p:nvPr>
            <p:ph type="body" idx="8"/>
          </p:nvPr>
        </p:nvSpPr>
        <p:spPr>
          <a:xfrm>
            <a:off x="8333583" y="5237425"/>
            <a:ext cx="1781400" cy="54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304815" lvl="0" indent="-241312" rtl="0">
              <a:spcBef>
                <a:spcPts val="427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 sz="1400">
                <a:solidFill>
                  <a:schemeClr val="lt1"/>
                </a:solidFill>
              </a:defRPr>
            </a:lvl1pPr>
            <a:lvl2pPr marL="609630" lvl="1" indent="-241312" rtl="0"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100"/>
              <a:buChar char="–"/>
              <a:defRPr>
                <a:solidFill>
                  <a:schemeClr val="lt1"/>
                </a:solidFill>
              </a:defRPr>
            </a:lvl2pPr>
            <a:lvl3pPr marL="914446" lvl="2" indent="-241312" rtl="0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3pPr>
            <a:lvl4pPr marL="1219261" lvl="3" indent="-241312" rtl="0"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100"/>
              <a:buChar char="–"/>
              <a:defRPr>
                <a:solidFill>
                  <a:schemeClr val="lt1"/>
                </a:solidFill>
              </a:defRPr>
            </a:lvl4pPr>
            <a:lvl5pPr marL="1524076" lvl="4" indent="-241312" rtl="0"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100"/>
              <a:buChar char="»"/>
              <a:defRPr>
                <a:solidFill>
                  <a:schemeClr val="lt1"/>
                </a:solidFill>
              </a:defRPr>
            </a:lvl5pPr>
            <a:lvl6pPr marL="1828891" lvl="5" indent="-241312" rtl="0"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6pPr>
            <a:lvl7pPr marL="2133707" lvl="6" indent="-241312" rtl="0"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7pPr>
            <a:lvl8pPr marL="2438522" lvl="7" indent="-241312" rtl="0"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8pPr>
            <a:lvl9pPr marL="2743337" lvl="8" indent="-241312" rtl="0"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469471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">
  <p:cSld name="Custom Layout 2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oogle Shape;68;p5"/>
          <p:cNvGrpSpPr/>
          <p:nvPr/>
        </p:nvGrpSpPr>
        <p:grpSpPr>
          <a:xfrm>
            <a:off x="0" y="0"/>
            <a:ext cx="4206965" cy="6858044"/>
            <a:chOff x="0" y="0"/>
            <a:chExt cx="1662000" cy="2709333"/>
          </a:xfrm>
        </p:grpSpPr>
        <p:sp>
          <p:nvSpPr>
            <p:cNvPr id="69" name="Google Shape;69;p5"/>
            <p:cNvSpPr/>
            <p:nvPr/>
          </p:nvSpPr>
          <p:spPr>
            <a:xfrm>
              <a:off x="0" y="0"/>
              <a:ext cx="1661910" cy="2709333"/>
            </a:xfrm>
            <a:custGeom>
              <a:avLst/>
              <a:gdLst/>
              <a:ahLst/>
              <a:cxnLst/>
              <a:rect l="l" t="t" r="r" b="b"/>
              <a:pathLst>
                <a:path w="1661910" h="2709333" extrusionOk="0">
                  <a:moveTo>
                    <a:pt x="0" y="0"/>
                  </a:moveTo>
                  <a:lnTo>
                    <a:pt x="1661910" y="0"/>
                  </a:lnTo>
                  <a:lnTo>
                    <a:pt x="166191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</p:sp>
        <p:sp>
          <p:nvSpPr>
            <p:cNvPr id="70" name="Google Shape;70;p5"/>
            <p:cNvSpPr txBox="1"/>
            <p:nvPr/>
          </p:nvSpPr>
          <p:spPr>
            <a:xfrm>
              <a:off x="0" y="38100"/>
              <a:ext cx="1662000" cy="267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0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1" name="Google Shape;71;p5"/>
          <p:cNvSpPr txBox="1">
            <a:spLocks noGrp="1"/>
          </p:cNvSpPr>
          <p:nvPr>
            <p:ph type="title"/>
          </p:nvPr>
        </p:nvSpPr>
        <p:spPr>
          <a:xfrm>
            <a:off x="419883" y="1150217"/>
            <a:ext cx="3460800" cy="237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4334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5"/>
          <p:cNvSpPr txBox="1">
            <a:spLocks noGrp="1"/>
          </p:cNvSpPr>
          <p:nvPr>
            <p:ph type="body" idx="1"/>
          </p:nvPr>
        </p:nvSpPr>
        <p:spPr>
          <a:xfrm>
            <a:off x="445317" y="3473533"/>
            <a:ext cx="3206400" cy="16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304815" lvl="0" indent="-241312">
              <a:spcBef>
                <a:spcPts val="427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 sz="1400">
                <a:solidFill>
                  <a:schemeClr val="lt1"/>
                </a:solidFill>
              </a:defRPr>
            </a:lvl1pPr>
            <a:lvl2pPr marL="609630" lvl="1" indent="-241312"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100"/>
              <a:buChar char="–"/>
              <a:defRPr>
                <a:solidFill>
                  <a:schemeClr val="lt1"/>
                </a:solidFill>
              </a:defRPr>
            </a:lvl2pPr>
            <a:lvl3pPr marL="914446" lvl="2" indent="-241312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3pPr>
            <a:lvl4pPr marL="1219261" lvl="3" indent="-241312"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100"/>
              <a:buChar char="–"/>
              <a:defRPr>
                <a:solidFill>
                  <a:schemeClr val="lt1"/>
                </a:solidFill>
              </a:defRPr>
            </a:lvl4pPr>
            <a:lvl5pPr marL="1524076" lvl="4" indent="-241312"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100"/>
              <a:buChar char="»"/>
              <a:defRPr>
                <a:solidFill>
                  <a:schemeClr val="lt1"/>
                </a:solidFill>
              </a:defRPr>
            </a:lvl5pPr>
            <a:lvl6pPr marL="1828891" lvl="5" indent="-241312"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6pPr>
            <a:lvl7pPr marL="2133707" lvl="6" indent="-241312"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7pPr>
            <a:lvl8pPr marL="2438522" lvl="7" indent="-241312"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8pPr>
            <a:lvl9pPr marL="2743337" lvl="8" indent="-241312"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3" name="Google Shape;73;p5"/>
          <p:cNvSpPr txBox="1">
            <a:spLocks noGrp="1"/>
          </p:cNvSpPr>
          <p:nvPr>
            <p:ph type="body" idx="2"/>
          </p:nvPr>
        </p:nvSpPr>
        <p:spPr>
          <a:xfrm>
            <a:off x="419883" y="5610900"/>
            <a:ext cx="3206400" cy="86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304815" lvl="0" indent="-241312" rtl="0">
              <a:spcBef>
                <a:spcPts val="427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 sz="1400">
                <a:solidFill>
                  <a:schemeClr val="lt1"/>
                </a:solidFill>
              </a:defRPr>
            </a:lvl1pPr>
            <a:lvl2pPr marL="609630" lvl="1" indent="-241312" rtl="0"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100"/>
              <a:buChar char="–"/>
              <a:defRPr>
                <a:solidFill>
                  <a:schemeClr val="lt1"/>
                </a:solidFill>
              </a:defRPr>
            </a:lvl2pPr>
            <a:lvl3pPr marL="914446" lvl="2" indent="-241312" rtl="0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3pPr>
            <a:lvl4pPr marL="1219261" lvl="3" indent="-241312" rtl="0"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100"/>
              <a:buChar char="–"/>
              <a:defRPr>
                <a:solidFill>
                  <a:schemeClr val="lt1"/>
                </a:solidFill>
              </a:defRPr>
            </a:lvl4pPr>
            <a:lvl5pPr marL="1524076" lvl="4" indent="-241312" rtl="0"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100"/>
              <a:buChar char="»"/>
              <a:defRPr>
                <a:solidFill>
                  <a:schemeClr val="lt1"/>
                </a:solidFill>
              </a:defRPr>
            </a:lvl5pPr>
            <a:lvl6pPr marL="1828891" lvl="5" indent="-241312" rtl="0"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6pPr>
            <a:lvl7pPr marL="2133707" lvl="6" indent="-241312" rtl="0"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7pPr>
            <a:lvl8pPr marL="2438522" lvl="7" indent="-241312" rtl="0"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8pPr>
            <a:lvl9pPr marL="2743337" lvl="8" indent="-241312" rtl="0"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039970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>
  <p:cSld name="Custom Layout 1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"/>
          <p:cNvSpPr>
            <a:spLocks noGrp="1"/>
          </p:cNvSpPr>
          <p:nvPr>
            <p:ph type="pic" idx="2"/>
          </p:nvPr>
        </p:nvSpPr>
        <p:spPr>
          <a:xfrm>
            <a:off x="-25450" y="-33083"/>
            <a:ext cx="12192000" cy="68580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76" name="Google Shape;76;p6"/>
          <p:cNvGrpSpPr/>
          <p:nvPr/>
        </p:nvGrpSpPr>
        <p:grpSpPr>
          <a:xfrm>
            <a:off x="83" y="1990133"/>
            <a:ext cx="12192079" cy="4867907"/>
            <a:chOff x="0" y="0"/>
            <a:chExt cx="4816592" cy="1923111"/>
          </a:xfrm>
        </p:grpSpPr>
        <p:sp>
          <p:nvSpPr>
            <p:cNvPr id="77" name="Google Shape;77;p6"/>
            <p:cNvSpPr/>
            <p:nvPr/>
          </p:nvSpPr>
          <p:spPr>
            <a:xfrm>
              <a:off x="0" y="0"/>
              <a:ext cx="4816592" cy="1923111"/>
            </a:xfrm>
            <a:custGeom>
              <a:avLst/>
              <a:gdLst/>
              <a:ahLst/>
              <a:cxnLst/>
              <a:rect l="l" t="t" r="r" b="b"/>
              <a:pathLst>
                <a:path w="4816592" h="1923111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923111"/>
                  </a:lnTo>
                  <a:lnTo>
                    <a:pt x="0" y="1923111"/>
                  </a:ln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</p:sp>
        <p:sp>
          <p:nvSpPr>
            <p:cNvPr id="78" name="Google Shape;78;p6"/>
            <p:cNvSpPr txBox="1"/>
            <p:nvPr/>
          </p:nvSpPr>
          <p:spPr>
            <a:xfrm>
              <a:off x="0" y="38100"/>
              <a:ext cx="4816500" cy="188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0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9" name="Google Shape;79;p6"/>
          <p:cNvGrpSpPr/>
          <p:nvPr/>
        </p:nvGrpSpPr>
        <p:grpSpPr>
          <a:xfrm>
            <a:off x="1234763" y="589359"/>
            <a:ext cx="2956515" cy="5582962"/>
            <a:chOff x="0" y="-38100"/>
            <a:chExt cx="1167998" cy="2205600"/>
          </a:xfrm>
        </p:grpSpPr>
        <p:sp>
          <p:nvSpPr>
            <p:cNvPr id="80" name="Google Shape;80;p6"/>
            <p:cNvSpPr/>
            <p:nvPr/>
          </p:nvSpPr>
          <p:spPr>
            <a:xfrm>
              <a:off x="0" y="0"/>
              <a:ext cx="1167998" cy="2167467"/>
            </a:xfrm>
            <a:custGeom>
              <a:avLst/>
              <a:gdLst/>
              <a:ahLst/>
              <a:cxnLst/>
              <a:rect l="l" t="t" r="r" b="b"/>
              <a:pathLst>
                <a:path w="1167998" h="2167467" extrusionOk="0">
                  <a:moveTo>
                    <a:pt x="0" y="0"/>
                  </a:moveTo>
                  <a:lnTo>
                    <a:pt x="1167998" y="0"/>
                  </a:lnTo>
                  <a:lnTo>
                    <a:pt x="1167998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81" name="Google Shape;81;p6"/>
            <p:cNvSpPr txBox="1"/>
            <p:nvPr/>
          </p:nvSpPr>
          <p:spPr>
            <a:xfrm>
              <a:off x="0" y="-38100"/>
              <a:ext cx="1167900" cy="220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2" name="Google Shape;82;p6"/>
          <p:cNvGrpSpPr/>
          <p:nvPr/>
        </p:nvGrpSpPr>
        <p:grpSpPr>
          <a:xfrm>
            <a:off x="4617752" y="589359"/>
            <a:ext cx="2956515" cy="5582962"/>
            <a:chOff x="0" y="-38100"/>
            <a:chExt cx="1167998" cy="2205600"/>
          </a:xfrm>
        </p:grpSpPr>
        <p:sp>
          <p:nvSpPr>
            <p:cNvPr id="83" name="Google Shape;83;p6"/>
            <p:cNvSpPr/>
            <p:nvPr/>
          </p:nvSpPr>
          <p:spPr>
            <a:xfrm>
              <a:off x="0" y="0"/>
              <a:ext cx="1167998" cy="2167467"/>
            </a:xfrm>
            <a:custGeom>
              <a:avLst/>
              <a:gdLst/>
              <a:ahLst/>
              <a:cxnLst/>
              <a:rect l="l" t="t" r="r" b="b"/>
              <a:pathLst>
                <a:path w="1167998" h="2167467" extrusionOk="0">
                  <a:moveTo>
                    <a:pt x="0" y="0"/>
                  </a:moveTo>
                  <a:lnTo>
                    <a:pt x="1167998" y="0"/>
                  </a:lnTo>
                  <a:lnTo>
                    <a:pt x="1167998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84" name="Google Shape;84;p6"/>
            <p:cNvSpPr txBox="1"/>
            <p:nvPr/>
          </p:nvSpPr>
          <p:spPr>
            <a:xfrm>
              <a:off x="0" y="-38100"/>
              <a:ext cx="1167900" cy="220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5" name="Google Shape;85;p6"/>
          <p:cNvGrpSpPr/>
          <p:nvPr/>
        </p:nvGrpSpPr>
        <p:grpSpPr>
          <a:xfrm>
            <a:off x="8000740" y="589359"/>
            <a:ext cx="2956515" cy="5582962"/>
            <a:chOff x="0" y="-38100"/>
            <a:chExt cx="1167998" cy="2205600"/>
          </a:xfrm>
        </p:grpSpPr>
        <p:sp>
          <p:nvSpPr>
            <p:cNvPr id="86" name="Google Shape;86;p6"/>
            <p:cNvSpPr/>
            <p:nvPr/>
          </p:nvSpPr>
          <p:spPr>
            <a:xfrm>
              <a:off x="0" y="0"/>
              <a:ext cx="1167998" cy="2167467"/>
            </a:xfrm>
            <a:custGeom>
              <a:avLst/>
              <a:gdLst/>
              <a:ahLst/>
              <a:cxnLst/>
              <a:rect l="l" t="t" r="r" b="b"/>
              <a:pathLst>
                <a:path w="1167998" h="2167467" extrusionOk="0">
                  <a:moveTo>
                    <a:pt x="0" y="0"/>
                  </a:moveTo>
                  <a:lnTo>
                    <a:pt x="1167998" y="0"/>
                  </a:lnTo>
                  <a:lnTo>
                    <a:pt x="1167998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87" name="Google Shape;87;p6"/>
            <p:cNvSpPr txBox="1"/>
            <p:nvPr/>
          </p:nvSpPr>
          <p:spPr>
            <a:xfrm>
              <a:off x="0" y="-38100"/>
              <a:ext cx="1167900" cy="220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88" name="Google Shape;88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44704" y="1229820"/>
            <a:ext cx="2736617" cy="27366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27692" y="1229820"/>
            <a:ext cx="2736617" cy="27366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10680" y="1229820"/>
            <a:ext cx="2736617" cy="27366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" name="Google Shape;91;p6"/>
          <p:cNvGrpSpPr/>
          <p:nvPr/>
        </p:nvGrpSpPr>
        <p:grpSpPr>
          <a:xfrm>
            <a:off x="2537473" y="510262"/>
            <a:ext cx="351079" cy="351079"/>
            <a:chOff x="0" y="0"/>
            <a:chExt cx="138697" cy="138697"/>
          </a:xfrm>
        </p:grpSpPr>
        <p:sp>
          <p:nvSpPr>
            <p:cNvPr id="92" name="Google Shape;92;p6"/>
            <p:cNvSpPr/>
            <p:nvPr/>
          </p:nvSpPr>
          <p:spPr>
            <a:xfrm>
              <a:off x="0" y="0"/>
              <a:ext cx="138697" cy="138697"/>
            </a:xfrm>
            <a:custGeom>
              <a:avLst/>
              <a:gdLst/>
              <a:ahLst/>
              <a:cxnLst/>
              <a:rect l="l" t="t" r="r" b="b"/>
              <a:pathLst>
                <a:path w="138697" h="138697" extrusionOk="0">
                  <a:moveTo>
                    <a:pt x="0" y="0"/>
                  </a:moveTo>
                  <a:lnTo>
                    <a:pt x="138697" y="0"/>
                  </a:lnTo>
                  <a:lnTo>
                    <a:pt x="138697" y="138697"/>
                  </a:lnTo>
                  <a:lnTo>
                    <a:pt x="0" y="138697"/>
                  </a:lnTo>
                  <a:close/>
                </a:path>
              </a:pathLst>
            </a:custGeom>
            <a:solidFill>
              <a:srgbClr val="0B6AE9"/>
            </a:solidFill>
            <a:ln>
              <a:noFill/>
            </a:ln>
          </p:spPr>
        </p:sp>
        <p:sp>
          <p:nvSpPr>
            <p:cNvPr id="93" name="Google Shape;93;p6"/>
            <p:cNvSpPr txBox="1"/>
            <p:nvPr/>
          </p:nvSpPr>
          <p:spPr>
            <a:xfrm>
              <a:off x="0" y="38100"/>
              <a:ext cx="138600" cy="10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0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" name="Google Shape;94;p6"/>
          <p:cNvGrpSpPr/>
          <p:nvPr/>
        </p:nvGrpSpPr>
        <p:grpSpPr>
          <a:xfrm>
            <a:off x="5920462" y="510262"/>
            <a:ext cx="351079" cy="351079"/>
            <a:chOff x="0" y="0"/>
            <a:chExt cx="138697" cy="138697"/>
          </a:xfrm>
        </p:grpSpPr>
        <p:sp>
          <p:nvSpPr>
            <p:cNvPr id="95" name="Google Shape;95;p6"/>
            <p:cNvSpPr/>
            <p:nvPr/>
          </p:nvSpPr>
          <p:spPr>
            <a:xfrm>
              <a:off x="0" y="0"/>
              <a:ext cx="138697" cy="138697"/>
            </a:xfrm>
            <a:custGeom>
              <a:avLst/>
              <a:gdLst/>
              <a:ahLst/>
              <a:cxnLst/>
              <a:rect l="l" t="t" r="r" b="b"/>
              <a:pathLst>
                <a:path w="138697" h="138697" extrusionOk="0">
                  <a:moveTo>
                    <a:pt x="0" y="0"/>
                  </a:moveTo>
                  <a:lnTo>
                    <a:pt x="138697" y="0"/>
                  </a:lnTo>
                  <a:lnTo>
                    <a:pt x="138697" y="138697"/>
                  </a:lnTo>
                  <a:lnTo>
                    <a:pt x="0" y="138697"/>
                  </a:lnTo>
                  <a:close/>
                </a:path>
              </a:pathLst>
            </a:custGeom>
            <a:solidFill>
              <a:srgbClr val="0B6AE9"/>
            </a:solidFill>
            <a:ln>
              <a:noFill/>
            </a:ln>
          </p:spPr>
        </p:sp>
        <p:sp>
          <p:nvSpPr>
            <p:cNvPr id="96" name="Google Shape;96;p6"/>
            <p:cNvSpPr txBox="1"/>
            <p:nvPr/>
          </p:nvSpPr>
          <p:spPr>
            <a:xfrm>
              <a:off x="0" y="38100"/>
              <a:ext cx="138600" cy="10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0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6"/>
          <p:cNvGrpSpPr/>
          <p:nvPr/>
        </p:nvGrpSpPr>
        <p:grpSpPr>
          <a:xfrm>
            <a:off x="9303450" y="510262"/>
            <a:ext cx="351079" cy="351079"/>
            <a:chOff x="0" y="0"/>
            <a:chExt cx="138697" cy="138697"/>
          </a:xfrm>
        </p:grpSpPr>
        <p:sp>
          <p:nvSpPr>
            <p:cNvPr id="98" name="Google Shape;98;p6"/>
            <p:cNvSpPr/>
            <p:nvPr/>
          </p:nvSpPr>
          <p:spPr>
            <a:xfrm>
              <a:off x="0" y="0"/>
              <a:ext cx="138697" cy="138697"/>
            </a:xfrm>
            <a:custGeom>
              <a:avLst/>
              <a:gdLst/>
              <a:ahLst/>
              <a:cxnLst/>
              <a:rect l="l" t="t" r="r" b="b"/>
              <a:pathLst>
                <a:path w="138697" h="138697" extrusionOk="0">
                  <a:moveTo>
                    <a:pt x="0" y="0"/>
                  </a:moveTo>
                  <a:lnTo>
                    <a:pt x="138697" y="0"/>
                  </a:lnTo>
                  <a:lnTo>
                    <a:pt x="138697" y="138697"/>
                  </a:lnTo>
                  <a:lnTo>
                    <a:pt x="0" y="138697"/>
                  </a:lnTo>
                  <a:close/>
                </a:path>
              </a:pathLst>
            </a:custGeom>
            <a:solidFill>
              <a:srgbClr val="0B6AE9"/>
            </a:solidFill>
            <a:ln>
              <a:noFill/>
            </a:ln>
          </p:spPr>
        </p:sp>
        <p:sp>
          <p:nvSpPr>
            <p:cNvPr id="99" name="Google Shape;99;p6"/>
            <p:cNvSpPr txBox="1"/>
            <p:nvPr/>
          </p:nvSpPr>
          <p:spPr>
            <a:xfrm>
              <a:off x="0" y="38100"/>
              <a:ext cx="138600" cy="10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0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0" name="Google Shape;100;p6"/>
          <p:cNvSpPr txBox="1">
            <a:spLocks noGrp="1"/>
          </p:cNvSpPr>
          <p:nvPr>
            <p:ph type="body" idx="1"/>
          </p:nvPr>
        </p:nvSpPr>
        <p:spPr>
          <a:xfrm>
            <a:off x="1437767" y="4644100"/>
            <a:ext cx="2532000" cy="129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304815" lvl="0" indent="-241312" algn="ctr">
              <a:spcBef>
                <a:spcPts val="427"/>
              </a:spcBef>
              <a:spcAft>
                <a:spcPts val="0"/>
              </a:spcAft>
              <a:buSzPts val="2100"/>
              <a:buChar char="•"/>
              <a:defRPr sz="1400"/>
            </a:lvl1pPr>
            <a:lvl2pPr marL="609630" lvl="1" indent="-241312" algn="ctr">
              <a:spcBef>
                <a:spcPts val="373"/>
              </a:spcBef>
              <a:spcAft>
                <a:spcPts val="0"/>
              </a:spcAft>
              <a:buSzPts val="2100"/>
              <a:buChar char="–"/>
              <a:defRPr/>
            </a:lvl2pPr>
            <a:lvl3pPr marL="914446" lvl="2" indent="-241312" algn="ctr">
              <a:spcBef>
                <a:spcPts val="320"/>
              </a:spcBef>
              <a:spcAft>
                <a:spcPts val="0"/>
              </a:spcAft>
              <a:buSzPts val="2100"/>
              <a:buChar char="•"/>
              <a:defRPr/>
            </a:lvl3pPr>
            <a:lvl4pPr marL="1219261" lvl="3" indent="-241312" algn="ctr">
              <a:spcBef>
                <a:spcPts val="267"/>
              </a:spcBef>
              <a:spcAft>
                <a:spcPts val="0"/>
              </a:spcAft>
              <a:buSzPts val="2100"/>
              <a:buChar char="–"/>
              <a:defRPr/>
            </a:lvl4pPr>
            <a:lvl5pPr marL="1524076" lvl="4" indent="-241312" algn="ctr">
              <a:spcBef>
                <a:spcPts val="267"/>
              </a:spcBef>
              <a:spcAft>
                <a:spcPts val="0"/>
              </a:spcAft>
              <a:buSzPts val="2100"/>
              <a:buChar char="»"/>
              <a:defRPr/>
            </a:lvl5pPr>
            <a:lvl6pPr marL="1828891" lvl="5" indent="-241312" algn="ctr">
              <a:spcBef>
                <a:spcPts val="267"/>
              </a:spcBef>
              <a:spcAft>
                <a:spcPts val="0"/>
              </a:spcAft>
              <a:buSzPts val="2100"/>
              <a:buChar char="•"/>
              <a:defRPr/>
            </a:lvl6pPr>
            <a:lvl7pPr marL="2133707" lvl="6" indent="-241312" algn="ctr">
              <a:spcBef>
                <a:spcPts val="267"/>
              </a:spcBef>
              <a:spcAft>
                <a:spcPts val="0"/>
              </a:spcAft>
              <a:buSzPts val="2100"/>
              <a:buChar char="•"/>
              <a:defRPr/>
            </a:lvl7pPr>
            <a:lvl8pPr marL="2438522" lvl="7" indent="-241312" algn="ctr">
              <a:spcBef>
                <a:spcPts val="267"/>
              </a:spcBef>
              <a:spcAft>
                <a:spcPts val="0"/>
              </a:spcAft>
              <a:buSzPts val="2100"/>
              <a:buChar char="•"/>
              <a:defRPr/>
            </a:lvl8pPr>
            <a:lvl9pPr marL="2743337" lvl="8" indent="-241312" algn="ctr">
              <a:spcBef>
                <a:spcPts val="267"/>
              </a:spcBef>
              <a:spcAft>
                <a:spcPts val="0"/>
              </a:spcAft>
              <a:buSzPts val="2100"/>
              <a:buChar char="•"/>
              <a:defRPr/>
            </a:lvl9pPr>
          </a:lstStyle>
          <a:p>
            <a:endParaRPr/>
          </a:p>
        </p:txBody>
      </p:sp>
      <p:sp>
        <p:nvSpPr>
          <p:cNvPr id="101" name="Google Shape;101;p6"/>
          <p:cNvSpPr txBox="1">
            <a:spLocks noGrp="1"/>
          </p:cNvSpPr>
          <p:nvPr>
            <p:ph type="body" idx="3"/>
          </p:nvPr>
        </p:nvSpPr>
        <p:spPr>
          <a:xfrm>
            <a:off x="4799671" y="4644100"/>
            <a:ext cx="2532000" cy="129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304815" lvl="0" indent="-241312" algn="ctr" rtl="0">
              <a:spcBef>
                <a:spcPts val="427"/>
              </a:spcBef>
              <a:spcAft>
                <a:spcPts val="0"/>
              </a:spcAft>
              <a:buSzPts val="2100"/>
              <a:buChar char="•"/>
              <a:defRPr sz="1400"/>
            </a:lvl1pPr>
            <a:lvl2pPr marL="609630" lvl="1" indent="-241312" algn="ctr" rtl="0">
              <a:spcBef>
                <a:spcPts val="373"/>
              </a:spcBef>
              <a:spcAft>
                <a:spcPts val="0"/>
              </a:spcAft>
              <a:buSzPts val="2100"/>
              <a:buChar char="–"/>
              <a:defRPr/>
            </a:lvl2pPr>
            <a:lvl3pPr marL="914446" lvl="2" indent="-241312" algn="ctr" rtl="0">
              <a:spcBef>
                <a:spcPts val="320"/>
              </a:spcBef>
              <a:spcAft>
                <a:spcPts val="0"/>
              </a:spcAft>
              <a:buSzPts val="2100"/>
              <a:buChar char="•"/>
              <a:defRPr/>
            </a:lvl3pPr>
            <a:lvl4pPr marL="1219261" lvl="3" indent="-241312" algn="ctr" rtl="0">
              <a:spcBef>
                <a:spcPts val="267"/>
              </a:spcBef>
              <a:spcAft>
                <a:spcPts val="0"/>
              </a:spcAft>
              <a:buSzPts val="2100"/>
              <a:buChar char="–"/>
              <a:defRPr/>
            </a:lvl4pPr>
            <a:lvl5pPr marL="1524076" lvl="4" indent="-241312" algn="ctr" rtl="0">
              <a:spcBef>
                <a:spcPts val="267"/>
              </a:spcBef>
              <a:spcAft>
                <a:spcPts val="0"/>
              </a:spcAft>
              <a:buSzPts val="2100"/>
              <a:buChar char="»"/>
              <a:defRPr/>
            </a:lvl5pPr>
            <a:lvl6pPr marL="1828891" lvl="5" indent="-241312" algn="ctr" rtl="0">
              <a:spcBef>
                <a:spcPts val="267"/>
              </a:spcBef>
              <a:spcAft>
                <a:spcPts val="0"/>
              </a:spcAft>
              <a:buSzPts val="2100"/>
              <a:buChar char="•"/>
              <a:defRPr/>
            </a:lvl6pPr>
            <a:lvl7pPr marL="2133707" lvl="6" indent="-241312" algn="ctr" rtl="0">
              <a:spcBef>
                <a:spcPts val="267"/>
              </a:spcBef>
              <a:spcAft>
                <a:spcPts val="0"/>
              </a:spcAft>
              <a:buSzPts val="2100"/>
              <a:buChar char="•"/>
              <a:defRPr/>
            </a:lvl7pPr>
            <a:lvl8pPr marL="2438522" lvl="7" indent="-241312" algn="ctr" rtl="0">
              <a:spcBef>
                <a:spcPts val="267"/>
              </a:spcBef>
              <a:spcAft>
                <a:spcPts val="0"/>
              </a:spcAft>
              <a:buSzPts val="2100"/>
              <a:buChar char="•"/>
              <a:defRPr/>
            </a:lvl8pPr>
            <a:lvl9pPr marL="2743337" lvl="8" indent="-241312" algn="ctr" rtl="0">
              <a:spcBef>
                <a:spcPts val="267"/>
              </a:spcBef>
              <a:spcAft>
                <a:spcPts val="0"/>
              </a:spcAft>
              <a:buSzPts val="210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6"/>
          <p:cNvSpPr txBox="1">
            <a:spLocks noGrp="1"/>
          </p:cNvSpPr>
          <p:nvPr>
            <p:ph type="body" idx="4"/>
          </p:nvPr>
        </p:nvSpPr>
        <p:spPr>
          <a:xfrm>
            <a:off x="8212375" y="4644100"/>
            <a:ext cx="2532000" cy="129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304815" lvl="0" indent="-241312" algn="ctr" rtl="0">
              <a:spcBef>
                <a:spcPts val="427"/>
              </a:spcBef>
              <a:spcAft>
                <a:spcPts val="0"/>
              </a:spcAft>
              <a:buSzPts val="2100"/>
              <a:buChar char="•"/>
              <a:defRPr sz="1400"/>
            </a:lvl1pPr>
            <a:lvl2pPr marL="609630" lvl="1" indent="-241312" algn="ctr" rtl="0">
              <a:spcBef>
                <a:spcPts val="373"/>
              </a:spcBef>
              <a:spcAft>
                <a:spcPts val="0"/>
              </a:spcAft>
              <a:buSzPts val="2100"/>
              <a:buChar char="–"/>
              <a:defRPr/>
            </a:lvl2pPr>
            <a:lvl3pPr marL="914446" lvl="2" indent="-241312" algn="ctr" rtl="0">
              <a:spcBef>
                <a:spcPts val="320"/>
              </a:spcBef>
              <a:spcAft>
                <a:spcPts val="0"/>
              </a:spcAft>
              <a:buSzPts val="2100"/>
              <a:buChar char="•"/>
              <a:defRPr/>
            </a:lvl3pPr>
            <a:lvl4pPr marL="1219261" lvl="3" indent="-241312" algn="ctr" rtl="0">
              <a:spcBef>
                <a:spcPts val="267"/>
              </a:spcBef>
              <a:spcAft>
                <a:spcPts val="0"/>
              </a:spcAft>
              <a:buSzPts val="2100"/>
              <a:buChar char="–"/>
              <a:defRPr/>
            </a:lvl4pPr>
            <a:lvl5pPr marL="1524076" lvl="4" indent="-241312" algn="ctr" rtl="0">
              <a:spcBef>
                <a:spcPts val="267"/>
              </a:spcBef>
              <a:spcAft>
                <a:spcPts val="0"/>
              </a:spcAft>
              <a:buSzPts val="2100"/>
              <a:buChar char="»"/>
              <a:defRPr/>
            </a:lvl5pPr>
            <a:lvl6pPr marL="1828891" lvl="5" indent="-241312" algn="ctr" rtl="0">
              <a:spcBef>
                <a:spcPts val="267"/>
              </a:spcBef>
              <a:spcAft>
                <a:spcPts val="0"/>
              </a:spcAft>
              <a:buSzPts val="2100"/>
              <a:buChar char="•"/>
              <a:defRPr/>
            </a:lvl6pPr>
            <a:lvl7pPr marL="2133707" lvl="6" indent="-241312" algn="ctr" rtl="0">
              <a:spcBef>
                <a:spcPts val="267"/>
              </a:spcBef>
              <a:spcAft>
                <a:spcPts val="0"/>
              </a:spcAft>
              <a:buSzPts val="2100"/>
              <a:buChar char="•"/>
              <a:defRPr/>
            </a:lvl7pPr>
            <a:lvl8pPr marL="2438522" lvl="7" indent="-241312" algn="ctr" rtl="0">
              <a:spcBef>
                <a:spcPts val="267"/>
              </a:spcBef>
              <a:spcAft>
                <a:spcPts val="0"/>
              </a:spcAft>
              <a:buSzPts val="2100"/>
              <a:buChar char="•"/>
              <a:defRPr/>
            </a:lvl8pPr>
            <a:lvl9pPr marL="2743337" lvl="8" indent="-241312" algn="ctr" rtl="0">
              <a:spcBef>
                <a:spcPts val="267"/>
              </a:spcBef>
              <a:spcAft>
                <a:spcPts val="0"/>
              </a:spcAft>
              <a:buSzPts val="21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6"/>
          <p:cNvSpPr txBox="1">
            <a:spLocks noGrp="1"/>
          </p:cNvSpPr>
          <p:nvPr>
            <p:ph type="subTitle" idx="5"/>
          </p:nvPr>
        </p:nvSpPr>
        <p:spPr>
          <a:xfrm>
            <a:off x="1501383" y="4007917"/>
            <a:ext cx="2379400" cy="40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427"/>
              </a:spcBef>
              <a:spcAft>
                <a:spcPts val="0"/>
              </a:spcAft>
              <a:buSzPts val="3200"/>
              <a:buFont typeface="Cardo"/>
              <a:buNone/>
              <a:defRPr sz="2133">
                <a:latin typeface="Cardo"/>
                <a:ea typeface="Cardo"/>
                <a:cs typeface="Cardo"/>
                <a:sym typeface="Cardo"/>
              </a:defRPr>
            </a:lvl1pPr>
            <a:lvl2pPr lvl="1">
              <a:spcBef>
                <a:spcPts val="373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320"/>
              </a:spcBef>
              <a:spcAft>
                <a:spcPts val="0"/>
              </a:spcAft>
              <a:buSzPts val="2100"/>
              <a:buNone/>
              <a:defRPr/>
            </a:lvl3pPr>
            <a:lvl4pPr lvl="3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4pPr>
            <a:lvl5pPr lvl="4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5pPr>
            <a:lvl6pPr lvl="5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6pPr>
            <a:lvl7pPr lvl="6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7pPr>
            <a:lvl8pPr lvl="7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8pPr>
            <a:lvl9pPr lvl="8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6"/>
          <p:cNvSpPr txBox="1">
            <a:spLocks noGrp="1"/>
          </p:cNvSpPr>
          <p:nvPr>
            <p:ph type="subTitle" idx="6"/>
          </p:nvPr>
        </p:nvSpPr>
        <p:spPr>
          <a:xfrm>
            <a:off x="4906309" y="4007917"/>
            <a:ext cx="2379400" cy="40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427"/>
              </a:spcBef>
              <a:spcAft>
                <a:spcPts val="0"/>
              </a:spcAft>
              <a:buSzPts val="3200"/>
              <a:buFont typeface="Cardo"/>
              <a:buNone/>
              <a:defRPr sz="2133">
                <a:latin typeface="Cardo"/>
                <a:ea typeface="Cardo"/>
                <a:cs typeface="Cardo"/>
                <a:sym typeface="Cardo"/>
              </a:defRPr>
            </a:lvl1pPr>
            <a:lvl2pPr lvl="1" rtl="0">
              <a:spcBef>
                <a:spcPts val="373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320"/>
              </a:spcBef>
              <a:spcAft>
                <a:spcPts val="0"/>
              </a:spcAft>
              <a:buSzPts val="2100"/>
              <a:buNone/>
              <a:defRPr/>
            </a:lvl3pPr>
            <a:lvl4pPr lvl="3" rtl="0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4pPr>
            <a:lvl5pPr lvl="4" rtl="0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5pPr>
            <a:lvl6pPr lvl="5" rtl="0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6pPr>
            <a:lvl7pPr lvl="6" rtl="0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7pPr>
            <a:lvl8pPr lvl="7" rtl="0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8pPr>
            <a:lvl9pPr lvl="8" rtl="0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6"/>
          <p:cNvSpPr txBox="1">
            <a:spLocks noGrp="1"/>
          </p:cNvSpPr>
          <p:nvPr>
            <p:ph type="subTitle" idx="7"/>
          </p:nvPr>
        </p:nvSpPr>
        <p:spPr>
          <a:xfrm>
            <a:off x="8311225" y="4007917"/>
            <a:ext cx="2379400" cy="40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427"/>
              </a:spcBef>
              <a:spcAft>
                <a:spcPts val="0"/>
              </a:spcAft>
              <a:buSzPts val="3200"/>
              <a:buFont typeface="Cardo"/>
              <a:buNone/>
              <a:defRPr sz="2133">
                <a:latin typeface="Cardo"/>
                <a:ea typeface="Cardo"/>
                <a:cs typeface="Cardo"/>
                <a:sym typeface="Cardo"/>
              </a:defRPr>
            </a:lvl1pPr>
            <a:lvl2pPr lvl="1" rtl="0">
              <a:spcBef>
                <a:spcPts val="373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320"/>
              </a:spcBef>
              <a:spcAft>
                <a:spcPts val="0"/>
              </a:spcAft>
              <a:buSzPts val="2100"/>
              <a:buNone/>
              <a:defRPr/>
            </a:lvl3pPr>
            <a:lvl4pPr lvl="3" rtl="0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4pPr>
            <a:lvl5pPr lvl="4" rtl="0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5pPr>
            <a:lvl6pPr lvl="5" rtl="0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6pPr>
            <a:lvl7pPr lvl="6" rtl="0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7pPr>
            <a:lvl8pPr lvl="7" rtl="0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8pPr>
            <a:lvl9pPr lvl="8" rtl="0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151323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Page">
  <p:cSld name="Cover Page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7"/>
          <p:cNvGrpSpPr/>
          <p:nvPr/>
        </p:nvGrpSpPr>
        <p:grpSpPr>
          <a:xfrm>
            <a:off x="0" y="4704159"/>
            <a:ext cx="12192079" cy="2153855"/>
            <a:chOff x="0" y="-38100"/>
            <a:chExt cx="4816592" cy="850900"/>
          </a:xfrm>
        </p:grpSpPr>
        <p:sp>
          <p:nvSpPr>
            <p:cNvPr id="108" name="Google Shape;108;p7"/>
            <p:cNvSpPr/>
            <p:nvPr/>
          </p:nvSpPr>
          <p:spPr>
            <a:xfrm>
              <a:off x="0" y="0"/>
              <a:ext cx="4816592" cy="812800"/>
            </a:xfrm>
            <a:custGeom>
              <a:avLst/>
              <a:gdLst/>
              <a:ahLst/>
              <a:cxnLst/>
              <a:rect l="l" t="t" r="r" b="b"/>
              <a:pathLst>
                <a:path w="4816592" h="812800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</p:sp>
        <p:sp>
          <p:nvSpPr>
            <p:cNvPr id="109" name="Google Shape;109;p7"/>
            <p:cNvSpPr txBox="1"/>
            <p:nvPr/>
          </p:nvSpPr>
          <p:spPr>
            <a:xfrm>
              <a:off x="0" y="-38100"/>
              <a:ext cx="4816500" cy="85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0" name="Google Shape;110;p7"/>
          <p:cNvGrpSpPr/>
          <p:nvPr/>
        </p:nvGrpSpPr>
        <p:grpSpPr>
          <a:xfrm>
            <a:off x="4406891" y="589359"/>
            <a:ext cx="7242207" cy="5582962"/>
            <a:chOff x="0" y="-38100"/>
            <a:chExt cx="2861100" cy="2205600"/>
          </a:xfrm>
        </p:grpSpPr>
        <p:sp>
          <p:nvSpPr>
            <p:cNvPr id="111" name="Google Shape;111;p7"/>
            <p:cNvSpPr/>
            <p:nvPr/>
          </p:nvSpPr>
          <p:spPr>
            <a:xfrm>
              <a:off x="0" y="0"/>
              <a:ext cx="2861035" cy="2167467"/>
            </a:xfrm>
            <a:custGeom>
              <a:avLst/>
              <a:gdLst/>
              <a:ahLst/>
              <a:cxnLst/>
              <a:rect l="l" t="t" r="r" b="b"/>
              <a:pathLst>
                <a:path w="2861035" h="2167467" extrusionOk="0">
                  <a:moveTo>
                    <a:pt x="0" y="0"/>
                  </a:moveTo>
                  <a:lnTo>
                    <a:pt x="2861035" y="0"/>
                  </a:lnTo>
                  <a:lnTo>
                    <a:pt x="286103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2" name="Google Shape;112;p7"/>
            <p:cNvSpPr txBox="1"/>
            <p:nvPr/>
          </p:nvSpPr>
          <p:spPr>
            <a:xfrm>
              <a:off x="0" y="-38100"/>
              <a:ext cx="2861100" cy="220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3" name="Google Shape;113;p7"/>
          <p:cNvGrpSpPr/>
          <p:nvPr/>
        </p:nvGrpSpPr>
        <p:grpSpPr>
          <a:xfrm>
            <a:off x="11004103" y="5637322"/>
            <a:ext cx="384246" cy="384246"/>
            <a:chOff x="0" y="0"/>
            <a:chExt cx="151800" cy="151800"/>
          </a:xfrm>
        </p:grpSpPr>
        <p:sp>
          <p:nvSpPr>
            <p:cNvPr id="114" name="Google Shape;114;p7"/>
            <p:cNvSpPr/>
            <p:nvPr/>
          </p:nvSpPr>
          <p:spPr>
            <a:xfrm>
              <a:off x="0" y="0"/>
              <a:ext cx="151687" cy="151687"/>
            </a:xfrm>
            <a:custGeom>
              <a:avLst/>
              <a:gdLst/>
              <a:ahLst/>
              <a:cxnLst/>
              <a:rect l="l" t="t" r="r" b="b"/>
              <a:pathLst>
                <a:path w="151687" h="151687" extrusionOk="0">
                  <a:moveTo>
                    <a:pt x="0" y="0"/>
                  </a:moveTo>
                  <a:lnTo>
                    <a:pt x="151687" y="0"/>
                  </a:lnTo>
                  <a:lnTo>
                    <a:pt x="151687" y="151687"/>
                  </a:lnTo>
                  <a:lnTo>
                    <a:pt x="0" y="151687"/>
                  </a:lnTo>
                  <a:close/>
                </a:path>
              </a:pathLst>
            </a:custGeom>
            <a:solidFill>
              <a:srgbClr val="0B6AE9"/>
            </a:solidFill>
            <a:ln>
              <a:noFill/>
            </a:ln>
          </p:spPr>
        </p:sp>
        <p:sp>
          <p:nvSpPr>
            <p:cNvPr id="115" name="Google Shape;115;p7"/>
            <p:cNvSpPr txBox="1"/>
            <p:nvPr/>
          </p:nvSpPr>
          <p:spPr>
            <a:xfrm>
              <a:off x="0" y="38100"/>
              <a:ext cx="151800" cy="11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0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6" name="Google Shape;116;p7"/>
          <p:cNvGrpSpPr/>
          <p:nvPr/>
        </p:nvGrpSpPr>
        <p:grpSpPr>
          <a:xfrm>
            <a:off x="10383398" y="5637322"/>
            <a:ext cx="384246" cy="384246"/>
            <a:chOff x="0" y="0"/>
            <a:chExt cx="151800" cy="151800"/>
          </a:xfrm>
        </p:grpSpPr>
        <p:sp>
          <p:nvSpPr>
            <p:cNvPr id="117" name="Google Shape;117;p7"/>
            <p:cNvSpPr/>
            <p:nvPr/>
          </p:nvSpPr>
          <p:spPr>
            <a:xfrm>
              <a:off x="0" y="0"/>
              <a:ext cx="151687" cy="151687"/>
            </a:xfrm>
            <a:custGeom>
              <a:avLst/>
              <a:gdLst/>
              <a:ahLst/>
              <a:cxnLst/>
              <a:rect l="l" t="t" r="r" b="b"/>
              <a:pathLst>
                <a:path w="151687" h="151687" extrusionOk="0">
                  <a:moveTo>
                    <a:pt x="0" y="0"/>
                  </a:moveTo>
                  <a:lnTo>
                    <a:pt x="151687" y="0"/>
                  </a:lnTo>
                  <a:lnTo>
                    <a:pt x="151687" y="151687"/>
                  </a:lnTo>
                  <a:lnTo>
                    <a:pt x="0" y="151687"/>
                  </a:lnTo>
                  <a:close/>
                </a:path>
              </a:pathLst>
            </a:custGeom>
            <a:solidFill>
              <a:srgbClr val="0B6AE9"/>
            </a:solidFill>
            <a:ln>
              <a:noFill/>
            </a:ln>
          </p:spPr>
        </p:sp>
        <p:sp>
          <p:nvSpPr>
            <p:cNvPr id="118" name="Google Shape;118;p7"/>
            <p:cNvSpPr txBox="1"/>
            <p:nvPr/>
          </p:nvSpPr>
          <p:spPr>
            <a:xfrm>
              <a:off x="0" y="38100"/>
              <a:ext cx="151800" cy="11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0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9" name="Google Shape;119;p7"/>
          <p:cNvGrpSpPr/>
          <p:nvPr/>
        </p:nvGrpSpPr>
        <p:grpSpPr>
          <a:xfrm>
            <a:off x="9762693" y="5637322"/>
            <a:ext cx="384246" cy="384246"/>
            <a:chOff x="0" y="0"/>
            <a:chExt cx="151800" cy="151800"/>
          </a:xfrm>
        </p:grpSpPr>
        <p:sp>
          <p:nvSpPr>
            <p:cNvPr id="120" name="Google Shape;120;p7"/>
            <p:cNvSpPr/>
            <p:nvPr/>
          </p:nvSpPr>
          <p:spPr>
            <a:xfrm>
              <a:off x="0" y="0"/>
              <a:ext cx="151687" cy="151687"/>
            </a:xfrm>
            <a:custGeom>
              <a:avLst/>
              <a:gdLst/>
              <a:ahLst/>
              <a:cxnLst/>
              <a:rect l="l" t="t" r="r" b="b"/>
              <a:pathLst>
                <a:path w="151687" h="151687" extrusionOk="0">
                  <a:moveTo>
                    <a:pt x="0" y="0"/>
                  </a:moveTo>
                  <a:lnTo>
                    <a:pt x="151687" y="0"/>
                  </a:lnTo>
                  <a:lnTo>
                    <a:pt x="151687" y="151687"/>
                  </a:lnTo>
                  <a:lnTo>
                    <a:pt x="0" y="151687"/>
                  </a:lnTo>
                  <a:close/>
                </a:path>
              </a:pathLst>
            </a:custGeom>
            <a:solidFill>
              <a:srgbClr val="0B6AE9"/>
            </a:solidFill>
            <a:ln>
              <a:noFill/>
            </a:ln>
          </p:spPr>
        </p:sp>
        <p:sp>
          <p:nvSpPr>
            <p:cNvPr id="121" name="Google Shape;121;p7"/>
            <p:cNvSpPr txBox="1"/>
            <p:nvPr/>
          </p:nvSpPr>
          <p:spPr>
            <a:xfrm>
              <a:off x="0" y="38100"/>
              <a:ext cx="151800" cy="11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0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2" name="Google Shape;122;p7"/>
          <p:cNvSpPr txBox="1">
            <a:spLocks noGrp="1"/>
          </p:cNvSpPr>
          <p:nvPr>
            <p:ph type="subTitle" idx="1"/>
          </p:nvPr>
        </p:nvSpPr>
        <p:spPr>
          <a:xfrm>
            <a:off x="4822233" y="4865483"/>
            <a:ext cx="4211600" cy="57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427"/>
              </a:spcBef>
              <a:spcAft>
                <a:spcPts val="0"/>
              </a:spcAft>
              <a:buSzPts val="5500"/>
              <a:buNone/>
              <a:defRPr/>
            </a:lvl1pPr>
            <a:lvl2pPr lvl="1">
              <a:spcBef>
                <a:spcPts val="373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320"/>
              </a:spcBef>
              <a:spcAft>
                <a:spcPts val="0"/>
              </a:spcAft>
              <a:buSzPts val="2100"/>
              <a:buNone/>
              <a:defRPr/>
            </a:lvl3pPr>
            <a:lvl4pPr lvl="3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4pPr>
            <a:lvl5pPr lvl="4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5pPr>
            <a:lvl6pPr lvl="5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6pPr>
            <a:lvl7pPr lvl="6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7pPr>
            <a:lvl8pPr lvl="7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8pPr>
            <a:lvl9pPr lvl="8">
              <a:spcBef>
                <a:spcPts val="267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7"/>
          <p:cNvSpPr txBox="1">
            <a:spLocks noGrp="1"/>
          </p:cNvSpPr>
          <p:nvPr>
            <p:ph type="title"/>
          </p:nvPr>
        </p:nvSpPr>
        <p:spPr>
          <a:xfrm>
            <a:off x="4822233" y="2180817"/>
            <a:ext cx="6081800" cy="2153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7"/>
          <p:cNvSpPr txBox="1">
            <a:spLocks noGrp="1"/>
          </p:cNvSpPr>
          <p:nvPr>
            <p:ph type="body" idx="2"/>
          </p:nvPr>
        </p:nvSpPr>
        <p:spPr>
          <a:xfrm>
            <a:off x="4898567" y="895733"/>
            <a:ext cx="2112200" cy="31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304815" lvl="0" indent="-241312">
              <a:spcBef>
                <a:spcPts val="427"/>
              </a:spcBef>
              <a:spcAft>
                <a:spcPts val="0"/>
              </a:spcAft>
              <a:buSzPts val="2100"/>
              <a:buChar char="•"/>
              <a:defRPr sz="1400"/>
            </a:lvl1pPr>
            <a:lvl2pPr marL="609630" lvl="1" indent="-241312">
              <a:spcBef>
                <a:spcPts val="373"/>
              </a:spcBef>
              <a:spcAft>
                <a:spcPts val="0"/>
              </a:spcAft>
              <a:buSzPts val="2100"/>
              <a:buChar char="–"/>
              <a:defRPr/>
            </a:lvl2pPr>
            <a:lvl3pPr marL="914446" lvl="2" indent="-241312">
              <a:spcBef>
                <a:spcPts val="320"/>
              </a:spcBef>
              <a:spcAft>
                <a:spcPts val="0"/>
              </a:spcAft>
              <a:buSzPts val="2100"/>
              <a:buChar char="•"/>
              <a:defRPr/>
            </a:lvl3pPr>
            <a:lvl4pPr marL="1219261" lvl="3" indent="-241312">
              <a:spcBef>
                <a:spcPts val="267"/>
              </a:spcBef>
              <a:spcAft>
                <a:spcPts val="0"/>
              </a:spcAft>
              <a:buSzPts val="2100"/>
              <a:buChar char="–"/>
              <a:defRPr/>
            </a:lvl4pPr>
            <a:lvl5pPr marL="1524076" lvl="4" indent="-241312">
              <a:spcBef>
                <a:spcPts val="267"/>
              </a:spcBef>
              <a:spcAft>
                <a:spcPts val="0"/>
              </a:spcAft>
              <a:buSzPts val="2100"/>
              <a:buChar char="»"/>
              <a:defRPr/>
            </a:lvl5pPr>
            <a:lvl6pPr marL="1828891" lvl="5" indent="-241312">
              <a:spcBef>
                <a:spcPts val="267"/>
              </a:spcBef>
              <a:spcAft>
                <a:spcPts val="0"/>
              </a:spcAft>
              <a:buSzPts val="2100"/>
              <a:buChar char="•"/>
              <a:defRPr/>
            </a:lvl6pPr>
            <a:lvl7pPr marL="2133707" lvl="6" indent="-241312">
              <a:spcBef>
                <a:spcPts val="267"/>
              </a:spcBef>
              <a:spcAft>
                <a:spcPts val="0"/>
              </a:spcAft>
              <a:buSzPts val="2100"/>
              <a:buChar char="•"/>
              <a:defRPr/>
            </a:lvl7pPr>
            <a:lvl8pPr marL="2438522" lvl="7" indent="-241312">
              <a:spcBef>
                <a:spcPts val="267"/>
              </a:spcBef>
              <a:spcAft>
                <a:spcPts val="0"/>
              </a:spcAft>
              <a:buSzPts val="2100"/>
              <a:buChar char="•"/>
              <a:defRPr/>
            </a:lvl8pPr>
            <a:lvl9pPr marL="2743337" lvl="8" indent="-241312">
              <a:spcBef>
                <a:spcPts val="267"/>
              </a:spcBef>
              <a:spcAft>
                <a:spcPts val="0"/>
              </a:spcAft>
              <a:buSzPts val="21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7"/>
          <p:cNvSpPr txBox="1">
            <a:spLocks noGrp="1"/>
          </p:cNvSpPr>
          <p:nvPr>
            <p:ph type="body" idx="3"/>
          </p:nvPr>
        </p:nvSpPr>
        <p:spPr>
          <a:xfrm>
            <a:off x="9224400" y="895733"/>
            <a:ext cx="2112200" cy="31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304815" lvl="0" indent="-241312" algn="r" rtl="0">
              <a:spcBef>
                <a:spcPts val="427"/>
              </a:spcBef>
              <a:spcAft>
                <a:spcPts val="0"/>
              </a:spcAft>
              <a:buSzPts val="2100"/>
              <a:buChar char="•"/>
              <a:defRPr sz="1400"/>
            </a:lvl1pPr>
            <a:lvl2pPr marL="609630" lvl="1" indent="-241312" algn="r" rtl="0">
              <a:spcBef>
                <a:spcPts val="373"/>
              </a:spcBef>
              <a:spcAft>
                <a:spcPts val="0"/>
              </a:spcAft>
              <a:buSzPts val="2100"/>
              <a:buChar char="–"/>
              <a:defRPr/>
            </a:lvl2pPr>
            <a:lvl3pPr marL="914446" lvl="2" indent="-241312" algn="r" rtl="0">
              <a:spcBef>
                <a:spcPts val="320"/>
              </a:spcBef>
              <a:spcAft>
                <a:spcPts val="0"/>
              </a:spcAft>
              <a:buSzPts val="2100"/>
              <a:buChar char="•"/>
              <a:defRPr/>
            </a:lvl3pPr>
            <a:lvl4pPr marL="1219261" lvl="3" indent="-241312" algn="r" rtl="0">
              <a:spcBef>
                <a:spcPts val="267"/>
              </a:spcBef>
              <a:spcAft>
                <a:spcPts val="0"/>
              </a:spcAft>
              <a:buSzPts val="2100"/>
              <a:buChar char="–"/>
              <a:defRPr/>
            </a:lvl4pPr>
            <a:lvl5pPr marL="1524076" lvl="4" indent="-241312" algn="r" rtl="0">
              <a:spcBef>
                <a:spcPts val="267"/>
              </a:spcBef>
              <a:spcAft>
                <a:spcPts val="0"/>
              </a:spcAft>
              <a:buSzPts val="2100"/>
              <a:buChar char="»"/>
              <a:defRPr/>
            </a:lvl5pPr>
            <a:lvl6pPr marL="1828891" lvl="5" indent="-241312" algn="r" rtl="0">
              <a:spcBef>
                <a:spcPts val="267"/>
              </a:spcBef>
              <a:spcAft>
                <a:spcPts val="0"/>
              </a:spcAft>
              <a:buSzPts val="2100"/>
              <a:buChar char="•"/>
              <a:defRPr/>
            </a:lvl6pPr>
            <a:lvl7pPr marL="2133707" lvl="6" indent="-241312" algn="r" rtl="0">
              <a:spcBef>
                <a:spcPts val="267"/>
              </a:spcBef>
              <a:spcAft>
                <a:spcPts val="0"/>
              </a:spcAft>
              <a:buSzPts val="2100"/>
              <a:buChar char="•"/>
              <a:defRPr/>
            </a:lvl7pPr>
            <a:lvl8pPr marL="2438522" lvl="7" indent="-241312" algn="r" rtl="0">
              <a:spcBef>
                <a:spcPts val="267"/>
              </a:spcBef>
              <a:spcAft>
                <a:spcPts val="0"/>
              </a:spcAft>
              <a:buSzPts val="2100"/>
              <a:buChar char="•"/>
              <a:defRPr/>
            </a:lvl8pPr>
            <a:lvl9pPr marL="2743337" lvl="8" indent="-241312" algn="r" rtl="0">
              <a:spcBef>
                <a:spcPts val="267"/>
              </a:spcBef>
              <a:spcAft>
                <a:spcPts val="0"/>
              </a:spcAft>
              <a:buSzPts val="21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7"/>
          <p:cNvSpPr>
            <a:spLocks noGrp="1"/>
          </p:cNvSpPr>
          <p:nvPr>
            <p:ph type="pic" idx="4"/>
          </p:nvPr>
        </p:nvSpPr>
        <p:spPr>
          <a:xfrm>
            <a:off x="508950" y="692167"/>
            <a:ext cx="3639000" cy="5480200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7981751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"/>
          <p:cNvSpPr txBox="1"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8"/>
          <p:cNvSpPr txBox="1"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30" name="Google Shape;130;p8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8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8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5648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9"/>
          <p:cNvSpPr txBox="1"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630" lvl="1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914446" lvl="2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261" lvl="3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1524076" lvl="4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1828891" lvl="5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707" lvl="6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522" lvl="7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3337" lvl="8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p9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9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9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5918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"/>
          <p:cNvSpPr txBox="1"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2667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10"/>
          <p:cNvSpPr txBox="1"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04815" lvl="0" indent="-152408" algn="l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1333">
                <a:solidFill>
                  <a:srgbClr val="888888"/>
                </a:solidFill>
              </a:defRPr>
            </a:lvl1pPr>
            <a:lvl2pPr marL="609630" lvl="1" indent="-152408" algn="l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200">
                <a:solidFill>
                  <a:srgbClr val="888888"/>
                </a:solidFill>
              </a:defRPr>
            </a:lvl2pPr>
            <a:lvl3pPr marL="914446" lvl="2" indent="-152408" algn="l">
              <a:spcBef>
                <a:spcPts val="213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067">
                <a:solidFill>
                  <a:srgbClr val="888888"/>
                </a:solidFill>
              </a:defRPr>
            </a:lvl3pPr>
            <a:lvl4pPr marL="1219261" lvl="3" indent="-152408" algn="l"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933">
                <a:solidFill>
                  <a:srgbClr val="888888"/>
                </a:solidFill>
              </a:defRPr>
            </a:lvl4pPr>
            <a:lvl5pPr marL="1524076" lvl="4" indent="-152408" algn="l"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933">
                <a:solidFill>
                  <a:srgbClr val="888888"/>
                </a:solidFill>
              </a:defRPr>
            </a:lvl5pPr>
            <a:lvl6pPr marL="1828891" lvl="5" indent="-152408" algn="l"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933">
                <a:solidFill>
                  <a:srgbClr val="888888"/>
                </a:solidFill>
              </a:defRPr>
            </a:lvl6pPr>
            <a:lvl7pPr marL="2133707" lvl="6" indent="-152408" algn="l"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933">
                <a:solidFill>
                  <a:srgbClr val="888888"/>
                </a:solidFill>
              </a:defRPr>
            </a:lvl7pPr>
            <a:lvl8pPr marL="2438522" lvl="7" indent="-152408" algn="l"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933">
                <a:solidFill>
                  <a:srgbClr val="888888"/>
                </a:solidFill>
              </a:defRPr>
            </a:lvl8pPr>
            <a:lvl9pPr marL="2743337" lvl="8" indent="-152408" algn="l"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933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2" name="Google Shape;142;p10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10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10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6164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11"/>
          <p:cNvSpPr txBox="1">
            <a:spLocks noGrp="1"/>
          </p:cNvSpPr>
          <p:nvPr>
            <p:ph type="body" idx="1"/>
          </p:nvPr>
        </p:nvSpPr>
        <p:spPr>
          <a:xfrm>
            <a:off x="304800" y="1066800"/>
            <a:ext cx="2692400" cy="3017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70947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1867"/>
            </a:lvl1pPr>
            <a:lvl2pPr marL="609630" lvl="1" indent="-254013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1600"/>
            </a:lvl2pPr>
            <a:lvl3pPr marL="914446" lvl="2" indent="-237079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333"/>
            </a:lvl3pPr>
            <a:lvl4pPr marL="1219261" lvl="3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200"/>
            </a:lvl4pPr>
            <a:lvl5pPr marL="1524076" lvl="4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200"/>
            </a:lvl5pPr>
            <a:lvl6pPr marL="1828891" lvl="5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200"/>
            </a:lvl6pPr>
            <a:lvl7pPr marL="2133707" lvl="6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200"/>
            </a:lvl7pPr>
            <a:lvl8pPr marL="2438522" lvl="7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200"/>
            </a:lvl8pPr>
            <a:lvl9pPr marL="2743337" lvl="8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200"/>
            </a:lvl9pPr>
          </a:lstStyle>
          <a:p>
            <a:endParaRPr/>
          </a:p>
        </p:txBody>
      </p:sp>
      <p:sp>
        <p:nvSpPr>
          <p:cNvPr id="148" name="Google Shape;148;p11"/>
          <p:cNvSpPr txBox="1">
            <a:spLocks noGrp="1"/>
          </p:cNvSpPr>
          <p:nvPr>
            <p:ph type="body" idx="2"/>
          </p:nvPr>
        </p:nvSpPr>
        <p:spPr>
          <a:xfrm>
            <a:off x="3098800" y="1066800"/>
            <a:ext cx="2692400" cy="3017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70947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1867"/>
            </a:lvl1pPr>
            <a:lvl2pPr marL="609630" lvl="1" indent="-254013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1600"/>
            </a:lvl2pPr>
            <a:lvl3pPr marL="914446" lvl="2" indent="-237079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333"/>
            </a:lvl3pPr>
            <a:lvl4pPr marL="1219261" lvl="3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200"/>
            </a:lvl4pPr>
            <a:lvl5pPr marL="1524076" lvl="4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200"/>
            </a:lvl5pPr>
            <a:lvl6pPr marL="1828891" lvl="5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200"/>
            </a:lvl6pPr>
            <a:lvl7pPr marL="2133707" lvl="6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200"/>
            </a:lvl7pPr>
            <a:lvl8pPr marL="2438522" lvl="7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200"/>
            </a:lvl8pPr>
            <a:lvl9pPr marL="2743337" lvl="8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200"/>
            </a:lvl9pPr>
          </a:lstStyle>
          <a:p>
            <a:endParaRPr/>
          </a:p>
        </p:txBody>
      </p:sp>
      <p:sp>
        <p:nvSpPr>
          <p:cNvPr id="149" name="Google Shape;149;p11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11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11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9349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2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12"/>
          <p:cNvSpPr txBox="1"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04815" lvl="0" indent="-152408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1pPr>
            <a:lvl2pPr marL="609630" lvl="1" indent="-152408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333" b="1"/>
            </a:lvl2pPr>
            <a:lvl3pPr marL="914446" lvl="2" indent="-152408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200" b="1"/>
            </a:lvl3pPr>
            <a:lvl4pPr marL="1219261" lvl="3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4pPr>
            <a:lvl5pPr marL="1524076" lvl="4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5pPr>
            <a:lvl6pPr marL="1828891" lvl="5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6pPr>
            <a:lvl7pPr marL="2133707" lvl="6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7pPr>
            <a:lvl8pPr marL="2438522" lvl="7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8pPr>
            <a:lvl9pPr marL="2743337" lvl="8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9pPr>
          </a:lstStyle>
          <a:p>
            <a:endParaRPr/>
          </a:p>
        </p:txBody>
      </p:sp>
      <p:sp>
        <p:nvSpPr>
          <p:cNvPr id="155" name="Google Shape;155;p12"/>
          <p:cNvSpPr txBox="1">
            <a:spLocks noGrp="1"/>
          </p:cNvSpPr>
          <p:nvPr>
            <p:ph type="body" idx="2"/>
          </p:nvPr>
        </p:nvSpPr>
        <p:spPr>
          <a:xfrm>
            <a:off x="304800" y="1449917"/>
            <a:ext cx="2693459" cy="2634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54013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600"/>
            </a:lvl1pPr>
            <a:lvl2pPr marL="609630" lvl="1" indent="-237079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1333"/>
            </a:lvl2pPr>
            <a:lvl3pPr marL="914446" lvl="2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200"/>
            </a:lvl3pPr>
            <a:lvl4pPr marL="1219261" lvl="3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067"/>
            </a:lvl4pPr>
            <a:lvl5pPr marL="1524076" lvl="4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067"/>
            </a:lvl5pPr>
            <a:lvl6pPr marL="1828891" lvl="5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067"/>
            </a:lvl6pPr>
            <a:lvl7pPr marL="2133707" lvl="6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067"/>
            </a:lvl7pPr>
            <a:lvl8pPr marL="2438522" lvl="7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067"/>
            </a:lvl8pPr>
            <a:lvl9pPr marL="2743337" lvl="8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067"/>
            </a:lvl9pPr>
          </a:lstStyle>
          <a:p>
            <a:endParaRPr/>
          </a:p>
        </p:txBody>
      </p:sp>
      <p:sp>
        <p:nvSpPr>
          <p:cNvPr id="156" name="Google Shape;156;p12"/>
          <p:cNvSpPr txBox="1">
            <a:spLocks noGrp="1"/>
          </p:cNvSpPr>
          <p:nvPr>
            <p:ph type="body" idx="3"/>
          </p:nvPr>
        </p:nvSpPr>
        <p:spPr>
          <a:xfrm>
            <a:off x="3096684" y="1023409"/>
            <a:ext cx="2694517" cy="426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04815" lvl="0" indent="-152408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1pPr>
            <a:lvl2pPr marL="609630" lvl="1" indent="-152408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333" b="1"/>
            </a:lvl2pPr>
            <a:lvl3pPr marL="914446" lvl="2" indent="-152408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200" b="1"/>
            </a:lvl3pPr>
            <a:lvl4pPr marL="1219261" lvl="3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4pPr>
            <a:lvl5pPr marL="1524076" lvl="4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5pPr>
            <a:lvl6pPr marL="1828891" lvl="5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6pPr>
            <a:lvl7pPr marL="2133707" lvl="6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7pPr>
            <a:lvl8pPr marL="2438522" lvl="7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8pPr>
            <a:lvl9pPr marL="2743337" lvl="8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9pPr>
          </a:lstStyle>
          <a:p>
            <a:endParaRPr/>
          </a:p>
        </p:txBody>
      </p:sp>
      <p:sp>
        <p:nvSpPr>
          <p:cNvPr id="157" name="Google Shape;157;p12"/>
          <p:cNvSpPr txBox="1">
            <a:spLocks noGrp="1"/>
          </p:cNvSpPr>
          <p:nvPr>
            <p:ph type="body" idx="4"/>
          </p:nvPr>
        </p:nvSpPr>
        <p:spPr>
          <a:xfrm>
            <a:off x="3096684" y="1449917"/>
            <a:ext cx="2694517" cy="2634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54013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600"/>
            </a:lvl1pPr>
            <a:lvl2pPr marL="609630" lvl="1" indent="-237079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1333"/>
            </a:lvl2pPr>
            <a:lvl3pPr marL="914446" lvl="2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200"/>
            </a:lvl3pPr>
            <a:lvl4pPr marL="1219261" lvl="3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067"/>
            </a:lvl4pPr>
            <a:lvl5pPr marL="1524076" lvl="4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067"/>
            </a:lvl5pPr>
            <a:lvl6pPr marL="1828891" lvl="5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067"/>
            </a:lvl6pPr>
            <a:lvl7pPr marL="2133707" lvl="6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067"/>
            </a:lvl7pPr>
            <a:lvl8pPr marL="2438522" lvl="7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067"/>
            </a:lvl8pPr>
            <a:lvl9pPr marL="2743337" lvl="8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067"/>
            </a:lvl9pPr>
          </a:lstStyle>
          <a:p>
            <a:endParaRPr/>
          </a:p>
        </p:txBody>
      </p:sp>
      <p:sp>
        <p:nvSpPr>
          <p:cNvPr id="158" name="Google Shape;158;p12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12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12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9078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3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13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13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13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38146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4"/>
          <p:cNvSpPr txBox="1"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1333" b="1"/>
            </a:lvl1pPr>
            <a:lvl2pPr lvl="1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14"/>
          <p:cNvSpPr txBox="1">
            <a:spLocks noGrp="1"/>
          </p:cNvSpPr>
          <p:nvPr>
            <p:ph type="body" idx="1"/>
          </p:nvPr>
        </p:nvSpPr>
        <p:spPr>
          <a:xfrm>
            <a:off x="2383367" y="182034"/>
            <a:ext cx="3407833" cy="390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87881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2133"/>
            </a:lvl1pPr>
            <a:lvl2pPr marL="609630" lvl="1" indent="-270947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1867"/>
            </a:lvl2pPr>
            <a:lvl3pPr marL="914446" lvl="2" indent="-254013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600"/>
            </a:lvl3pPr>
            <a:lvl4pPr marL="1219261" lvl="3" indent="-237079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1333"/>
            </a:lvl4pPr>
            <a:lvl5pPr marL="1524076" lvl="4" indent="-237079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1333"/>
            </a:lvl5pPr>
            <a:lvl6pPr marL="1828891" lvl="5" indent="-237079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333"/>
            </a:lvl6pPr>
            <a:lvl7pPr marL="2133707" lvl="6" indent="-237079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333"/>
            </a:lvl7pPr>
            <a:lvl8pPr marL="2438522" lvl="7" indent="-237079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333"/>
            </a:lvl8pPr>
            <a:lvl9pPr marL="2743337" lvl="8" indent="-237079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333"/>
            </a:lvl9pPr>
          </a:lstStyle>
          <a:p>
            <a:endParaRPr/>
          </a:p>
        </p:txBody>
      </p:sp>
      <p:sp>
        <p:nvSpPr>
          <p:cNvPr id="169" name="Google Shape;169;p14"/>
          <p:cNvSpPr txBox="1">
            <a:spLocks noGrp="1"/>
          </p:cNvSpPr>
          <p:nvPr>
            <p:ph type="body" idx="2"/>
          </p:nvPr>
        </p:nvSpPr>
        <p:spPr>
          <a:xfrm>
            <a:off x="304800" y="956734"/>
            <a:ext cx="2005542" cy="3127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152408" algn="l">
              <a:spcBef>
                <a:spcPts val="187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933"/>
            </a:lvl1pPr>
            <a:lvl2pPr marL="609630" lvl="1" indent="-152408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800"/>
            </a:lvl2pPr>
            <a:lvl3pPr marL="914446" lvl="2" indent="-152408" algn="l">
              <a:spcBef>
                <a:spcPts val="133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667"/>
            </a:lvl3pPr>
            <a:lvl4pPr marL="1219261" lvl="3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4pPr>
            <a:lvl5pPr marL="1524076" lvl="4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5pPr>
            <a:lvl6pPr marL="1828891" lvl="5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6pPr>
            <a:lvl7pPr marL="2133707" lvl="6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7pPr>
            <a:lvl8pPr marL="2438522" lvl="7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8pPr>
            <a:lvl9pPr marL="2743337" lvl="8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9pPr>
          </a:lstStyle>
          <a:p>
            <a:endParaRPr/>
          </a:p>
        </p:txBody>
      </p:sp>
      <p:sp>
        <p:nvSpPr>
          <p:cNvPr id="170" name="Google Shape;170;p14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14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14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92218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5"/>
          <p:cNvSpPr txBox="1"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1333" b="1"/>
            </a:lvl1pPr>
            <a:lvl2pPr lvl="1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15"/>
          <p:cNvSpPr>
            <a:spLocks noGrp="1"/>
          </p:cNvSpPr>
          <p:nvPr>
            <p:ph type="pic" idx="2"/>
          </p:nvPr>
        </p:nvSpPr>
        <p:spPr>
          <a:xfrm>
            <a:off x="1194859" y="408517"/>
            <a:ext cx="3657600" cy="2743200"/>
          </a:xfrm>
          <a:prstGeom prst="rect">
            <a:avLst/>
          </a:prstGeom>
          <a:noFill/>
          <a:ln>
            <a:noFill/>
          </a:ln>
        </p:spPr>
      </p:sp>
      <p:sp>
        <p:nvSpPr>
          <p:cNvPr id="176" name="Google Shape;176;p15"/>
          <p:cNvSpPr txBox="1">
            <a:spLocks noGrp="1"/>
          </p:cNvSpPr>
          <p:nvPr>
            <p:ph type="body" idx="1"/>
          </p:nvPr>
        </p:nvSpPr>
        <p:spPr>
          <a:xfrm>
            <a:off x="1194859" y="3578225"/>
            <a:ext cx="3657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152408" algn="l">
              <a:spcBef>
                <a:spcPts val="187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933"/>
            </a:lvl1pPr>
            <a:lvl2pPr marL="609630" lvl="1" indent="-152408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800"/>
            </a:lvl2pPr>
            <a:lvl3pPr marL="914446" lvl="2" indent="-152408" algn="l">
              <a:spcBef>
                <a:spcPts val="133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667"/>
            </a:lvl3pPr>
            <a:lvl4pPr marL="1219261" lvl="3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4pPr>
            <a:lvl5pPr marL="1524076" lvl="4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5pPr>
            <a:lvl6pPr marL="1828891" lvl="5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6pPr>
            <a:lvl7pPr marL="2133707" lvl="6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7pPr>
            <a:lvl8pPr marL="2438522" lvl="7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8pPr>
            <a:lvl9pPr marL="2743337" lvl="8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9pPr>
          </a:lstStyle>
          <a:p>
            <a:endParaRPr/>
          </a:p>
        </p:txBody>
      </p:sp>
      <p:sp>
        <p:nvSpPr>
          <p:cNvPr id="177" name="Google Shape;177;p15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15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15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95871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6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16"/>
          <p:cNvSpPr txBox="1">
            <a:spLocks noGrp="1"/>
          </p:cNvSpPr>
          <p:nvPr>
            <p:ph type="body" idx="1"/>
          </p:nvPr>
        </p:nvSpPr>
        <p:spPr>
          <a:xfrm rot="5400000">
            <a:off x="1539346" y="-167745"/>
            <a:ext cx="3017309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630" lvl="1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914446" lvl="2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261" lvl="3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1524076" lvl="4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1828891" lvl="5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707" lvl="6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522" lvl="7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3337" lvl="8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3" name="Google Shape;183;p16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16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16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69521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7"/>
          <p:cNvSpPr txBox="1">
            <a:spLocks noGrp="1"/>
          </p:cNvSpPr>
          <p:nvPr>
            <p:ph type="title"/>
          </p:nvPr>
        </p:nvSpPr>
        <p:spPr>
          <a:xfrm rot="5400000">
            <a:off x="3154892" y="1447801"/>
            <a:ext cx="3901017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17"/>
          <p:cNvSpPr txBox="1">
            <a:spLocks noGrp="1"/>
          </p:cNvSpPr>
          <p:nvPr>
            <p:ph type="body" idx="1"/>
          </p:nvPr>
        </p:nvSpPr>
        <p:spPr>
          <a:xfrm rot="5400000">
            <a:off x="360892" y="127000"/>
            <a:ext cx="3901017" cy="40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630" lvl="1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914446" lvl="2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261" lvl="3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1524076" lvl="4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1828891" lvl="5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707" lvl="6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522" lvl="7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3337" lvl="8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9" name="Google Shape;189;p17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17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17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51097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4987990"/>
            <a:ext cx="10363200" cy="610820"/>
          </a:xfrm>
        </p:spPr>
        <p:txBody>
          <a:bodyPr/>
          <a:lstStyle>
            <a:lvl1pPr algn="ctr">
              <a:defRPr lang="en-US" sz="40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5509360"/>
            <a:ext cx="8534400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09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6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7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2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17464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3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4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05536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25581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59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1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3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79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35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1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47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72887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8839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9" indent="0">
              <a:buNone/>
              <a:defRPr sz="2667" b="1"/>
            </a:lvl2pPr>
            <a:lvl3pPr marL="1219119" indent="0">
              <a:buNone/>
              <a:defRPr sz="2400" b="1"/>
            </a:lvl3pPr>
            <a:lvl4pPr marL="1828678" indent="0">
              <a:buNone/>
              <a:defRPr sz="2133" b="1"/>
            </a:lvl4pPr>
            <a:lvl5pPr marL="2438238" indent="0">
              <a:buNone/>
              <a:defRPr sz="2133" b="1"/>
            </a:lvl5pPr>
            <a:lvl6pPr marL="3047797" indent="0">
              <a:buNone/>
              <a:defRPr sz="2133" b="1"/>
            </a:lvl6pPr>
            <a:lvl7pPr marL="3657357" indent="0">
              <a:buNone/>
              <a:defRPr sz="2133" b="1"/>
            </a:lvl7pPr>
            <a:lvl8pPr marL="4266915" indent="0">
              <a:buNone/>
              <a:defRPr sz="2133" b="1"/>
            </a:lvl8pPr>
            <a:lvl9pPr marL="4876475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9" indent="0">
              <a:buNone/>
              <a:defRPr sz="2667" b="1"/>
            </a:lvl2pPr>
            <a:lvl3pPr marL="1219119" indent="0">
              <a:buNone/>
              <a:defRPr sz="2400" b="1"/>
            </a:lvl3pPr>
            <a:lvl4pPr marL="1828678" indent="0">
              <a:buNone/>
              <a:defRPr sz="2133" b="1"/>
            </a:lvl4pPr>
            <a:lvl5pPr marL="2438238" indent="0">
              <a:buNone/>
              <a:defRPr sz="2133" b="1"/>
            </a:lvl5pPr>
            <a:lvl6pPr marL="3047797" indent="0">
              <a:buNone/>
              <a:defRPr sz="2133" b="1"/>
            </a:lvl6pPr>
            <a:lvl7pPr marL="3657357" indent="0">
              <a:buNone/>
              <a:defRPr sz="2133" b="1"/>
            </a:lvl7pPr>
            <a:lvl8pPr marL="4266915" indent="0">
              <a:buNone/>
              <a:defRPr sz="2133" b="1"/>
            </a:lvl8pPr>
            <a:lvl9pPr marL="4876475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04540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9601869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990600"/>
            <a:ext cx="10972800" cy="508000"/>
          </a:xfrm>
        </p:spPr>
        <p:txBody>
          <a:bodyPr>
            <a:noAutofit/>
          </a:bodyPr>
          <a:lstStyle>
            <a:lvl1pPr marL="0" indent="0">
              <a:buNone/>
              <a:defRPr sz="1867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06672655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34207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59" indent="0">
              <a:buNone/>
              <a:defRPr sz="1600"/>
            </a:lvl2pPr>
            <a:lvl3pPr marL="1219119" indent="0">
              <a:buNone/>
              <a:defRPr sz="1333"/>
            </a:lvl3pPr>
            <a:lvl4pPr marL="1828678" indent="0">
              <a:buNone/>
              <a:defRPr sz="1200"/>
            </a:lvl4pPr>
            <a:lvl5pPr marL="2438238" indent="0">
              <a:buNone/>
              <a:defRPr sz="1200"/>
            </a:lvl5pPr>
            <a:lvl6pPr marL="3047797" indent="0">
              <a:buNone/>
              <a:defRPr sz="1200"/>
            </a:lvl6pPr>
            <a:lvl7pPr marL="3657357" indent="0">
              <a:buNone/>
              <a:defRPr sz="1200"/>
            </a:lvl7pPr>
            <a:lvl8pPr marL="4266915" indent="0">
              <a:buNone/>
              <a:defRPr sz="1200"/>
            </a:lvl8pPr>
            <a:lvl9pPr marL="4876475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03066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59" indent="0">
              <a:buNone/>
              <a:defRPr sz="3733"/>
            </a:lvl2pPr>
            <a:lvl3pPr marL="1219119" indent="0">
              <a:buNone/>
              <a:defRPr sz="3200"/>
            </a:lvl3pPr>
            <a:lvl4pPr marL="1828678" indent="0">
              <a:buNone/>
              <a:defRPr sz="2667"/>
            </a:lvl4pPr>
            <a:lvl5pPr marL="2438238" indent="0">
              <a:buNone/>
              <a:defRPr sz="2667"/>
            </a:lvl5pPr>
            <a:lvl6pPr marL="3047797" indent="0">
              <a:buNone/>
              <a:defRPr sz="2667"/>
            </a:lvl6pPr>
            <a:lvl7pPr marL="3657357" indent="0">
              <a:buNone/>
              <a:defRPr sz="2667"/>
            </a:lvl7pPr>
            <a:lvl8pPr marL="4266915" indent="0">
              <a:buNone/>
              <a:defRPr sz="2667"/>
            </a:lvl8pPr>
            <a:lvl9pPr marL="4876475" indent="0">
              <a:buNone/>
              <a:defRPr sz="2667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59" indent="0">
              <a:buNone/>
              <a:defRPr sz="1600"/>
            </a:lvl2pPr>
            <a:lvl3pPr marL="1219119" indent="0">
              <a:buNone/>
              <a:defRPr sz="1333"/>
            </a:lvl3pPr>
            <a:lvl4pPr marL="1828678" indent="0">
              <a:buNone/>
              <a:defRPr sz="1200"/>
            </a:lvl4pPr>
            <a:lvl5pPr marL="2438238" indent="0">
              <a:buNone/>
              <a:defRPr sz="1200"/>
            </a:lvl5pPr>
            <a:lvl6pPr marL="3047797" indent="0">
              <a:buNone/>
              <a:defRPr sz="1200"/>
            </a:lvl6pPr>
            <a:lvl7pPr marL="3657357" indent="0">
              <a:buNone/>
              <a:defRPr sz="1200"/>
            </a:lvl7pPr>
            <a:lvl8pPr marL="4266915" indent="0">
              <a:buNone/>
              <a:defRPr sz="1200"/>
            </a:lvl8pPr>
            <a:lvl9pPr marL="4876475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02544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81076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38714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01783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4987990"/>
            <a:ext cx="10363200" cy="610820"/>
          </a:xfrm>
        </p:spPr>
        <p:txBody>
          <a:bodyPr/>
          <a:lstStyle>
            <a:lvl1pPr algn="ctr">
              <a:defRPr lang="en-US" sz="40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5509360"/>
            <a:ext cx="8534400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609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6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7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2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09967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3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4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35448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04506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>
            <a:noAutofit/>
          </a:bodyPr>
          <a:lstStyle>
            <a:lvl1pPr algn="l">
              <a:defRPr sz="42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59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1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3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79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35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1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47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44297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34383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>
            <a:normAutofit/>
          </a:bodyPr>
          <a:lstStyle>
            <a:lvl1pPr marL="0" indent="0">
              <a:buNone/>
              <a:defRPr sz="2667" b="1"/>
            </a:lvl1pPr>
            <a:lvl2pPr marL="609559" indent="0">
              <a:buNone/>
              <a:defRPr sz="2667" b="1"/>
            </a:lvl2pPr>
            <a:lvl3pPr marL="1219119" indent="0">
              <a:buNone/>
              <a:defRPr sz="2400" b="1"/>
            </a:lvl3pPr>
            <a:lvl4pPr marL="1828678" indent="0">
              <a:buNone/>
              <a:defRPr sz="2133" b="1"/>
            </a:lvl4pPr>
            <a:lvl5pPr marL="2438238" indent="0">
              <a:buNone/>
              <a:defRPr sz="2133" b="1"/>
            </a:lvl5pPr>
            <a:lvl6pPr marL="3047797" indent="0">
              <a:buNone/>
              <a:defRPr sz="2133" b="1"/>
            </a:lvl6pPr>
            <a:lvl7pPr marL="3657357" indent="0">
              <a:buNone/>
              <a:defRPr sz="2133" b="1"/>
            </a:lvl7pPr>
            <a:lvl8pPr marL="4266915" indent="0">
              <a:buNone/>
              <a:defRPr sz="2133" b="1"/>
            </a:lvl8pPr>
            <a:lvl9pPr marL="4876475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3"/>
          </a:xfrm>
        </p:spPr>
        <p:txBody>
          <a:bodyPr anchor="b">
            <a:normAutofit/>
          </a:bodyPr>
          <a:lstStyle>
            <a:lvl1pPr marL="0" indent="0">
              <a:buNone/>
              <a:defRPr sz="2667" b="1"/>
            </a:lvl1pPr>
            <a:lvl2pPr marL="609559" indent="0">
              <a:buNone/>
              <a:defRPr sz="2667" b="1"/>
            </a:lvl2pPr>
            <a:lvl3pPr marL="1219119" indent="0">
              <a:buNone/>
              <a:defRPr sz="2400" b="1"/>
            </a:lvl3pPr>
            <a:lvl4pPr marL="1828678" indent="0">
              <a:buNone/>
              <a:defRPr sz="2133" b="1"/>
            </a:lvl4pPr>
            <a:lvl5pPr marL="2438238" indent="0">
              <a:buNone/>
              <a:defRPr sz="2133" b="1"/>
            </a:lvl5pPr>
            <a:lvl6pPr marL="3047797" indent="0">
              <a:buNone/>
              <a:defRPr sz="2133" b="1"/>
            </a:lvl6pPr>
            <a:lvl7pPr marL="3657357" indent="0">
              <a:buNone/>
              <a:defRPr sz="2133" b="1"/>
            </a:lvl7pPr>
            <a:lvl8pPr marL="4266915" indent="0">
              <a:buNone/>
              <a:defRPr sz="2133" b="1"/>
            </a:lvl8pPr>
            <a:lvl9pPr marL="4876475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97635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3851822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990600"/>
            <a:ext cx="10972800" cy="508000"/>
          </a:xfrm>
        </p:spPr>
        <p:txBody>
          <a:bodyPr>
            <a:noAutofit/>
          </a:bodyPr>
          <a:lstStyle>
            <a:lvl1pPr marL="0" indent="0">
              <a:buNone/>
              <a:defRPr sz="1867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99765686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990600"/>
            <a:ext cx="10972800" cy="508000"/>
          </a:xfrm>
        </p:spPr>
        <p:txBody>
          <a:bodyPr>
            <a:noAutofit/>
          </a:bodyPr>
          <a:lstStyle>
            <a:lvl1pPr marL="0" indent="0">
              <a:buNone/>
              <a:defRPr sz="1867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69618585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92545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59" indent="0">
              <a:buNone/>
              <a:defRPr sz="1600"/>
            </a:lvl2pPr>
            <a:lvl3pPr marL="1219119" indent="0">
              <a:buNone/>
              <a:defRPr sz="1333"/>
            </a:lvl3pPr>
            <a:lvl4pPr marL="1828678" indent="0">
              <a:buNone/>
              <a:defRPr sz="1200"/>
            </a:lvl4pPr>
            <a:lvl5pPr marL="2438238" indent="0">
              <a:buNone/>
              <a:defRPr sz="1200"/>
            </a:lvl5pPr>
            <a:lvl6pPr marL="3047797" indent="0">
              <a:buNone/>
              <a:defRPr sz="1200"/>
            </a:lvl6pPr>
            <a:lvl7pPr marL="3657357" indent="0">
              <a:buNone/>
              <a:defRPr sz="1200"/>
            </a:lvl7pPr>
            <a:lvl8pPr marL="4266915" indent="0">
              <a:buNone/>
              <a:defRPr sz="1200"/>
            </a:lvl8pPr>
            <a:lvl9pPr marL="4876475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93335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59" indent="0">
              <a:buNone/>
              <a:defRPr sz="3733"/>
            </a:lvl2pPr>
            <a:lvl3pPr marL="1219119" indent="0">
              <a:buNone/>
              <a:defRPr sz="3200"/>
            </a:lvl3pPr>
            <a:lvl4pPr marL="1828678" indent="0">
              <a:buNone/>
              <a:defRPr sz="2667"/>
            </a:lvl4pPr>
            <a:lvl5pPr marL="2438238" indent="0">
              <a:buNone/>
              <a:defRPr sz="2667"/>
            </a:lvl5pPr>
            <a:lvl6pPr marL="3047797" indent="0">
              <a:buNone/>
              <a:defRPr sz="2667"/>
            </a:lvl6pPr>
            <a:lvl7pPr marL="3657357" indent="0">
              <a:buNone/>
              <a:defRPr sz="2667"/>
            </a:lvl7pPr>
            <a:lvl8pPr marL="4266915" indent="0">
              <a:buNone/>
              <a:defRPr sz="2667"/>
            </a:lvl8pPr>
            <a:lvl9pPr marL="4876475" indent="0">
              <a:buNone/>
              <a:defRPr sz="2667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59" indent="0">
              <a:buNone/>
              <a:defRPr sz="1600"/>
            </a:lvl2pPr>
            <a:lvl3pPr marL="1219119" indent="0">
              <a:buNone/>
              <a:defRPr sz="1333"/>
            </a:lvl3pPr>
            <a:lvl4pPr marL="1828678" indent="0">
              <a:buNone/>
              <a:defRPr sz="1200"/>
            </a:lvl4pPr>
            <a:lvl5pPr marL="2438238" indent="0">
              <a:buNone/>
              <a:defRPr sz="1200"/>
            </a:lvl5pPr>
            <a:lvl6pPr marL="3047797" indent="0">
              <a:buNone/>
              <a:defRPr sz="1200"/>
            </a:lvl6pPr>
            <a:lvl7pPr marL="3657357" indent="0">
              <a:buNone/>
              <a:defRPr sz="1200"/>
            </a:lvl7pPr>
            <a:lvl8pPr marL="4266915" indent="0">
              <a:buNone/>
              <a:defRPr sz="1200"/>
            </a:lvl8pPr>
            <a:lvl9pPr marL="4876475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33710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17239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91898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18338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3225800"/>
            <a:ext cx="12192000" cy="3632200"/>
          </a:xfrm>
          <a:prstGeom prst="rect">
            <a:avLst/>
          </a:prstGeom>
          <a:gradFill flip="none" rotWithShape="1">
            <a:gsLst>
              <a:gs pos="44000">
                <a:srgbClr val="CBCBCB">
                  <a:alpha val="22000"/>
                </a:srgbClr>
              </a:gs>
              <a:gs pos="100000">
                <a:srgbClr val="5F5F5F">
                  <a:alpha val="1900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4987990"/>
            <a:ext cx="10363200" cy="610820"/>
          </a:xfrm>
        </p:spPr>
        <p:txBody>
          <a:bodyPr/>
          <a:lstStyle>
            <a:lvl1pPr algn="ctr">
              <a:defRPr lang="en-US" sz="40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5509360"/>
            <a:ext cx="8534400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09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6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7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2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90392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3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4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38140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6330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59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1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3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79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35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1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47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09507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70923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9" indent="0">
              <a:buNone/>
              <a:defRPr sz="2667" b="1"/>
            </a:lvl2pPr>
            <a:lvl3pPr marL="1219119" indent="0">
              <a:buNone/>
              <a:defRPr sz="2400" b="1"/>
            </a:lvl3pPr>
            <a:lvl4pPr marL="1828678" indent="0">
              <a:buNone/>
              <a:defRPr sz="2133" b="1"/>
            </a:lvl4pPr>
            <a:lvl5pPr marL="2438238" indent="0">
              <a:buNone/>
              <a:defRPr sz="2133" b="1"/>
            </a:lvl5pPr>
            <a:lvl6pPr marL="3047797" indent="0">
              <a:buNone/>
              <a:defRPr sz="2133" b="1"/>
            </a:lvl6pPr>
            <a:lvl7pPr marL="3657357" indent="0">
              <a:buNone/>
              <a:defRPr sz="2133" b="1"/>
            </a:lvl7pPr>
            <a:lvl8pPr marL="4266915" indent="0">
              <a:buNone/>
              <a:defRPr sz="2133" b="1"/>
            </a:lvl8pPr>
            <a:lvl9pPr marL="4876475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9" indent="0">
              <a:buNone/>
              <a:defRPr sz="2667" b="1"/>
            </a:lvl2pPr>
            <a:lvl3pPr marL="1219119" indent="0">
              <a:buNone/>
              <a:defRPr sz="2400" b="1"/>
            </a:lvl3pPr>
            <a:lvl4pPr marL="1828678" indent="0">
              <a:buNone/>
              <a:defRPr sz="2133" b="1"/>
            </a:lvl4pPr>
            <a:lvl5pPr marL="2438238" indent="0">
              <a:buNone/>
              <a:defRPr sz="2133" b="1"/>
            </a:lvl5pPr>
            <a:lvl6pPr marL="3047797" indent="0">
              <a:buNone/>
              <a:defRPr sz="2133" b="1"/>
            </a:lvl6pPr>
            <a:lvl7pPr marL="3657357" indent="0">
              <a:buNone/>
              <a:defRPr sz="2133" b="1"/>
            </a:lvl7pPr>
            <a:lvl8pPr marL="4266915" indent="0">
              <a:buNone/>
              <a:defRPr sz="2133" b="1"/>
            </a:lvl8pPr>
            <a:lvl9pPr marL="4876475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98508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9089884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990600"/>
            <a:ext cx="10972800" cy="508000"/>
          </a:xfrm>
        </p:spPr>
        <p:txBody>
          <a:bodyPr>
            <a:noAutofit/>
          </a:bodyPr>
          <a:lstStyle>
            <a:lvl1pPr marL="0" indent="0">
              <a:buNone/>
              <a:defRPr sz="1867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1551445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990600"/>
            <a:ext cx="10972800" cy="508000"/>
          </a:xfrm>
        </p:spPr>
        <p:txBody>
          <a:bodyPr>
            <a:noAutofit/>
          </a:bodyPr>
          <a:lstStyle>
            <a:lvl1pPr marL="0" indent="0">
              <a:buNone/>
              <a:defRPr sz="1867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81347890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12370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148881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990600"/>
            <a:ext cx="10972800" cy="508000"/>
          </a:xfrm>
        </p:spPr>
        <p:txBody>
          <a:bodyPr>
            <a:noAutofit/>
          </a:bodyPr>
          <a:lstStyle>
            <a:lvl1pPr marL="0" indent="0">
              <a:buNone/>
              <a:defRPr sz="1867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1942704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5058890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0" y="5130800"/>
            <a:ext cx="12192000" cy="1727200"/>
          </a:xfrm>
          <a:prstGeom prst="rect">
            <a:avLst/>
          </a:prstGeom>
          <a:solidFill>
            <a:srgbClr val="B5D3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96276440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59" indent="0">
              <a:buNone/>
              <a:defRPr sz="1600"/>
            </a:lvl2pPr>
            <a:lvl3pPr marL="1219119" indent="0">
              <a:buNone/>
              <a:defRPr sz="1333"/>
            </a:lvl3pPr>
            <a:lvl4pPr marL="1828678" indent="0">
              <a:buNone/>
              <a:defRPr sz="1200"/>
            </a:lvl4pPr>
            <a:lvl5pPr marL="2438238" indent="0">
              <a:buNone/>
              <a:defRPr sz="1200"/>
            </a:lvl5pPr>
            <a:lvl6pPr marL="3047797" indent="0">
              <a:buNone/>
              <a:defRPr sz="1200"/>
            </a:lvl6pPr>
            <a:lvl7pPr marL="3657357" indent="0">
              <a:buNone/>
              <a:defRPr sz="1200"/>
            </a:lvl7pPr>
            <a:lvl8pPr marL="4266915" indent="0">
              <a:buNone/>
              <a:defRPr sz="1200"/>
            </a:lvl8pPr>
            <a:lvl9pPr marL="4876475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299775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59" indent="0">
              <a:buNone/>
              <a:defRPr sz="3733"/>
            </a:lvl2pPr>
            <a:lvl3pPr marL="1219119" indent="0">
              <a:buNone/>
              <a:defRPr sz="3200"/>
            </a:lvl3pPr>
            <a:lvl4pPr marL="1828678" indent="0">
              <a:buNone/>
              <a:defRPr sz="2667"/>
            </a:lvl4pPr>
            <a:lvl5pPr marL="2438238" indent="0">
              <a:buNone/>
              <a:defRPr sz="2667"/>
            </a:lvl5pPr>
            <a:lvl6pPr marL="3047797" indent="0">
              <a:buNone/>
              <a:defRPr sz="2667"/>
            </a:lvl6pPr>
            <a:lvl7pPr marL="3657357" indent="0">
              <a:buNone/>
              <a:defRPr sz="2667"/>
            </a:lvl7pPr>
            <a:lvl8pPr marL="4266915" indent="0">
              <a:buNone/>
              <a:defRPr sz="2667"/>
            </a:lvl8pPr>
            <a:lvl9pPr marL="4876475" indent="0">
              <a:buNone/>
              <a:defRPr sz="2667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59" indent="0">
              <a:buNone/>
              <a:defRPr sz="1600"/>
            </a:lvl2pPr>
            <a:lvl3pPr marL="1219119" indent="0">
              <a:buNone/>
              <a:defRPr sz="1333"/>
            </a:lvl3pPr>
            <a:lvl4pPr marL="1828678" indent="0">
              <a:buNone/>
              <a:defRPr sz="1200"/>
            </a:lvl4pPr>
            <a:lvl5pPr marL="2438238" indent="0">
              <a:buNone/>
              <a:defRPr sz="1200"/>
            </a:lvl5pPr>
            <a:lvl6pPr marL="3047797" indent="0">
              <a:buNone/>
              <a:defRPr sz="1200"/>
            </a:lvl6pPr>
            <a:lvl7pPr marL="3657357" indent="0">
              <a:buNone/>
              <a:defRPr sz="1200"/>
            </a:lvl7pPr>
            <a:lvl8pPr marL="4266915" indent="0">
              <a:buNone/>
              <a:defRPr sz="1200"/>
            </a:lvl8pPr>
            <a:lvl9pPr marL="4876475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105879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23527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663493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model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935056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95216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990600"/>
            <a:ext cx="10972800" cy="508000"/>
          </a:xfrm>
        </p:spPr>
        <p:txBody>
          <a:bodyPr>
            <a:noAutofit/>
          </a:bodyPr>
          <a:lstStyle>
            <a:lvl1pPr marL="0" indent="0">
              <a:buNone/>
              <a:defRPr sz="1867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208546993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708156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990600"/>
            <a:ext cx="10972800" cy="508000"/>
          </a:xfrm>
        </p:spPr>
        <p:txBody>
          <a:bodyPr>
            <a:noAutofit/>
          </a:bodyPr>
          <a:lstStyle>
            <a:lvl1pPr marL="0" indent="0">
              <a:buNone/>
              <a:defRPr sz="1867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386419473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3225800"/>
            <a:ext cx="12192000" cy="3632200"/>
          </a:xfrm>
          <a:prstGeom prst="rect">
            <a:avLst/>
          </a:prstGeom>
          <a:gradFill flip="none" rotWithShape="1">
            <a:gsLst>
              <a:gs pos="44000">
                <a:srgbClr val="CBCBCB">
                  <a:alpha val="22000"/>
                </a:srgbClr>
              </a:gs>
              <a:gs pos="100000">
                <a:srgbClr val="5F5F5F">
                  <a:alpha val="1900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4987990"/>
            <a:ext cx="10363200" cy="610820"/>
          </a:xfrm>
        </p:spPr>
        <p:txBody>
          <a:bodyPr/>
          <a:lstStyle>
            <a:lvl1pPr algn="ctr">
              <a:defRPr lang="en-US" sz="40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5509360"/>
            <a:ext cx="8534400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09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6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7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2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281667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3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4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901744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40819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>
            <a:noAutofit/>
          </a:bodyPr>
          <a:lstStyle>
            <a:lvl1pPr algn="l">
              <a:defRPr sz="4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59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1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3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79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35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1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47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38917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831650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9" indent="0">
              <a:buNone/>
              <a:defRPr sz="2667" b="1"/>
            </a:lvl2pPr>
            <a:lvl3pPr marL="1219119" indent="0">
              <a:buNone/>
              <a:defRPr sz="2400" b="1"/>
            </a:lvl3pPr>
            <a:lvl4pPr marL="1828678" indent="0">
              <a:buNone/>
              <a:defRPr sz="2133" b="1"/>
            </a:lvl4pPr>
            <a:lvl5pPr marL="2438238" indent="0">
              <a:buNone/>
              <a:defRPr sz="2133" b="1"/>
            </a:lvl5pPr>
            <a:lvl6pPr marL="3047797" indent="0">
              <a:buNone/>
              <a:defRPr sz="2133" b="1"/>
            </a:lvl6pPr>
            <a:lvl7pPr marL="3657357" indent="0">
              <a:buNone/>
              <a:defRPr sz="2133" b="1"/>
            </a:lvl7pPr>
            <a:lvl8pPr marL="4266915" indent="0">
              <a:buNone/>
              <a:defRPr sz="2133" b="1"/>
            </a:lvl8pPr>
            <a:lvl9pPr marL="4876475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9" indent="0">
              <a:buNone/>
              <a:defRPr sz="2667" b="1"/>
            </a:lvl2pPr>
            <a:lvl3pPr marL="1219119" indent="0">
              <a:buNone/>
              <a:defRPr sz="2400" b="1"/>
            </a:lvl3pPr>
            <a:lvl4pPr marL="1828678" indent="0">
              <a:buNone/>
              <a:defRPr sz="2133" b="1"/>
            </a:lvl4pPr>
            <a:lvl5pPr marL="2438238" indent="0">
              <a:buNone/>
              <a:defRPr sz="2133" b="1"/>
            </a:lvl5pPr>
            <a:lvl6pPr marL="3047797" indent="0">
              <a:buNone/>
              <a:defRPr sz="2133" b="1"/>
            </a:lvl6pPr>
            <a:lvl7pPr marL="3657357" indent="0">
              <a:buNone/>
              <a:defRPr sz="2133" b="1"/>
            </a:lvl7pPr>
            <a:lvl8pPr marL="4266915" indent="0">
              <a:buNone/>
              <a:defRPr sz="2133" b="1"/>
            </a:lvl8pPr>
            <a:lvl9pPr marL="4876475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119190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Autofit/>
          </a:bodyPr>
          <a:lstStyle>
            <a:lvl1pPr algn="l">
              <a:defRPr sz="4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1596019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990600"/>
            <a:ext cx="10972800" cy="508000"/>
          </a:xfrm>
        </p:spPr>
        <p:txBody>
          <a:bodyPr>
            <a:noAutofit/>
          </a:bodyPr>
          <a:lstStyle>
            <a:lvl1pPr marL="0" indent="0">
              <a:buNone/>
              <a:defRPr sz="1867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44547131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729778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787402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990600"/>
            <a:ext cx="10972800" cy="508000"/>
          </a:xfrm>
        </p:spPr>
        <p:txBody>
          <a:bodyPr>
            <a:noAutofit/>
          </a:bodyPr>
          <a:lstStyle>
            <a:lvl1pPr marL="0" indent="0">
              <a:buNone/>
              <a:defRPr sz="1867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138829939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65857619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0" y="5130800"/>
            <a:ext cx="12192000" cy="1727200"/>
          </a:xfrm>
          <a:prstGeom prst="rect">
            <a:avLst/>
          </a:prstGeom>
          <a:solidFill>
            <a:srgbClr val="B5D3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694942691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59" indent="0">
              <a:buNone/>
              <a:defRPr sz="1600"/>
            </a:lvl2pPr>
            <a:lvl3pPr marL="1219119" indent="0">
              <a:buNone/>
              <a:defRPr sz="1333"/>
            </a:lvl3pPr>
            <a:lvl4pPr marL="1828678" indent="0">
              <a:buNone/>
              <a:defRPr sz="1200"/>
            </a:lvl4pPr>
            <a:lvl5pPr marL="2438238" indent="0">
              <a:buNone/>
              <a:defRPr sz="1200"/>
            </a:lvl5pPr>
            <a:lvl6pPr marL="3047797" indent="0">
              <a:buNone/>
              <a:defRPr sz="1200"/>
            </a:lvl6pPr>
            <a:lvl7pPr marL="3657357" indent="0">
              <a:buNone/>
              <a:defRPr sz="1200"/>
            </a:lvl7pPr>
            <a:lvl8pPr marL="4266915" indent="0">
              <a:buNone/>
              <a:defRPr sz="1200"/>
            </a:lvl8pPr>
            <a:lvl9pPr marL="4876475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015858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59" indent="0">
              <a:buNone/>
              <a:defRPr sz="3733"/>
            </a:lvl2pPr>
            <a:lvl3pPr marL="1219119" indent="0">
              <a:buNone/>
              <a:defRPr sz="3200"/>
            </a:lvl3pPr>
            <a:lvl4pPr marL="1828678" indent="0">
              <a:buNone/>
              <a:defRPr sz="2667"/>
            </a:lvl4pPr>
            <a:lvl5pPr marL="2438238" indent="0">
              <a:buNone/>
              <a:defRPr sz="2667"/>
            </a:lvl5pPr>
            <a:lvl6pPr marL="3047797" indent="0">
              <a:buNone/>
              <a:defRPr sz="2667"/>
            </a:lvl6pPr>
            <a:lvl7pPr marL="3657357" indent="0">
              <a:buNone/>
              <a:defRPr sz="2667"/>
            </a:lvl7pPr>
            <a:lvl8pPr marL="4266915" indent="0">
              <a:buNone/>
              <a:defRPr sz="2667"/>
            </a:lvl8pPr>
            <a:lvl9pPr marL="4876475" indent="0">
              <a:buNone/>
              <a:defRPr sz="2667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59" indent="0">
              <a:buNone/>
              <a:defRPr sz="1600"/>
            </a:lvl2pPr>
            <a:lvl3pPr marL="1219119" indent="0">
              <a:buNone/>
              <a:defRPr sz="1333"/>
            </a:lvl3pPr>
            <a:lvl4pPr marL="1828678" indent="0">
              <a:buNone/>
              <a:defRPr sz="1200"/>
            </a:lvl4pPr>
            <a:lvl5pPr marL="2438238" indent="0">
              <a:buNone/>
              <a:defRPr sz="1200"/>
            </a:lvl5pPr>
            <a:lvl6pPr marL="3047797" indent="0">
              <a:buNone/>
              <a:defRPr sz="1200"/>
            </a:lvl6pPr>
            <a:lvl7pPr marL="3657357" indent="0">
              <a:buNone/>
              <a:defRPr sz="1200"/>
            </a:lvl7pPr>
            <a:lvl8pPr marL="4266915" indent="0">
              <a:buNone/>
              <a:defRPr sz="1200"/>
            </a:lvl8pPr>
            <a:lvl9pPr marL="4876475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832373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216364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706389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model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690273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026133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990600"/>
            <a:ext cx="10972800" cy="508000"/>
          </a:xfrm>
        </p:spPr>
        <p:txBody>
          <a:bodyPr>
            <a:noAutofit/>
          </a:bodyPr>
          <a:lstStyle>
            <a:lvl1pPr marL="0" indent="0">
              <a:buNone/>
              <a:defRPr sz="1867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652238111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207395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990600"/>
            <a:ext cx="10972800" cy="508000"/>
          </a:xfrm>
        </p:spPr>
        <p:txBody>
          <a:bodyPr>
            <a:noAutofit/>
          </a:bodyPr>
          <a:lstStyle>
            <a:lvl1pPr marL="0" indent="0">
              <a:buNone/>
              <a:defRPr sz="1867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322166030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3225800"/>
            <a:ext cx="12192000" cy="3632200"/>
          </a:xfrm>
          <a:prstGeom prst="rect">
            <a:avLst/>
          </a:prstGeom>
          <a:gradFill flip="none" rotWithShape="1">
            <a:gsLst>
              <a:gs pos="44000">
                <a:srgbClr val="CBCBCB">
                  <a:alpha val="22000"/>
                </a:srgbClr>
              </a:gs>
              <a:gs pos="100000">
                <a:srgbClr val="5F5F5F">
                  <a:alpha val="1900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4987990"/>
            <a:ext cx="10363200" cy="610820"/>
          </a:xfrm>
        </p:spPr>
        <p:txBody>
          <a:bodyPr/>
          <a:lstStyle>
            <a:lvl1pPr algn="ctr">
              <a:defRPr lang="en-US" sz="40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5509360"/>
            <a:ext cx="8534400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09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6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7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2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455234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3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4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127054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613193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59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1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3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79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35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1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47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322977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360411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9" indent="0">
              <a:buNone/>
              <a:defRPr sz="2667" b="1"/>
            </a:lvl2pPr>
            <a:lvl3pPr marL="1219119" indent="0">
              <a:buNone/>
              <a:defRPr sz="2400" b="1"/>
            </a:lvl3pPr>
            <a:lvl4pPr marL="1828678" indent="0">
              <a:buNone/>
              <a:defRPr sz="2133" b="1"/>
            </a:lvl4pPr>
            <a:lvl5pPr marL="2438238" indent="0">
              <a:buNone/>
              <a:defRPr sz="2133" b="1"/>
            </a:lvl5pPr>
            <a:lvl6pPr marL="3047797" indent="0">
              <a:buNone/>
              <a:defRPr sz="2133" b="1"/>
            </a:lvl6pPr>
            <a:lvl7pPr marL="3657357" indent="0">
              <a:buNone/>
              <a:defRPr sz="2133" b="1"/>
            </a:lvl7pPr>
            <a:lvl8pPr marL="4266915" indent="0">
              <a:buNone/>
              <a:defRPr sz="2133" b="1"/>
            </a:lvl8pPr>
            <a:lvl9pPr marL="4876475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9" indent="0">
              <a:buNone/>
              <a:defRPr sz="2667" b="1"/>
            </a:lvl2pPr>
            <a:lvl3pPr marL="1219119" indent="0">
              <a:buNone/>
              <a:defRPr sz="2400" b="1"/>
            </a:lvl3pPr>
            <a:lvl4pPr marL="1828678" indent="0">
              <a:buNone/>
              <a:defRPr sz="2133" b="1"/>
            </a:lvl4pPr>
            <a:lvl5pPr marL="2438238" indent="0">
              <a:buNone/>
              <a:defRPr sz="2133" b="1"/>
            </a:lvl5pPr>
            <a:lvl6pPr marL="3047797" indent="0">
              <a:buNone/>
              <a:defRPr sz="2133" b="1"/>
            </a:lvl6pPr>
            <a:lvl7pPr marL="3657357" indent="0">
              <a:buNone/>
              <a:defRPr sz="2133" b="1"/>
            </a:lvl7pPr>
            <a:lvl8pPr marL="4266915" indent="0">
              <a:buNone/>
              <a:defRPr sz="2133" b="1"/>
            </a:lvl8pPr>
            <a:lvl9pPr marL="4876475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335015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59267347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990600"/>
            <a:ext cx="10972800" cy="508000"/>
          </a:xfrm>
        </p:spPr>
        <p:txBody>
          <a:bodyPr>
            <a:noAutofit/>
          </a:bodyPr>
          <a:lstStyle>
            <a:lvl1pPr marL="0" indent="0">
              <a:buNone/>
              <a:defRPr sz="1867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533777667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348448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656198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990600"/>
            <a:ext cx="10972800" cy="508000"/>
          </a:xfrm>
        </p:spPr>
        <p:txBody>
          <a:bodyPr>
            <a:noAutofit/>
          </a:bodyPr>
          <a:lstStyle>
            <a:lvl1pPr marL="0" indent="0">
              <a:buNone/>
              <a:defRPr sz="1867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788439127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5269282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0" y="5130800"/>
            <a:ext cx="12192000" cy="1727200"/>
          </a:xfrm>
          <a:prstGeom prst="rect">
            <a:avLst/>
          </a:prstGeom>
          <a:solidFill>
            <a:srgbClr val="B5D3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40317301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59" indent="0">
              <a:buNone/>
              <a:defRPr sz="1600"/>
            </a:lvl2pPr>
            <a:lvl3pPr marL="1219119" indent="0">
              <a:buNone/>
              <a:defRPr sz="1333"/>
            </a:lvl3pPr>
            <a:lvl4pPr marL="1828678" indent="0">
              <a:buNone/>
              <a:defRPr sz="1200"/>
            </a:lvl4pPr>
            <a:lvl5pPr marL="2438238" indent="0">
              <a:buNone/>
              <a:defRPr sz="1200"/>
            </a:lvl5pPr>
            <a:lvl6pPr marL="3047797" indent="0">
              <a:buNone/>
              <a:defRPr sz="1200"/>
            </a:lvl6pPr>
            <a:lvl7pPr marL="3657357" indent="0">
              <a:buNone/>
              <a:defRPr sz="1200"/>
            </a:lvl7pPr>
            <a:lvl8pPr marL="4266915" indent="0">
              <a:buNone/>
              <a:defRPr sz="1200"/>
            </a:lvl8pPr>
            <a:lvl9pPr marL="4876475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000608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59" indent="0">
              <a:buNone/>
              <a:defRPr sz="3733"/>
            </a:lvl2pPr>
            <a:lvl3pPr marL="1219119" indent="0">
              <a:buNone/>
              <a:defRPr sz="3200"/>
            </a:lvl3pPr>
            <a:lvl4pPr marL="1828678" indent="0">
              <a:buNone/>
              <a:defRPr sz="2667"/>
            </a:lvl4pPr>
            <a:lvl5pPr marL="2438238" indent="0">
              <a:buNone/>
              <a:defRPr sz="2667"/>
            </a:lvl5pPr>
            <a:lvl6pPr marL="3047797" indent="0">
              <a:buNone/>
              <a:defRPr sz="2667"/>
            </a:lvl6pPr>
            <a:lvl7pPr marL="3657357" indent="0">
              <a:buNone/>
              <a:defRPr sz="2667"/>
            </a:lvl7pPr>
            <a:lvl8pPr marL="4266915" indent="0">
              <a:buNone/>
              <a:defRPr sz="2667"/>
            </a:lvl8pPr>
            <a:lvl9pPr marL="4876475" indent="0">
              <a:buNone/>
              <a:defRPr sz="2667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59" indent="0">
              <a:buNone/>
              <a:defRPr sz="1600"/>
            </a:lvl2pPr>
            <a:lvl3pPr marL="1219119" indent="0">
              <a:buNone/>
              <a:defRPr sz="1333"/>
            </a:lvl3pPr>
            <a:lvl4pPr marL="1828678" indent="0">
              <a:buNone/>
              <a:defRPr sz="1200"/>
            </a:lvl4pPr>
            <a:lvl5pPr marL="2438238" indent="0">
              <a:buNone/>
              <a:defRPr sz="1200"/>
            </a:lvl5pPr>
            <a:lvl6pPr marL="3047797" indent="0">
              <a:buNone/>
              <a:defRPr sz="1200"/>
            </a:lvl6pPr>
            <a:lvl7pPr marL="3657357" indent="0">
              <a:buNone/>
              <a:defRPr sz="1200"/>
            </a:lvl7pPr>
            <a:lvl8pPr marL="4266915" indent="0">
              <a:buNone/>
              <a:defRPr sz="1200"/>
            </a:lvl8pPr>
            <a:lvl9pPr marL="4876475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02894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047955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646454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model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882455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856499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990600"/>
            <a:ext cx="10972800" cy="508000"/>
          </a:xfrm>
        </p:spPr>
        <p:txBody>
          <a:bodyPr>
            <a:noAutofit/>
          </a:bodyPr>
          <a:lstStyle>
            <a:lvl1pPr marL="0" indent="0">
              <a:buNone/>
              <a:defRPr sz="1867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258436672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890296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4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9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0DBC8-3889-4919-A2D1-27D5F072DB5C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8FEFA-A09C-4D71-BC84-13067B364A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032881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0DBC8-3889-4919-A2D1-27D5F072DB5C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8FEFA-A09C-4D71-BC84-13067B364A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307691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0DBC8-3889-4919-A2D1-27D5F072DB5C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8FEFA-A09C-4D71-BC84-13067B364A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423065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0DBC8-3889-4919-A2D1-27D5F072DB5C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8FEFA-A09C-4D71-BC84-13067B364A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862976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4"/>
            <a:ext cx="515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6"/>
            <a:ext cx="51577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4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0DBC8-3889-4919-A2D1-27D5F072DB5C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8FEFA-A09C-4D71-BC84-13067B364A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224053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0DBC8-3889-4919-A2D1-27D5F072DB5C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8FEFA-A09C-4D71-BC84-13067B364A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865284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0DBC8-3889-4919-A2D1-27D5F072DB5C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8FEFA-A09C-4D71-BC84-13067B364A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576072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0DBC8-3889-4919-A2D1-27D5F072DB5C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8FEFA-A09C-4D71-BC84-13067B364A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782282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6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0DBC8-3889-4919-A2D1-27D5F072DB5C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8FEFA-A09C-4D71-BC84-13067B364A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891290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0DBC8-3889-4919-A2D1-27D5F072DB5C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8FEFA-A09C-4D71-BC84-13067B364A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299493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7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7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0DBC8-3889-4919-A2D1-27D5F072DB5C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8FEFA-A09C-4D71-BC84-13067B364A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75323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950967" y="1196067"/>
            <a:ext cx="8868800" cy="2082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667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111099" y="5209267"/>
            <a:ext cx="8087200" cy="552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28387756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6477433" y="2598033"/>
            <a:ext cx="5225200" cy="25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6617912" y="1233151"/>
            <a:ext cx="1272000" cy="12720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667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>
            <a:spLocks noGrp="1"/>
          </p:cNvSpPr>
          <p:nvPr>
            <p:ph type="pic" idx="3"/>
          </p:nvPr>
        </p:nvSpPr>
        <p:spPr>
          <a:xfrm>
            <a:off x="1763117" y="719333"/>
            <a:ext cx="3680800" cy="54192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5" name="Google Shape;15;p3"/>
          <p:cNvGrpSpPr/>
          <p:nvPr/>
        </p:nvGrpSpPr>
        <p:grpSpPr>
          <a:xfrm>
            <a:off x="446" y="2867"/>
            <a:ext cx="951067" cy="6852300"/>
            <a:chOff x="7468800" y="0"/>
            <a:chExt cx="1675200" cy="5139225"/>
          </a:xfrm>
        </p:grpSpPr>
        <p:sp>
          <p:nvSpPr>
            <p:cNvPr id="16" name="Google Shape;16;p3"/>
            <p:cNvSpPr/>
            <p:nvPr/>
          </p:nvSpPr>
          <p:spPr>
            <a:xfrm>
              <a:off x="7468800" y="3464996"/>
              <a:ext cx="1675200" cy="816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7" name="Google Shape;17;p3"/>
            <p:cNvSpPr/>
            <p:nvPr/>
          </p:nvSpPr>
          <p:spPr>
            <a:xfrm>
              <a:off x="7468800" y="4282125"/>
              <a:ext cx="16752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8" name="Google Shape;18;p3"/>
            <p:cNvSpPr/>
            <p:nvPr/>
          </p:nvSpPr>
          <p:spPr>
            <a:xfrm>
              <a:off x="7468800" y="2487375"/>
              <a:ext cx="16752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9" name="Google Shape;19;p3"/>
            <p:cNvSpPr/>
            <p:nvPr/>
          </p:nvSpPr>
          <p:spPr>
            <a:xfrm>
              <a:off x="7468800" y="2647875"/>
              <a:ext cx="1675200" cy="816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0" name="Google Shape;20;p3"/>
            <p:cNvSpPr/>
            <p:nvPr/>
          </p:nvSpPr>
          <p:spPr>
            <a:xfrm rot="10800000" flipH="1">
              <a:off x="7468800" y="857329"/>
              <a:ext cx="1675200" cy="816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" name="Google Shape;21;p3"/>
            <p:cNvSpPr/>
            <p:nvPr/>
          </p:nvSpPr>
          <p:spPr>
            <a:xfrm rot="10800000" flipH="1">
              <a:off x="7468800" y="0"/>
              <a:ext cx="16752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2" name="Google Shape;22;p3"/>
            <p:cNvSpPr/>
            <p:nvPr/>
          </p:nvSpPr>
          <p:spPr>
            <a:xfrm rot="10800000" flipH="1">
              <a:off x="7468800" y="1674450"/>
              <a:ext cx="1675200" cy="816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28732600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950967" y="1800200"/>
            <a:ext cx="3701600" cy="14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950967" y="3292200"/>
            <a:ext cx="3701600" cy="176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 Light"/>
              <a:buChar char="●"/>
              <a:defRPr/>
            </a:lvl1pPr>
            <a:lvl2pPr marL="1219170" lvl="1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828754" lvl="2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2438339" lvl="3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3047924" lvl="4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3657509" lvl="5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4267093" lvl="6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4876678" lvl="7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5486263" lvl="8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03107417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950967" y="1127767"/>
            <a:ext cx="5726400" cy="16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subTitle" idx="1"/>
          </p:nvPr>
        </p:nvSpPr>
        <p:spPr>
          <a:xfrm>
            <a:off x="950967" y="2854767"/>
            <a:ext cx="5726400" cy="306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>
            <a:spLocks noGrp="1"/>
          </p:cNvSpPr>
          <p:nvPr>
            <p:ph type="pic" idx="2"/>
          </p:nvPr>
        </p:nvSpPr>
        <p:spPr>
          <a:xfrm>
            <a:off x="7306433" y="719333"/>
            <a:ext cx="3934400" cy="54192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49" name="Google Shape;49;p7"/>
          <p:cNvGrpSpPr/>
          <p:nvPr/>
        </p:nvGrpSpPr>
        <p:grpSpPr>
          <a:xfrm>
            <a:off x="10290233" y="4572400"/>
            <a:ext cx="1901600" cy="2285600"/>
            <a:chOff x="7717675" y="3429300"/>
            <a:chExt cx="1426200" cy="1714200"/>
          </a:xfrm>
        </p:grpSpPr>
        <p:sp>
          <p:nvSpPr>
            <p:cNvPr id="50" name="Google Shape;50;p7"/>
            <p:cNvSpPr/>
            <p:nvPr/>
          </p:nvSpPr>
          <p:spPr>
            <a:xfrm>
              <a:off x="8430775" y="4286400"/>
              <a:ext cx="7131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8430775" y="342930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2" name="Google Shape;52;p7"/>
            <p:cNvSpPr/>
            <p:nvPr/>
          </p:nvSpPr>
          <p:spPr>
            <a:xfrm>
              <a:off x="7717675" y="4286400"/>
              <a:ext cx="7131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53" name="Google Shape;53;p7"/>
          <p:cNvSpPr/>
          <p:nvPr/>
        </p:nvSpPr>
        <p:spPr>
          <a:xfrm>
            <a:off x="950967" y="719317"/>
            <a:ext cx="1933200" cy="214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187595192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title"/>
          </p:nvPr>
        </p:nvSpPr>
        <p:spPr>
          <a:xfrm>
            <a:off x="3090600" y="1742800"/>
            <a:ext cx="6010800" cy="33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3333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grpSp>
        <p:nvGrpSpPr>
          <p:cNvPr id="56" name="Google Shape;56;p8"/>
          <p:cNvGrpSpPr/>
          <p:nvPr/>
        </p:nvGrpSpPr>
        <p:grpSpPr>
          <a:xfrm>
            <a:off x="11232000" y="-5500"/>
            <a:ext cx="960400" cy="6858133"/>
            <a:chOff x="8424000" y="-4125"/>
            <a:chExt cx="720300" cy="5143600"/>
          </a:xfrm>
        </p:grpSpPr>
        <p:grpSp>
          <p:nvGrpSpPr>
            <p:cNvPr id="57" name="Google Shape;57;p8"/>
            <p:cNvGrpSpPr/>
            <p:nvPr/>
          </p:nvGrpSpPr>
          <p:grpSpPr>
            <a:xfrm>
              <a:off x="8584500" y="-4125"/>
              <a:ext cx="559800" cy="5143600"/>
              <a:chOff x="8584500" y="-4125"/>
              <a:chExt cx="559800" cy="5143600"/>
            </a:xfrm>
          </p:grpSpPr>
          <p:sp>
            <p:nvSpPr>
              <p:cNvPr id="58" name="Google Shape;58;p8"/>
              <p:cNvSpPr/>
              <p:nvPr/>
            </p:nvSpPr>
            <p:spPr>
              <a:xfrm>
                <a:off x="8584500" y="-4125"/>
                <a:ext cx="559800" cy="17145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59" name="Google Shape;59;p8"/>
              <p:cNvSpPr/>
              <p:nvPr/>
            </p:nvSpPr>
            <p:spPr>
              <a:xfrm>
                <a:off x="8584500" y="1710575"/>
                <a:ext cx="559800" cy="1714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60" name="Google Shape;60;p8"/>
              <p:cNvSpPr/>
              <p:nvPr/>
            </p:nvSpPr>
            <p:spPr>
              <a:xfrm>
                <a:off x="8584500" y="3424975"/>
                <a:ext cx="559800" cy="17145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61" name="Google Shape;61;p8"/>
            <p:cNvSpPr/>
            <p:nvPr/>
          </p:nvSpPr>
          <p:spPr>
            <a:xfrm rot="5400000">
              <a:off x="5934900" y="2489132"/>
              <a:ext cx="51387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62" name="Google Shape;62;p8"/>
          <p:cNvSpPr/>
          <p:nvPr/>
        </p:nvSpPr>
        <p:spPr>
          <a:xfrm>
            <a:off x="950967" y="366217"/>
            <a:ext cx="1933200" cy="214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48521563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 txBox="1">
            <a:spLocks noGrp="1"/>
          </p:cNvSpPr>
          <p:nvPr>
            <p:ph type="title"/>
          </p:nvPr>
        </p:nvSpPr>
        <p:spPr>
          <a:xfrm>
            <a:off x="2847400" y="1585467"/>
            <a:ext cx="6497200" cy="261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ubTitle" idx="1"/>
          </p:nvPr>
        </p:nvSpPr>
        <p:spPr>
          <a:xfrm>
            <a:off x="2847400" y="4204667"/>
            <a:ext cx="6497200" cy="8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66" name="Google Shape;66;p9"/>
          <p:cNvGrpSpPr/>
          <p:nvPr/>
        </p:nvGrpSpPr>
        <p:grpSpPr>
          <a:xfrm>
            <a:off x="10290233" y="4572400"/>
            <a:ext cx="1901600" cy="2285600"/>
            <a:chOff x="7717675" y="3429300"/>
            <a:chExt cx="1426200" cy="1714200"/>
          </a:xfrm>
        </p:grpSpPr>
        <p:sp>
          <p:nvSpPr>
            <p:cNvPr id="67" name="Google Shape;67;p9"/>
            <p:cNvSpPr/>
            <p:nvPr/>
          </p:nvSpPr>
          <p:spPr>
            <a:xfrm>
              <a:off x="8430775" y="4286400"/>
              <a:ext cx="7131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8" name="Google Shape;68;p9"/>
            <p:cNvSpPr/>
            <p:nvPr/>
          </p:nvSpPr>
          <p:spPr>
            <a:xfrm>
              <a:off x="8430775" y="342930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9" name="Google Shape;69;p9"/>
            <p:cNvSpPr/>
            <p:nvPr/>
          </p:nvSpPr>
          <p:spPr>
            <a:xfrm>
              <a:off x="7717675" y="4286400"/>
              <a:ext cx="7131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70" name="Google Shape;70;p9"/>
          <p:cNvSpPr/>
          <p:nvPr/>
        </p:nvSpPr>
        <p:spPr>
          <a:xfrm>
            <a:off x="950967" y="719317"/>
            <a:ext cx="1933200" cy="214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12593358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0"/>
          <p:cNvSpPr txBox="1">
            <a:spLocks noGrp="1"/>
          </p:cNvSpPr>
          <p:nvPr>
            <p:ph type="title"/>
          </p:nvPr>
        </p:nvSpPr>
        <p:spPr>
          <a:xfrm>
            <a:off x="960000" y="5352600"/>
            <a:ext cx="10272000" cy="7636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23615992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7133106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title" idx="2" hasCustomPrompt="1"/>
          </p:nvPr>
        </p:nvSpPr>
        <p:spPr>
          <a:xfrm>
            <a:off x="960000" y="2154231"/>
            <a:ext cx="979600" cy="9752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81" name="Google Shape;81;p13"/>
          <p:cNvSpPr txBox="1">
            <a:spLocks noGrp="1"/>
          </p:cNvSpPr>
          <p:nvPr>
            <p:ph type="title" idx="3" hasCustomPrompt="1"/>
          </p:nvPr>
        </p:nvSpPr>
        <p:spPr>
          <a:xfrm>
            <a:off x="6096000" y="2154231"/>
            <a:ext cx="979600" cy="9752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82" name="Google Shape;82;p13"/>
          <p:cNvSpPr txBox="1">
            <a:spLocks noGrp="1"/>
          </p:cNvSpPr>
          <p:nvPr>
            <p:ph type="title" idx="4" hasCustomPrompt="1"/>
          </p:nvPr>
        </p:nvSpPr>
        <p:spPr>
          <a:xfrm>
            <a:off x="960000" y="3608048"/>
            <a:ext cx="979600" cy="9752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83" name="Google Shape;83;p13"/>
          <p:cNvSpPr txBox="1">
            <a:spLocks noGrp="1"/>
          </p:cNvSpPr>
          <p:nvPr>
            <p:ph type="title" idx="5" hasCustomPrompt="1"/>
          </p:nvPr>
        </p:nvSpPr>
        <p:spPr>
          <a:xfrm>
            <a:off x="6096000" y="3608048"/>
            <a:ext cx="979600" cy="9752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6" hasCustomPrompt="1"/>
          </p:nvPr>
        </p:nvSpPr>
        <p:spPr>
          <a:xfrm>
            <a:off x="960000" y="5061864"/>
            <a:ext cx="979600" cy="9752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7" hasCustomPrompt="1"/>
          </p:nvPr>
        </p:nvSpPr>
        <p:spPr>
          <a:xfrm>
            <a:off x="6096000" y="5061864"/>
            <a:ext cx="979600" cy="9752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"/>
          </p:nvPr>
        </p:nvSpPr>
        <p:spPr>
          <a:xfrm>
            <a:off x="2142800" y="2349831"/>
            <a:ext cx="3376000" cy="5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8"/>
          </p:nvPr>
        </p:nvSpPr>
        <p:spPr>
          <a:xfrm>
            <a:off x="2142800" y="3803648"/>
            <a:ext cx="3376000" cy="5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9"/>
          </p:nvPr>
        </p:nvSpPr>
        <p:spPr>
          <a:xfrm>
            <a:off x="2142800" y="5257464"/>
            <a:ext cx="3376000" cy="5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3"/>
          </p:nvPr>
        </p:nvSpPr>
        <p:spPr>
          <a:xfrm>
            <a:off x="7278800" y="2349831"/>
            <a:ext cx="3376000" cy="5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14"/>
          </p:nvPr>
        </p:nvSpPr>
        <p:spPr>
          <a:xfrm>
            <a:off x="7278800" y="3803648"/>
            <a:ext cx="3376000" cy="5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subTitle" idx="15"/>
          </p:nvPr>
        </p:nvSpPr>
        <p:spPr>
          <a:xfrm>
            <a:off x="7278800" y="5257464"/>
            <a:ext cx="3376000" cy="5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92" name="Google Shape;92;p13"/>
          <p:cNvGrpSpPr/>
          <p:nvPr/>
        </p:nvGrpSpPr>
        <p:grpSpPr>
          <a:xfrm>
            <a:off x="11232000" y="-5500"/>
            <a:ext cx="960400" cy="6858133"/>
            <a:chOff x="8424000" y="-4125"/>
            <a:chExt cx="720300" cy="5143600"/>
          </a:xfrm>
        </p:grpSpPr>
        <p:grpSp>
          <p:nvGrpSpPr>
            <p:cNvPr id="93" name="Google Shape;93;p13"/>
            <p:cNvGrpSpPr/>
            <p:nvPr/>
          </p:nvGrpSpPr>
          <p:grpSpPr>
            <a:xfrm>
              <a:off x="8584500" y="-4125"/>
              <a:ext cx="559800" cy="5143600"/>
              <a:chOff x="8584500" y="-4125"/>
              <a:chExt cx="559800" cy="5143600"/>
            </a:xfrm>
          </p:grpSpPr>
          <p:sp>
            <p:nvSpPr>
              <p:cNvPr id="94" name="Google Shape;94;p13"/>
              <p:cNvSpPr/>
              <p:nvPr/>
            </p:nvSpPr>
            <p:spPr>
              <a:xfrm>
                <a:off x="8584500" y="-4125"/>
                <a:ext cx="559800" cy="17145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95" name="Google Shape;95;p13"/>
              <p:cNvSpPr/>
              <p:nvPr/>
            </p:nvSpPr>
            <p:spPr>
              <a:xfrm>
                <a:off x="8584500" y="1710575"/>
                <a:ext cx="559800" cy="1714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96" name="Google Shape;96;p13"/>
              <p:cNvSpPr/>
              <p:nvPr/>
            </p:nvSpPr>
            <p:spPr>
              <a:xfrm>
                <a:off x="8584500" y="3424975"/>
                <a:ext cx="559800" cy="17145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97" name="Google Shape;97;p13"/>
            <p:cNvSpPr/>
            <p:nvPr/>
          </p:nvSpPr>
          <p:spPr>
            <a:xfrm rot="5400000">
              <a:off x="5934900" y="2489132"/>
              <a:ext cx="51387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98" name="Google Shape;98;p13"/>
          <p:cNvSpPr/>
          <p:nvPr/>
        </p:nvSpPr>
        <p:spPr>
          <a:xfrm>
            <a:off x="950967" y="366217"/>
            <a:ext cx="1933200" cy="214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022794325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 txBox="1">
            <a:spLocks noGrp="1"/>
          </p:cNvSpPr>
          <p:nvPr>
            <p:ph type="title"/>
          </p:nvPr>
        </p:nvSpPr>
        <p:spPr>
          <a:xfrm>
            <a:off x="950967" y="719339"/>
            <a:ext cx="559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6"/>
          <p:cNvSpPr txBox="1">
            <a:spLocks noGrp="1"/>
          </p:cNvSpPr>
          <p:nvPr>
            <p:ph type="body" idx="1"/>
          </p:nvPr>
        </p:nvSpPr>
        <p:spPr>
          <a:xfrm>
            <a:off x="950967" y="1650205"/>
            <a:ext cx="5594000" cy="400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 Light"/>
              <a:buChar char="●"/>
              <a:defRPr/>
            </a:lvl1pPr>
            <a:lvl2pPr marL="1219170" lvl="1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828754" lvl="2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2438339" lvl="3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3047924" lvl="4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3657509" lvl="5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4267093" lvl="6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4876678" lvl="7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5486263" lvl="8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122" name="Google Shape;122;p16"/>
          <p:cNvGrpSpPr/>
          <p:nvPr/>
        </p:nvGrpSpPr>
        <p:grpSpPr>
          <a:xfrm>
            <a:off x="0" y="6216000"/>
            <a:ext cx="12192000" cy="642000"/>
            <a:chOff x="0" y="4662000"/>
            <a:chExt cx="9144000" cy="481500"/>
          </a:xfrm>
        </p:grpSpPr>
        <p:sp>
          <p:nvSpPr>
            <p:cNvPr id="123" name="Google Shape;123;p16"/>
            <p:cNvSpPr/>
            <p:nvPr/>
          </p:nvSpPr>
          <p:spPr>
            <a:xfrm>
              <a:off x="0" y="4983000"/>
              <a:ext cx="9144000" cy="160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4" name="Google Shape;124;p16"/>
            <p:cNvSpPr/>
            <p:nvPr/>
          </p:nvSpPr>
          <p:spPr>
            <a:xfrm>
              <a:off x="0" y="4822500"/>
              <a:ext cx="9144000" cy="160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5" name="Google Shape;125;p16"/>
            <p:cNvSpPr/>
            <p:nvPr/>
          </p:nvSpPr>
          <p:spPr>
            <a:xfrm>
              <a:off x="0" y="4662000"/>
              <a:ext cx="9144000" cy="16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26" name="Google Shape;126;p16"/>
          <p:cNvSpPr/>
          <p:nvPr/>
        </p:nvSpPr>
        <p:spPr>
          <a:xfrm>
            <a:off x="950967" y="366217"/>
            <a:ext cx="1933200" cy="214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637182712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2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98" name="Google Shape;198;p22"/>
          <p:cNvGrpSpPr/>
          <p:nvPr/>
        </p:nvGrpSpPr>
        <p:grpSpPr>
          <a:xfrm>
            <a:off x="0" y="366751"/>
            <a:ext cx="12192000" cy="6491251"/>
            <a:chOff x="0" y="275063"/>
            <a:chExt cx="9144000" cy="4868438"/>
          </a:xfrm>
        </p:grpSpPr>
        <p:sp>
          <p:nvSpPr>
            <p:cNvPr id="199" name="Google Shape;199;p22"/>
            <p:cNvSpPr/>
            <p:nvPr/>
          </p:nvSpPr>
          <p:spPr>
            <a:xfrm>
              <a:off x="713225" y="275063"/>
              <a:ext cx="14499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200" name="Google Shape;200;p22"/>
            <p:cNvGrpSpPr/>
            <p:nvPr/>
          </p:nvGrpSpPr>
          <p:grpSpPr>
            <a:xfrm>
              <a:off x="0" y="4822500"/>
              <a:ext cx="9144000" cy="321000"/>
              <a:chOff x="0" y="4822500"/>
              <a:chExt cx="9144000" cy="321000"/>
            </a:xfrm>
          </p:grpSpPr>
          <p:sp>
            <p:nvSpPr>
              <p:cNvPr id="201" name="Google Shape;201;p22"/>
              <p:cNvSpPr/>
              <p:nvPr/>
            </p:nvSpPr>
            <p:spPr>
              <a:xfrm>
                <a:off x="0" y="4983000"/>
                <a:ext cx="9144000" cy="160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02" name="Google Shape;202;p22"/>
              <p:cNvSpPr/>
              <p:nvPr/>
            </p:nvSpPr>
            <p:spPr>
              <a:xfrm>
                <a:off x="0" y="4822500"/>
                <a:ext cx="9144000" cy="1605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203" name="Google Shape;203;p22"/>
          <p:cNvGrpSpPr/>
          <p:nvPr/>
        </p:nvGrpSpPr>
        <p:grpSpPr>
          <a:xfrm>
            <a:off x="11241033" y="0"/>
            <a:ext cx="951091" cy="1142800"/>
            <a:chOff x="8430775" y="0"/>
            <a:chExt cx="713318" cy="857100"/>
          </a:xfrm>
        </p:grpSpPr>
        <p:sp>
          <p:nvSpPr>
            <p:cNvPr id="204" name="Google Shape;204;p22"/>
            <p:cNvSpPr/>
            <p:nvPr/>
          </p:nvSpPr>
          <p:spPr>
            <a:xfrm rot="10800000" flipH="1">
              <a:off x="8787393" y="0"/>
              <a:ext cx="3567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05" name="Google Shape;205;p22"/>
            <p:cNvSpPr/>
            <p:nvPr/>
          </p:nvSpPr>
          <p:spPr>
            <a:xfrm rot="10800000" flipH="1">
              <a:off x="8430775" y="0"/>
              <a:ext cx="3567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11824932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1_Title and text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8"/>
          <p:cNvSpPr txBox="1">
            <a:spLocks noGrp="1"/>
          </p:cNvSpPr>
          <p:nvPr>
            <p:ph type="title"/>
          </p:nvPr>
        </p:nvSpPr>
        <p:spPr>
          <a:xfrm>
            <a:off x="950967" y="983800"/>
            <a:ext cx="6193600" cy="179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28"/>
          <p:cNvSpPr txBox="1">
            <a:spLocks noGrp="1"/>
          </p:cNvSpPr>
          <p:nvPr>
            <p:ph type="subTitle" idx="1"/>
          </p:nvPr>
        </p:nvSpPr>
        <p:spPr>
          <a:xfrm>
            <a:off x="950967" y="2854767"/>
            <a:ext cx="6193600" cy="306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AutoNum type="arabicPeriod"/>
              <a:defRPr/>
            </a:lvl1pPr>
            <a:lvl2pPr lvl="1" algn="ctr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255" name="Google Shape;255;p28"/>
          <p:cNvSpPr>
            <a:spLocks noGrp="1"/>
          </p:cNvSpPr>
          <p:nvPr>
            <p:ph type="pic" idx="2"/>
          </p:nvPr>
        </p:nvSpPr>
        <p:spPr>
          <a:xfrm>
            <a:off x="7306433" y="719333"/>
            <a:ext cx="3934400" cy="54192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56" name="Google Shape;256;p28"/>
          <p:cNvGrpSpPr/>
          <p:nvPr/>
        </p:nvGrpSpPr>
        <p:grpSpPr>
          <a:xfrm>
            <a:off x="10290233" y="4572400"/>
            <a:ext cx="1901600" cy="2285600"/>
            <a:chOff x="7717675" y="3429300"/>
            <a:chExt cx="1426200" cy="1714200"/>
          </a:xfrm>
        </p:grpSpPr>
        <p:sp>
          <p:nvSpPr>
            <p:cNvPr id="257" name="Google Shape;257;p28"/>
            <p:cNvSpPr/>
            <p:nvPr/>
          </p:nvSpPr>
          <p:spPr>
            <a:xfrm>
              <a:off x="8430775" y="4286400"/>
              <a:ext cx="7131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58" name="Google Shape;258;p28"/>
            <p:cNvSpPr/>
            <p:nvPr/>
          </p:nvSpPr>
          <p:spPr>
            <a:xfrm>
              <a:off x="8430775" y="342930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59" name="Google Shape;259;p28"/>
            <p:cNvSpPr/>
            <p:nvPr/>
          </p:nvSpPr>
          <p:spPr>
            <a:xfrm>
              <a:off x="7717675" y="4286400"/>
              <a:ext cx="7131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260" name="Google Shape;260;p28"/>
          <p:cNvSpPr/>
          <p:nvPr/>
        </p:nvSpPr>
        <p:spPr>
          <a:xfrm>
            <a:off x="950967" y="719317"/>
            <a:ext cx="1933200" cy="214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608802591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" name="Google Shape;266;p30"/>
          <p:cNvGrpSpPr/>
          <p:nvPr/>
        </p:nvGrpSpPr>
        <p:grpSpPr>
          <a:xfrm>
            <a:off x="446" y="2867"/>
            <a:ext cx="951067" cy="6852300"/>
            <a:chOff x="7468800" y="0"/>
            <a:chExt cx="1675200" cy="5139225"/>
          </a:xfrm>
        </p:grpSpPr>
        <p:sp>
          <p:nvSpPr>
            <p:cNvPr id="267" name="Google Shape;267;p30"/>
            <p:cNvSpPr/>
            <p:nvPr/>
          </p:nvSpPr>
          <p:spPr>
            <a:xfrm>
              <a:off x="7468800" y="3464996"/>
              <a:ext cx="1675200" cy="816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8" name="Google Shape;268;p30"/>
            <p:cNvSpPr/>
            <p:nvPr/>
          </p:nvSpPr>
          <p:spPr>
            <a:xfrm>
              <a:off x="7468800" y="4282125"/>
              <a:ext cx="16752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9" name="Google Shape;269;p30"/>
            <p:cNvSpPr/>
            <p:nvPr/>
          </p:nvSpPr>
          <p:spPr>
            <a:xfrm>
              <a:off x="7468800" y="2487375"/>
              <a:ext cx="16752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0" name="Google Shape;270;p30"/>
            <p:cNvSpPr/>
            <p:nvPr/>
          </p:nvSpPr>
          <p:spPr>
            <a:xfrm>
              <a:off x="7468800" y="2647875"/>
              <a:ext cx="1675200" cy="816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1" name="Google Shape;271;p30"/>
            <p:cNvSpPr/>
            <p:nvPr/>
          </p:nvSpPr>
          <p:spPr>
            <a:xfrm rot="10800000" flipH="1">
              <a:off x="7468800" y="857329"/>
              <a:ext cx="1675200" cy="816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2" name="Google Shape;272;p30"/>
            <p:cNvSpPr/>
            <p:nvPr/>
          </p:nvSpPr>
          <p:spPr>
            <a:xfrm rot="10800000" flipH="1">
              <a:off x="7468800" y="0"/>
              <a:ext cx="16752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3" name="Google Shape;273;p30"/>
            <p:cNvSpPr/>
            <p:nvPr/>
          </p:nvSpPr>
          <p:spPr>
            <a:xfrm rot="10800000" flipH="1">
              <a:off x="7468800" y="1674450"/>
              <a:ext cx="1675200" cy="816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66651783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5" name="Google Shape;275;p31"/>
          <p:cNvGrpSpPr/>
          <p:nvPr/>
        </p:nvGrpSpPr>
        <p:grpSpPr>
          <a:xfrm>
            <a:off x="1" y="0"/>
            <a:ext cx="12191833" cy="6858000"/>
            <a:chOff x="0" y="0"/>
            <a:chExt cx="9143875" cy="5143500"/>
          </a:xfrm>
        </p:grpSpPr>
        <p:sp>
          <p:nvSpPr>
            <p:cNvPr id="276" name="Google Shape;276;p31"/>
            <p:cNvSpPr/>
            <p:nvPr/>
          </p:nvSpPr>
          <p:spPr>
            <a:xfrm rot="10800000" flipH="1">
              <a:off x="0" y="4286400"/>
              <a:ext cx="7131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7" name="Google Shape;277;p31"/>
            <p:cNvSpPr/>
            <p:nvPr/>
          </p:nvSpPr>
          <p:spPr>
            <a:xfrm rot="10800000" flipH="1">
              <a:off x="0" y="342930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8" name="Google Shape;278;p31"/>
            <p:cNvSpPr/>
            <p:nvPr/>
          </p:nvSpPr>
          <p:spPr>
            <a:xfrm rot="10800000" flipH="1">
              <a:off x="8430775" y="0"/>
              <a:ext cx="7131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9" name="Google Shape;279;p31"/>
            <p:cNvSpPr/>
            <p:nvPr/>
          </p:nvSpPr>
          <p:spPr>
            <a:xfrm rot="10800000" flipH="1">
              <a:off x="8430775" y="85710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80" name="Google Shape;280;p31"/>
            <p:cNvSpPr/>
            <p:nvPr/>
          </p:nvSpPr>
          <p:spPr>
            <a:xfrm>
              <a:off x="8430775" y="1714200"/>
              <a:ext cx="7131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281" name="Google Shape;281;p31"/>
          <p:cNvSpPr/>
          <p:nvPr/>
        </p:nvSpPr>
        <p:spPr>
          <a:xfrm>
            <a:off x="950967" y="366217"/>
            <a:ext cx="1933200" cy="214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240071911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6331"/>
            <a:ext cx="11353800" cy="7390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10291398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3481"/>
            <a:ext cx="11353800" cy="7390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6635438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gradFill>
          <a:gsLst>
            <a:gs pos="0">
              <a:srgbClr val="EFEDEE"/>
            </a:gs>
            <a:gs pos="53000">
              <a:srgbClr val="F1EFF0"/>
            </a:gs>
            <a:gs pos="77000">
              <a:srgbClr val="EFEDEE"/>
            </a:gs>
            <a:gs pos="100000">
              <a:srgbClr val="EFEBE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6331"/>
            <a:ext cx="11353800" cy="7390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20575660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bg>
      <p:bgPr>
        <a:gradFill>
          <a:gsLst>
            <a:gs pos="0">
              <a:srgbClr val="EFEDEE"/>
            </a:gs>
            <a:gs pos="53000">
              <a:srgbClr val="F1EFF0"/>
            </a:gs>
            <a:gs pos="77000">
              <a:srgbClr val="EFEDEE"/>
            </a:gs>
            <a:gs pos="100000">
              <a:srgbClr val="EFEBE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6331"/>
            <a:ext cx="11353800" cy="7390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88530981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Title Only">
    <p:bg>
      <p:bgPr>
        <a:gradFill>
          <a:gsLst>
            <a:gs pos="0">
              <a:srgbClr val="EFEDEE"/>
            </a:gs>
            <a:gs pos="53000">
              <a:srgbClr val="F1EFF0"/>
            </a:gs>
            <a:gs pos="77000">
              <a:srgbClr val="EFEDEE"/>
            </a:gs>
            <a:gs pos="100000">
              <a:srgbClr val="EFEBE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6331"/>
            <a:ext cx="10515600" cy="7390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85323238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3_Title Only">
    <p:bg>
      <p:bgPr>
        <a:gradFill>
          <a:gsLst>
            <a:gs pos="0">
              <a:srgbClr val="EFEDEE"/>
            </a:gs>
            <a:gs pos="53000">
              <a:srgbClr val="F1EFF0"/>
            </a:gs>
            <a:gs pos="77000">
              <a:srgbClr val="EFEDEE"/>
            </a:gs>
            <a:gs pos="100000">
              <a:srgbClr val="EFEBE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6331"/>
            <a:ext cx="11353800" cy="7390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80DD64-6AC6-41B8-826F-6BE55763C65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241939" y="424090"/>
            <a:ext cx="533400" cy="65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401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4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.xml"/><Relationship Id="rId13" Type="http://schemas.openxmlformats.org/officeDocument/2006/relationships/slideLayout" Target="../slideLayouts/slideLayout55.xml"/><Relationship Id="rId3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54.xml"/><Relationship Id="rId2" Type="http://schemas.openxmlformats.org/officeDocument/2006/relationships/slideLayout" Target="../slideLayouts/slideLayout44.xml"/><Relationship Id="rId16" Type="http://schemas.openxmlformats.org/officeDocument/2006/relationships/theme" Target="../theme/theme4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53.xml"/><Relationship Id="rId5" Type="http://schemas.openxmlformats.org/officeDocument/2006/relationships/slideLayout" Target="../slideLayouts/slideLayout47.xml"/><Relationship Id="rId15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Relationship Id="rId14" Type="http://schemas.openxmlformats.org/officeDocument/2006/relationships/slideLayout" Target="../slideLayouts/slideLayout5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13" Type="http://schemas.openxmlformats.org/officeDocument/2006/relationships/slideLayout" Target="../slideLayouts/slideLayout70.xml"/><Relationship Id="rId18" Type="http://schemas.openxmlformats.org/officeDocument/2006/relationships/slideLayout" Target="../slideLayouts/slideLayout75.xml"/><Relationship Id="rId3" Type="http://schemas.openxmlformats.org/officeDocument/2006/relationships/slideLayout" Target="../slideLayouts/slideLayout60.xml"/><Relationship Id="rId21" Type="http://schemas.openxmlformats.org/officeDocument/2006/relationships/slideLayout" Target="../slideLayouts/slideLayout78.xml"/><Relationship Id="rId7" Type="http://schemas.openxmlformats.org/officeDocument/2006/relationships/slideLayout" Target="../slideLayouts/slideLayout64.xml"/><Relationship Id="rId12" Type="http://schemas.openxmlformats.org/officeDocument/2006/relationships/slideLayout" Target="../slideLayouts/slideLayout69.xml"/><Relationship Id="rId17" Type="http://schemas.openxmlformats.org/officeDocument/2006/relationships/slideLayout" Target="../slideLayouts/slideLayout74.xml"/><Relationship Id="rId2" Type="http://schemas.openxmlformats.org/officeDocument/2006/relationships/slideLayout" Target="../slideLayouts/slideLayout59.xml"/><Relationship Id="rId16" Type="http://schemas.openxmlformats.org/officeDocument/2006/relationships/slideLayout" Target="../slideLayouts/slideLayout73.xml"/><Relationship Id="rId20" Type="http://schemas.openxmlformats.org/officeDocument/2006/relationships/slideLayout" Target="../slideLayouts/slideLayout77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24" Type="http://schemas.openxmlformats.org/officeDocument/2006/relationships/theme" Target="../theme/theme5.xml"/><Relationship Id="rId5" Type="http://schemas.openxmlformats.org/officeDocument/2006/relationships/slideLayout" Target="../slideLayouts/slideLayout62.xml"/><Relationship Id="rId15" Type="http://schemas.openxmlformats.org/officeDocument/2006/relationships/slideLayout" Target="../slideLayouts/slideLayout72.xml"/><Relationship Id="rId23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67.xml"/><Relationship Id="rId19" Type="http://schemas.openxmlformats.org/officeDocument/2006/relationships/slideLayout" Target="../slideLayouts/slideLayout76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Relationship Id="rId14" Type="http://schemas.openxmlformats.org/officeDocument/2006/relationships/slideLayout" Target="../slideLayouts/slideLayout71.xml"/><Relationship Id="rId22" Type="http://schemas.openxmlformats.org/officeDocument/2006/relationships/slideLayout" Target="../slideLayouts/slideLayout79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8.xml"/><Relationship Id="rId13" Type="http://schemas.openxmlformats.org/officeDocument/2006/relationships/slideLayout" Target="../slideLayouts/slideLayout93.xml"/><Relationship Id="rId18" Type="http://schemas.openxmlformats.org/officeDocument/2006/relationships/slideLayout" Target="../slideLayouts/slideLayout98.xml"/><Relationship Id="rId3" Type="http://schemas.openxmlformats.org/officeDocument/2006/relationships/slideLayout" Target="../slideLayouts/slideLayout83.xml"/><Relationship Id="rId21" Type="http://schemas.openxmlformats.org/officeDocument/2006/relationships/slideLayout" Target="../slideLayouts/slideLayout101.xml"/><Relationship Id="rId7" Type="http://schemas.openxmlformats.org/officeDocument/2006/relationships/slideLayout" Target="../slideLayouts/slideLayout87.xml"/><Relationship Id="rId12" Type="http://schemas.openxmlformats.org/officeDocument/2006/relationships/slideLayout" Target="../slideLayouts/slideLayout92.xml"/><Relationship Id="rId17" Type="http://schemas.openxmlformats.org/officeDocument/2006/relationships/slideLayout" Target="../slideLayouts/slideLayout97.xml"/><Relationship Id="rId2" Type="http://schemas.openxmlformats.org/officeDocument/2006/relationships/slideLayout" Target="../slideLayouts/slideLayout82.xml"/><Relationship Id="rId16" Type="http://schemas.openxmlformats.org/officeDocument/2006/relationships/slideLayout" Target="../slideLayouts/slideLayout96.xml"/><Relationship Id="rId20" Type="http://schemas.openxmlformats.org/officeDocument/2006/relationships/slideLayout" Target="../slideLayouts/slideLayout100.xml"/><Relationship Id="rId1" Type="http://schemas.openxmlformats.org/officeDocument/2006/relationships/slideLayout" Target="../slideLayouts/slideLayout81.xml"/><Relationship Id="rId6" Type="http://schemas.openxmlformats.org/officeDocument/2006/relationships/slideLayout" Target="../slideLayouts/slideLayout86.xml"/><Relationship Id="rId11" Type="http://schemas.openxmlformats.org/officeDocument/2006/relationships/slideLayout" Target="../slideLayouts/slideLayout91.xml"/><Relationship Id="rId5" Type="http://schemas.openxmlformats.org/officeDocument/2006/relationships/slideLayout" Target="../slideLayouts/slideLayout85.xml"/><Relationship Id="rId15" Type="http://schemas.openxmlformats.org/officeDocument/2006/relationships/slideLayout" Target="../slideLayouts/slideLayout95.xml"/><Relationship Id="rId23" Type="http://schemas.openxmlformats.org/officeDocument/2006/relationships/theme" Target="../theme/theme6.xml"/><Relationship Id="rId10" Type="http://schemas.openxmlformats.org/officeDocument/2006/relationships/slideLayout" Target="../slideLayouts/slideLayout90.xml"/><Relationship Id="rId19" Type="http://schemas.openxmlformats.org/officeDocument/2006/relationships/slideLayout" Target="../slideLayouts/slideLayout99.xml"/><Relationship Id="rId4" Type="http://schemas.openxmlformats.org/officeDocument/2006/relationships/slideLayout" Target="../slideLayouts/slideLayout84.xml"/><Relationship Id="rId9" Type="http://schemas.openxmlformats.org/officeDocument/2006/relationships/slideLayout" Target="../slideLayouts/slideLayout89.xml"/><Relationship Id="rId14" Type="http://schemas.openxmlformats.org/officeDocument/2006/relationships/slideLayout" Target="../slideLayouts/slideLayout94.xml"/><Relationship Id="rId22" Type="http://schemas.openxmlformats.org/officeDocument/2006/relationships/slideLayout" Target="../slideLayouts/slideLayout102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0.xml"/><Relationship Id="rId13" Type="http://schemas.openxmlformats.org/officeDocument/2006/relationships/slideLayout" Target="../slideLayouts/slideLayout115.xml"/><Relationship Id="rId18" Type="http://schemas.openxmlformats.org/officeDocument/2006/relationships/slideLayout" Target="../slideLayouts/slideLayout120.xml"/><Relationship Id="rId3" Type="http://schemas.openxmlformats.org/officeDocument/2006/relationships/slideLayout" Target="../slideLayouts/slideLayout105.xml"/><Relationship Id="rId21" Type="http://schemas.openxmlformats.org/officeDocument/2006/relationships/slideLayout" Target="../slideLayouts/slideLayout123.xml"/><Relationship Id="rId7" Type="http://schemas.openxmlformats.org/officeDocument/2006/relationships/slideLayout" Target="../slideLayouts/slideLayout109.xml"/><Relationship Id="rId12" Type="http://schemas.openxmlformats.org/officeDocument/2006/relationships/slideLayout" Target="../slideLayouts/slideLayout114.xml"/><Relationship Id="rId17" Type="http://schemas.openxmlformats.org/officeDocument/2006/relationships/slideLayout" Target="../slideLayouts/slideLayout119.xml"/><Relationship Id="rId2" Type="http://schemas.openxmlformats.org/officeDocument/2006/relationships/slideLayout" Target="../slideLayouts/slideLayout104.xml"/><Relationship Id="rId16" Type="http://schemas.openxmlformats.org/officeDocument/2006/relationships/slideLayout" Target="../slideLayouts/slideLayout118.xml"/><Relationship Id="rId20" Type="http://schemas.openxmlformats.org/officeDocument/2006/relationships/slideLayout" Target="../slideLayouts/slideLayout122.xml"/><Relationship Id="rId1" Type="http://schemas.openxmlformats.org/officeDocument/2006/relationships/slideLayout" Target="../slideLayouts/slideLayout103.xml"/><Relationship Id="rId6" Type="http://schemas.openxmlformats.org/officeDocument/2006/relationships/slideLayout" Target="../slideLayouts/slideLayout108.xml"/><Relationship Id="rId11" Type="http://schemas.openxmlformats.org/officeDocument/2006/relationships/slideLayout" Target="../slideLayouts/slideLayout113.xml"/><Relationship Id="rId5" Type="http://schemas.openxmlformats.org/officeDocument/2006/relationships/slideLayout" Target="../slideLayouts/slideLayout107.xml"/><Relationship Id="rId15" Type="http://schemas.openxmlformats.org/officeDocument/2006/relationships/slideLayout" Target="../slideLayouts/slideLayout117.xml"/><Relationship Id="rId10" Type="http://schemas.openxmlformats.org/officeDocument/2006/relationships/slideLayout" Target="../slideLayouts/slideLayout112.xml"/><Relationship Id="rId19" Type="http://schemas.openxmlformats.org/officeDocument/2006/relationships/slideLayout" Target="../slideLayouts/slideLayout121.xml"/><Relationship Id="rId4" Type="http://schemas.openxmlformats.org/officeDocument/2006/relationships/slideLayout" Target="../slideLayouts/slideLayout106.xml"/><Relationship Id="rId9" Type="http://schemas.openxmlformats.org/officeDocument/2006/relationships/slideLayout" Target="../slideLayouts/slideLayout111.xml"/><Relationship Id="rId14" Type="http://schemas.openxmlformats.org/officeDocument/2006/relationships/slideLayout" Target="../slideLayouts/slideLayout116.xml"/><Relationship Id="rId22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1.xml"/><Relationship Id="rId3" Type="http://schemas.openxmlformats.org/officeDocument/2006/relationships/slideLayout" Target="../slideLayouts/slideLayout126.xml"/><Relationship Id="rId7" Type="http://schemas.openxmlformats.org/officeDocument/2006/relationships/slideLayout" Target="../slideLayouts/slideLayout130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125.xml"/><Relationship Id="rId1" Type="http://schemas.openxmlformats.org/officeDocument/2006/relationships/slideLayout" Target="../slideLayouts/slideLayout124.xml"/><Relationship Id="rId6" Type="http://schemas.openxmlformats.org/officeDocument/2006/relationships/slideLayout" Target="../slideLayouts/slideLayout129.xml"/><Relationship Id="rId11" Type="http://schemas.openxmlformats.org/officeDocument/2006/relationships/slideLayout" Target="../slideLayouts/slideLayout134.xml"/><Relationship Id="rId5" Type="http://schemas.openxmlformats.org/officeDocument/2006/relationships/slideLayout" Target="../slideLayouts/slideLayout128.xml"/><Relationship Id="rId10" Type="http://schemas.openxmlformats.org/officeDocument/2006/relationships/slideLayout" Target="../slideLayouts/slideLayout133.xml"/><Relationship Id="rId4" Type="http://schemas.openxmlformats.org/officeDocument/2006/relationships/slideLayout" Target="../slideLayouts/slideLayout127.xml"/><Relationship Id="rId9" Type="http://schemas.openxmlformats.org/officeDocument/2006/relationships/slideLayout" Target="../slideLayouts/slideLayout132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2.xml"/><Relationship Id="rId13" Type="http://schemas.openxmlformats.org/officeDocument/2006/relationships/slideLayout" Target="../slideLayouts/slideLayout147.xml"/><Relationship Id="rId3" Type="http://schemas.openxmlformats.org/officeDocument/2006/relationships/slideLayout" Target="../slideLayouts/slideLayout137.xml"/><Relationship Id="rId7" Type="http://schemas.openxmlformats.org/officeDocument/2006/relationships/slideLayout" Target="../slideLayouts/slideLayout141.xml"/><Relationship Id="rId12" Type="http://schemas.openxmlformats.org/officeDocument/2006/relationships/slideLayout" Target="../slideLayouts/slideLayout146.xml"/><Relationship Id="rId2" Type="http://schemas.openxmlformats.org/officeDocument/2006/relationships/slideLayout" Target="../slideLayouts/slideLayout136.xml"/><Relationship Id="rId1" Type="http://schemas.openxmlformats.org/officeDocument/2006/relationships/slideLayout" Target="../slideLayouts/slideLayout135.xml"/><Relationship Id="rId6" Type="http://schemas.openxmlformats.org/officeDocument/2006/relationships/slideLayout" Target="../slideLayouts/slideLayout140.xml"/><Relationship Id="rId11" Type="http://schemas.openxmlformats.org/officeDocument/2006/relationships/slideLayout" Target="../slideLayouts/slideLayout145.xml"/><Relationship Id="rId5" Type="http://schemas.openxmlformats.org/officeDocument/2006/relationships/slideLayout" Target="../slideLayouts/slideLayout139.xml"/><Relationship Id="rId15" Type="http://schemas.openxmlformats.org/officeDocument/2006/relationships/theme" Target="../theme/theme9.xml"/><Relationship Id="rId10" Type="http://schemas.openxmlformats.org/officeDocument/2006/relationships/slideLayout" Target="../slideLayouts/slideLayout144.xml"/><Relationship Id="rId4" Type="http://schemas.openxmlformats.org/officeDocument/2006/relationships/slideLayout" Target="../slideLayouts/slideLayout138.xml"/><Relationship Id="rId9" Type="http://schemas.openxmlformats.org/officeDocument/2006/relationships/slideLayout" Target="../slideLayouts/slideLayout143.xml"/><Relationship Id="rId14" Type="http://schemas.openxmlformats.org/officeDocument/2006/relationships/slideLayout" Target="../slideLayouts/slideLayout148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49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50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3.xml"/><Relationship Id="rId2" Type="http://schemas.openxmlformats.org/officeDocument/2006/relationships/slideLayout" Target="../slideLayouts/slideLayout152.xml"/><Relationship Id="rId1" Type="http://schemas.openxmlformats.org/officeDocument/2006/relationships/slideLayout" Target="../slideLayouts/slideLayout151.xml"/><Relationship Id="rId5" Type="http://schemas.openxmlformats.org/officeDocument/2006/relationships/theme" Target="../theme/theme12.xml"/><Relationship Id="rId4" Type="http://schemas.openxmlformats.org/officeDocument/2006/relationships/slideLayout" Target="../slideLayouts/slideLayout15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180070-0366-42D3-8F94-1EC3607D7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E45E1E-BC0E-4C3C-85EB-272E5E72FE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D2D82-0212-4421-B426-9A70ABDA94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33CA11-656F-4FB2-93FB-89E34777F27A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7D5838-CE2F-4F61-9B85-C3D1EB07BD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E18B42-7FCB-4A5E-A02A-AC64FA6BD4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94777-F16A-46E2-8BE6-DC03DDF0A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067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7E7E7"/>
            </a:gs>
            <a:gs pos="100000">
              <a:srgbClr val="FFFFFF"/>
            </a:gs>
          </a:gsLst>
          <a:lin ang="5400700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F1A38"/>
              </a:buClr>
              <a:buSzPts val="13300"/>
              <a:buFont typeface="Cardo"/>
              <a:buNone/>
              <a:defRPr sz="13300" i="0" u="none" strike="noStrike" cap="none">
                <a:solidFill>
                  <a:srgbClr val="0F1A38"/>
                </a:solidFill>
                <a:latin typeface="Cardo"/>
                <a:ea typeface="Cardo"/>
                <a:cs typeface="Cardo"/>
                <a:sym typeface="Card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300"/>
              <a:buFont typeface="Cardo"/>
              <a:buNone/>
              <a:defRPr sz="13300">
                <a:latin typeface="Cardo"/>
                <a:ea typeface="Cardo"/>
                <a:cs typeface="Cardo"/>
                <a:sym typeface="Card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3300"/>
              <a:buFont typeface="Cardo"/>
              <a:buNone/>
              <a:defRPr sz="13300">
                <a:latin typeface="Cardo"/>
                <a:ea typeface="Cardo"/>
                <a:cs typeface="Cardo"/>
                <a:sym typeface="Card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3300"/>
              <a:buFont typeface="Cardo"/>
              <a:buNone/>
              <a:defRPr sz="13300">
                <a:latin typeface="Cardo"/>
                <a:ea typeface="Cardo"/>
                <a:cs typeface="Cardo"/>
                <a:sym typeface="Card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3300"/>
              <a:buFont typeface="Cardo"/>
              <a:buNone/>
              <a:defRPr sz="13300">
                <a:latin typeface="Cardo"/>
                <a:ea typeface="Cardo"/>
                <a:cs typeface="Cardo"/>
                <a:sym typeface="Card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3300"/>
              <a:buFont typeface="Cardo"/>
              <a:buNone/>
              <a:defRPr sz="13300">
                <a:latin typeface="Cardo"/>
                <a:ea typeface="Cardo"/>
                <a:cs typeface="Cardo"/>
                <a:sym typeface="Card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3300"/>
              <a:buFont typeface="Cardo"/>
              <a:buNone/>
              <a:defRPr sz="13300">
                <a:latin typeface="Cardo"/>
                <a:ea typeface="Cardo"/>
                <a:cs typeface="Cardo"/>
                <a:sym typeface="Card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3300"/>
              <a:buFont typeface="Cardo"/>
              <a:buNone/>
              <a:defRPr sz="13300">
                <a:latin typeface="Cardo"/>
                <a:ea typeface="Cardo"/>
                <a:cs typeface="Cardo"/>
                <a:sym typeface="Card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3300"/>
              <a:buFont typeface="Cardo"/>
              <a:buNone/>
              <a:defRPr sz="13300">
                <a:latin typeface="Cardo"/>
                <a:ea typeface="Cardo"/>
                <a:cs typeface="Cardo"/>
                <a:sym typeface="Card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577850" algn="l" rtl="0">
              <a:spcBef>
                <a:spcPts val="640"/>
              </a:spcBef>
              <a:spcAft>
                <a:spcPts val="0"/>
              </a:spcAft>
              <a:buClr>
                <a:srgbClr val="0F1A38"/>
              </a:buClr>
              <a:buSzPts val="5500"/>
              <a:buFont typeface="Inter"/>
              <a:buChar char="•"/>
              <a:defRPr sz="5500" i="0" u="none" strike="noStrike" cap="none">
                <a:solidFill>
                  <a:srgbClr val="0F1A38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61950" algn="l" rtl="0">
              <a:spcBef>
                <a:spcPts val="560"/>
              </a:spcBef>
              <a:spcAft>
                <a:spcPts val="0"/>
              </a:spcAft>
              <a:buClr>
                <a:srgbClr val="0F1A38"/>
              </a:buClr>
              <a:buSzPts val="2100"/>
              <a:buFont typeface="Inter"/>
              <a:buChar char="–"/>
              <a:defRPr sz="2100" i="0" u="none" strike="noStrike" cap="none">
                <a:solidFill>
                  <a:srgbClr val="0F1A38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61950" algn="l" rtl="0">
              <a:spcBef>
                <a:spcPts val="480"/>
              </a:spcBef>
              <a:spcAft>
                <a:spcPts val="0"/>
              </a:spcAft>
              <a:buClr>
                <a:srgbClr val="0F1A38"/>
              </a:buClr>
              <a:buSzPts val="2100"/>
              <a:buFont typeface="Inter"/>
              <a:buChar char="•"/>
              <a:defRPr sz="2100" i="0" u="none" strike="noStrike" cap="none">
                <a:solidFill>
                  <a:srgbClr val="0F1A38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61950" algn="l" rtl="0">
              <a:spcBef>
                <a:spcPts val="400"/>
              </a:spcBef>
              <a:spcAft>
                <a:spcPts val="0"/>
              </a:spcAft>
              <a:buClr>
                <a:srgbClr val="0F1A38"/>
              </a:buClr>
              <a:buSzPts val="2100"/>
              <a:buFont typeface="Inter"/>
              <a:buChar char="–"/>
              <a:defRPr sz="2100" i="0" u="none" strike="noStrike" cap="none">
                <a:solidFill>
                  <a:srgbClr val="0F1A38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61950" algn="l" rtl="0">
              <a:spcBef>
                <a:spcPts val="400"/>
              </a:spcBef>
              <a:spcAft>
                <a:spcPts val="0"/>
              </a:spcAft>
              <a:buClr>
                <a:srgbClr val="0F1A38"/>
              </a:buClr>
              <a:buSzPts val="2100"/>
              <a:buFont typeface="Inter"/>
              <a:buChar char="»"/>
              <a:defRPr sz="2100" i="0" u="none" strike="noStrike" cap="none">
                <a:solidFill>
                  <a:srgbClr val="0F1A38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61950" algn="l" rtl="0">
              <a:spcBef>
                <a:spcPts val="400"/>
              </a:spcBef>
              <a:spcAft>
                <a:spcPts val="0"/>
              </a:spcAft>
              <a:buClr>
                <a:srgbClr val="0F1A38"/>
              </a:buClr>
              <a:buSzPts val="2100"/>
              <a:buFont typeface="Inter"/>
              <a:buChar char="•"/>
              <a:defRPr sz="2100" i="0" u="none" strike="noStrike" cap="none">
                <a:solidFill>
                  <a:srgbClr val="0F1A38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61950" algn="l" rtl="0">
              <a:spcBef>
                <a:spcPts val="400"/>
              </a:spcBef>
              <a:spcAft>
                <a:spcPts val="0"/>
              </a:spcAft>
              <a:buClr>
                <a:srgbClr val="0F1A38"/>
              </a:buClr>
              <a:buSzPts val="2100"/>
              <a:buFont typeface="Inter"/>
              <a:buChar char="•"/>
              <a:defRPr sz="2100" i="0" u="none" strike="noStrike" cap="none">
                <a:solidFill>
                  <a:srgbClr val="0F1A38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61950" algn="l" rtl="0">
              <a:spcBef>
                <a:spcPts val="400"/>
              </a:spcBef>
              <a:spcAft>
                <a:spcPts val="0"/>
              </a:spcAft>
              <a:buClr>
                <a:srgbClr val="0F1A38"/>
              </a:buClr>
              <a:buSzPts val="2100"/>
              <a:buFont typeface="Inter"/>
              <a:buChar char="•"/>
              <a:defRPr sz="2100" i="0" u="none" strike="noStrike" cap="none">
                <a:solidFill>
                  <a:srgbClr val="0F1A38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61950" algn="l" rtl="0">
              <a:spcBef>
                <a:spcPts val="400"/>
              </a:spcBef>
              <a:spcAft>
                <a:spcPts val="0"/>
              </a:spcAft>
              <a:buClr>
                <a:srgbClr val="0F1A38"/>
              </a:buClr>
              <a:buSzPts val="2100"/>
              <a:buFont typeface="Inter"/>
              <a:buChar char="•"/>
              <a:defRPr sz="2100" i="0" u="none" strike="noStrike" cap="none">
                <a:solidFill>
                  <a:srgbClr val="0F1A38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0792116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  <p:sldLayoutId id="2147483754" r:id="rId12"/>
    <p:sldLayoutId id="2147483755" r:id="rId13"/>
    <p:sldLayoutId id="2147483756" r:id="rId14"/>
    <p:sldLayoutId id="2147483757" r:id="rId15"/>
    <p:sldLayoutId id="2147483758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711081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138425"/>
            <a:ext cx="10972800" cy="4987739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19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1" r:id="rId1"/>
    <p:sldLayoutId id="2147483952" r:id="rId2"/>
    <p:sldLayoutId id="2147483953" r:id="rId3"/>
    <p:sldLayoutId id="2147483954" r:id="rId4"/>
    <p:sldLayoutId id="2147483955" r:id="rId5"/>
    <p:sldLayoutId id="2147483956" r:id="rId6"/>
    <p:sldLayoutId id="2147483957" r:id="rId7"/>
    <p:sldLayoutId id="2147483958" r:id="rId8"/>
    <p:sldLayoutId id="2147483959" r:id="rId9"/>
    <p:sldLayoutId id="2147483960" r:id="rId10"/>
    <p:sldLayoutId id="2147483961" r:id="rId11"/>
    <p:sldLayoutId id="2147483962" r:id="rId12"/>
    <p:sldLayoutId id="2147483963" r:id="rId13"/>
    <p:sldLayoutId id="2147483964" r:id="rId14"/>
  </p:sldLayoutIdLst>
  <p:txStyles>
    <p:titleStyle>
      <a:lvl1pPr algn="l" defTabSz="1219119" rtl="0" eaLnBrk="1" latinLnBrk="0" hangingPunct="1">
        <a:spcBef>
          <a:spcPct val="0"/>
        </a:spcBef>
        <a:buNone/>
        <a:defRPr sz="3200" kern="1200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+mj-cs"/>
        </a:defRPr>
      </a:lvl1pPr>
    </p:titleStyle>
    <p:bodyStyle>
      <a:lvl1pPr marL="457170" indent="-457170" algn="l" defTabSz="1219119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534" indent="-380974" algn="l" defTabSz="1219119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898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459" indent="-304780" algn="l" defTabSz="1219119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3017" indent="-304780" algn="l" defTabSz="1219119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576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36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95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54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9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9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78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38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97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57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15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75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711081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138425"/>
            <a:ext cx="10972800" cy="4987739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053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6" r:id="rId1"/>
    <p:sldLayoutId id="2147483967" r:id="rId2"/>
    <p:sldLayoutId id="2147483968" r:id="rId3"/>
    <p:sldLayoutId id="2147483969" r:id="rId4"/>
    <p:sldLayoutId id="2147483970" r:id="rId5"/>
    <p:sldLayoutId id="2147483971" r:id="rId6"/>
    <p:sldLayoutId id="2147483972" r:id="rId7"/>
    <p:sldLayoutId id="2147483973" r:id="rId8"/>
    <p:sldLayoutId id="2147483974" r:id="rId9"/>
    <p:sldLayoutId id="2147483975" r:id="rId10"/>
    <p:sldLayoutId id="2147483976" r:id="rId11"/>
    <p:sldLayoutId id="2147483977" r:id="rId12"/>
    <p:sldLayoutId id="2147483978" r:id="rId13"/>
    <p:sldLayoutId id="2147483979" r:id="rId14"/>
    <p:sldLayoutId id="2147483980" r:id="rId15"/>
  </p:sldLayoutIdLst>
  <p:txStyles>
    <p:titleStyle>
      <a:lvl1pPr algn="l" defTabSz="1219119" rtl="0" eaLnBrk="1" latinLnBrk="0" hangingPunct="1">
        <a:spcBef>
          <a:spcPct val="0"/>
        </a:spcBef>
        <a:buNone/>
        <a:defRPr sz="3200" kern="1200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Segoe UI" panose="020B0502040204020203" pitchFamily="34" charset="0"/>
        </a:defRPr>
      </a:lvl1pPr>
    </p:titleStyle>
    <p:bodyStyle>
      <a:lvl1pPr marL="457170" indent="-457170" algn="l" defTabSz="1219119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990534" indent="-380974" algn="l" defTabSz="1219119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523898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2133459" indent="-304780" algn="l" defTabSz="1219119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2743017" indent="-304780" algn="l" defTabSz="1219119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3352576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36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95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54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9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9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78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38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97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57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15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75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711081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138425"/>
            <a:ext cx="10972800" cy="4987739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84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2" r:id="rId1"/>
    <p:sldLayoutId id="2147483983" r:id="rId2"/>
    <p:sldLayoutId id="2147483984" r:id="rId3"/>
    <p:sldLayoutId id="2147483985" r:id="rId4"/>
    <p:sldLayoutId id="2147483986" r:id="rId5"/>
    <p:sldLayoutId id="2147483987" r:id="rId6"/>
    <p:sldLayoutId id="2147483988" r:id="rId7"/>
    <p:sldLayoutId id="2147483989" r:id="rId8"/>
    <p:sldLayoutId id="2147483990" r:id="rId9"/>
    <p:sldLayoutId id="2147483991" r:id="rId10"/>
    <p:sldLayoutId id="2147483992" r:id="rId11"/>
    <p:sldLayoutId id="2147483993" r:id="rId12"/>
    <p:sldLayoutId id="2147483994" r:id="rId13"/>
    <p:sldLayoutId id="2147483995" r:id="rId14"/>
    <p:sldLayoutId id="2147483996" r:id="rId15"/>
    <p:sldLayoutId id="2147483997" r:id="rId16"/>
    <p:sldLayoutId id="2147483998" r:id="rId17"/>
    <p:sldLayoutId id="2147483999" r:id="rId18"/>
    <p:sldLayoutId id="2147484000" r:id="rId19"/>
    <p:sldLayoutId id="2147484001" r:id="rId20"/>
    <p:sldLayoutId id="2147484002" r:id="rId21"/>
    <p:sldLayoutId id="2147484003" r:id="rId22"/>
    <p:sldLayoutId id="2147484004" r:id="rId23"/>
  </p:sldLayoutIdLst>
  <p:txStyles>
    <p:titleStyle>
      <a:lvl1pPr algn="l" defTabSz="1219119" rtl="0" eaLnBrk="1" latinLnBrk="0" hangingPunct="1">
        <a:spcBef>
          <a:spcPct val="0"/>
        </a:spcBef>
        <a:buNone/>
        <a:defRPr sz="3200" kern="1200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+mj-cs"/>
        </a:defRPr>
      </a:lvl1pPr>
    </p:titleStyle>
    <p:bodyStyle>
      <a:lvl1pPr marL="457170" indent="-457170" algn="l" defTabSz="1219119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534" indent="-380974" algn="l" defTabSz="1219119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898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459" indent="-304780" algn="l" defTabSz="1219119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3017" indent="-304780" algn="l" defTabSz="1219119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576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36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95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54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9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9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78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38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97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57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15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75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711081"/>
          </a:xfrm>
          <a:prstGeom prst="rect">
            <a:avLst/>
          </a:prstGeom>
        </p:spPr>
        <p:txBody>
          <a:bodyPr vert="horz" lIns="91436" tIns="45718" rIns="91436" bIns="45718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138425"/>
            <a:ext cx="10972800" cy="4987739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396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6" r:id="rId1"/>
    <p:sldLayoutId id="2147484007" r:id="rId2"/>
    <p:sldLayoutId id="2147484008" r:id="rId3"/>
    <p:sldLayoutId id="2147484009" r:id="rId4"/>
    <p:sldLayoutId id="2147484010" r:id="rId5"/>
    <p:sldLayoutId id="2147484011" r:id="rId6"/>
    <p:sldLayoutId id="2147484012" r:id="rId7"/>
    <p:sldLayoutId id="2147484013" r:id="rId8"/>
    <p:sldLayoutId id="2147484014" r:id="rId9"/>
    <p:sldLayoutId id="2147484015" r:id="rId10"/>
    <p:sldLayoutId id="2147484016" r:id="rId11"/>
    <p:sldLayoutId id="2147484017" r:id="rId12"/>
    <p:sldLayoutId id="2147484018" r:id="rId13"/>
    <p:sldLayoutId id="2147484019" r:id="rId14"/>
    <p:sldLayoutId id="2147484020" r:id="rId15"/>
    <p:sldLayoutId id="2147484021" r:id="rId16"/>
    <p:sldLayoutId id="2147484022" r:id="rId17"/>
    <p:sldLayoutId id="2147484023" r:id="rId18"/>
    <p:sldLayoutId id="2147484024" r:id="rId19"/>
    <p:sldLayoutId id="2147484025" r:id="rId20"/>
    <p:sldLayoutId id="2147484026" r:id="rId21"/>
    <p:sldLayoutId id="2147484027" r:id="rId22"/>
  </p:sldLayoutIdLst>
  <p:txStyles>
    <p:titleStyle>
      <a:lvl1pPr algn="l" defTabSz="1219119" rtl="0" eaLnBrk="1" latinLnBrk="0" hangingPunct="1">
        <a:spcBef>
          <a:spcPct val="0"/>
        </a:spcBef>
        <a:buNone/>
        <a:defRPr sz="4800" b="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Segoe UI" panose="020B0502040204020203" pitchFamily="34" charset="0"/>
        </a:defRPr>
      </a:lvl1pPr>
    </p:titleStyle>
    <p:bodyStyle>
      <a:lvl1pPr marL="457170" indent="-457170" algn="l" defTabSz="1219119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>
              <a:lumMod val="75000"/>
              <a:lumOff val="2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990534" indent="-380974" algn="l" defTabSz="1219119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>
              <a:lumMod val="75000"/>
              <a:lumOff val="2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523898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2133459" indent="-304780" algn="l" defTabSz="1219119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>
              <a:lumMod val="75000"/>
              <a:lumOff val="2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2743017" indent="-304780" algn="l" defTabSz="1219119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>
              <a:lumMod val="75000"/>
              <a:lumOff val="2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3352576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36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95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54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9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9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78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38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97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57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15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75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00000">
              <a:srgbClr val="EEEEEE"/>
            </a:gs>
            <a:gs pos="67000">
              <a:schemeClr val="bg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711081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138425"/>
            <a:ext cx="10972800" cy="4987739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860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9" r:id="rId1"/>
    <p:sldLayoutId id="2147484030" r:id="rId2"/>
    <p:sldLayoutId id="2147484031" r:id="rId3"/>
    <p:sldLayoutId id="2147484032" r:id="rId4"/>
    <p:sldLayoutId id="2147484033" r:id="rId5"/>
    <p:sldLayoutId id="2147484034" r:id="rId6"/>
    <p:sldLayoutId id="2147484035" r:id="rId7"/>
    <p:sldLayoutId id="2147484036" r:id="rId8"/>
    <p:sldLayoutId id="2147484037" r:id="rId9"/>
    <p:sldLayoutId id="2147484038" r:id="rId10"/>
    <p:sldLayoutId id="2147484039" r:id="rId11"/>
    <p:sldLayoutId id="2147484040" r:id="rId12"/>
    <p:sldLayoutId id="2147484041" r:id="rId13"/>
    <p:sldLayoutId id="2147484042" r:id="rId14"/>
    <p:sldLayoutId id="2147484043" r:id="rId15"/>
    <p:sldLayoutId id="2147484044" r:id="rId16"/>
    <p:sldLayoutId id="2147484045" r:id="rId17"/>
    <p:sldLayoutId id="2147484046" r:id="rId18"/>
    <p:sldLayoutId id="2147484047" r:id="rId19"/>
    <p:sldLayoutId id="2147484048" r:id="rId20"/>
    <p:sldLayoutId id="2147484049" r:id="rId21"/>
  </p:sldLayoutIdLst>
  <p:txStyles>
    <p:titleStyle>
      <a:lvl1pPr algn="l" defTabSz="1219119" rtl="0" eaLnBrk="1" latinLnBrk="0" hangingPunct="1">
        <a:spcBef>
          <a:spcPct val="0"/>
        </a:spcBef>
        <a:buNone/>
        <a:defRPr sz="3200" kern="1200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+mj-cs"/>
        </a:defRPr>
      </a:lvl1pPr>
    </p:titleStyle>
    <p:bodyStyle>
      <a:lvl1pPr marL="457170" indent="-457170" algn="l" defTabSz="1219119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534" indent="-380974" algn="l" defTabSz="1219119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898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459" indent="-304780" algn="l" defTabSz="1219119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3017" indent="-304780" algn="l" defTabSz="1219119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576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36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95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54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9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9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78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38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97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57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15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75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90DBC8-3889-4919-A2D1-27D5F072DB5C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B8FEFA-A09C-4D71-BC84-13067B364A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981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07" r:id="rId1"/>
    <p:sldLayoutId id="2147484108" r:id="rId2"/>
    <p:sldLayoutId id="2147484109" r:id="rId3"/>
    <p:sldLayoutId id="2147484110" r:id="rId4"/>
    <p:sldLayoutId id="2147484111" r:id="rId5"/>
    <p:sldLayoutId id="2147484112" r:id="rId6"/>
    <p:sldLayoutId id="2147484113" r:id="rId7"/>
    <p:sldLayoutId id="2147484114" r:id="rId8"/>
    <p:sldLayoutId id="2147484115" r:id="rId9"/>
    <p:sldLayoutId id="2147484116" r:id="rId10"/>
    <p:sldLayoutId id="214748411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○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■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○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■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○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■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7934797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4131" r:id="rId1"/>
    <p:sldLayoutId id="2147484132" r:id="rId2"/>
    <p:sldLayoutId id="2147484133" r:id="rId3"/>
    <p:sldLayoutId id="2147484136" r:id="rId4"/>
    <p:sldLayoutId id="2147484137" r:id="rId5"/>
    <p:sldLayoutId id="2147484138" r:id="rId6"/>
    <p:sldLayoutId id="2147484139" r:id="rId7"/>
    <p:sldLayoutId id="2147484141" r:id="rId8"/>
    <p:sldLayoutId id="2147484142" r:id="rId9"/>
    <p:sldLayoutId id="2147484145" r:id="rId10"/>
    <p:sldLayoutId id="2147484151" r:id="rId11"/>
    <p:sldLayoutId id="2147484157" r:id="rId12"/>
    <p:sldLayoutId id="2147484159" r:id="rId13"/>
    <p:sldLayoutId id="2147484160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06332"/>
            <a:ext cx="10515600" cy="739056"/>
          </a:xfrm>
          <a:prstGeom prst="rect">
            <a:avLst/>
          </a:prstGeom>
        </p:spPr>
        <p:txBody>
          <a:bodyPr rIns="0">
            <a:normAutofit/>
          </a:bodyPr>
          <a:lstStyle/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219200"/>
            <a:ext cx="10515600" cy="4957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57580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9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b="1" kern="1200">
          <a:solidFill>
            <a:schemeClr val="tx1"/>
          </a:solidFill>
          <a:latin typeface="Helvetica" panose="020B0500000000000000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63482"/>
            <a:ext cx="10515600" cy="739056"/>
          </a:xfrm>
          <a:prstGeom prst="rect">
            <a:avLst/>
          </a:prstGeom>
        </p:spPr>
        <p:txBody>
          <a:bodyPr rIns="0">
            <a:normAutofit/>
          </a:bodyPr>
          <a:lstStyle/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219200"/>
            <a:ext cx="10515600" cy="4957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44195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9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b="1" kern="1200">
          <a:solidFill>
            <a:schemeClr val="tx1"/>
          </a:solidFill>
          <a:latin typeface="Helvetica" panose="020B0500000000000000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rgbClr val="EFEDEE"/>
            </a:gs>
            <a:gs pos="53000">
              <a:srgbClr val="F1EFF0"/>
            </a:gs>
            <a:gs pos="77000">
              <a:srgbClr val="EFEDEE"/>
            </a:gs>
            <a:gs pos="100000">
              <a:srgbClr val="EFEBE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06332"/>
            <a:ext cx="10515600" cy="739056"/>
          </a:xfrm>
          <a:prstGeom prst="rect">
            <a:avLst/>
          </a:prstGeom>
        </p:spPr>
        <p:txBody>
          <a:bodyPr rIns="0">
            <a:normAutofit/>
          </a:bodyPr>
          <a:lstStyle/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219200"/>
            <a:ext cx="10515600" cy="4957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77944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99" r:id="rId1"/>
    <p:sldLayoutId id="2147484301" r:id="rId2"/>
    <p:sldLayoutId id="2147484303" r:id="rId3"/>
    <p:sldLayoutId id="2147484305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b="1" kern="1200">
          <a:solidFill>
            <a:schemeClr val="tx1"/>
          </a:solidFill>
          <a:latin typeface="Helvetica" panose="020B0500000000000000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0.png"/><Relationship Id="rId21" Type="http://schemas.openxmlformats.org/officeDocument/2006/relationships/image" Target="../media/image25.png"/><Relationship Id="rId42" Type="http://schemas.openxmlformats.org/officeDocument/2006/relationships/image" Target="../media/image46.png"/><Relationship Id="rId47" Type="http://schemas.openxmlformats.org/officeDocument/2006/relationships/image" Target="../media/image51.png"/><Relationship Id="rId63" Type="http://schemas.openxmlformats.org/officeDocument/2006/relationships/image" Target="../media/image67.png"/><Relationship Id="rId68" Type="http://schemas.openxmlformats.org/officeDocument/2006/relationships/image" Target="../media/image72.png"/><Relationship Id="rId84" Type="http://schemas.openxmlformats.org/officeDocument/2006/relationships/image" Target="../media/image88.png"/><Relationship Id="rId89" Type="http://schemas.openxmlformats.org/officeDocument/2006/relationships/image" Target="../media/image93.png"/><Relationship Id="rId16" Type="http://schemas.openxmlformats.org/officeDocument/2006/relationships/image" Target="../media/image20.png"/><Relationship Id="rId107" Type="http://schemas.openxmlformats.org/officeDocument/2006/relationships/image" Target="../media/image111.png"/><Relationship Id="rId11" Type="http://schemas.openxmlformats.org/officeDocument/2006/relationships/image" Target="../media/image15.png"/><Relationship Id="rId32" Type="http://schemas.openxmlformats.org/officeDocument/2006/relationships/image" Target="../media/image36.png"/><Relationship Id="rId37" Type="http://schemas.openxmlformats.org/officeDocument/2006/relationships/image" Target="../media/image41.png"/><Relationship Id="rId53" Type="http://schemas.openxmlformats.org/officeDocument/2006/relationships/image" Target="../media/image57.png"/><Relationship Id="rId58" Type="http://schemas.openxmlformats.org/officeDocument/2006/relationships/image" Target="../media/image62.png"/><Relationship Id="rId74" Type="http://schemas.openxmlformats.org/officeDocument/2006/relationships/image" Target="../media/image78.png"/><Relationship Id="rId79" Type="http://schemas.openxmlformats.org/officeDocument/2006/relationships/image" Target="../media/image83.png"/><Relationship Id="rId102" Type="http://schemas.openxmlformats.org/officeDocument/2006/relationships/image" Target="../media/image106.png"/><Relationship Id="rId5" Type="http://schemas.openxmlformats.org/officeDocument/2006/relationships/image" Target="../media/image9.png"/><Relationship Id="rId90" Type="http://schemas.openxmlformats.org/officeDocument/2006/relationships/image" Target="../media/image94.png"/><Relationship Id="rId95" Type="http://schemas.openxmlformats.org/officeDocument/2006/relationships/image" Target="../media/image99.png"/><Relationship Id="rId22" Type="http://schemas.openxmlformats.org/officeDocument/2006/relationships/image" Target="../media/image26.png"/><Relationship Id="rId27" Type="http://schemas.openxmlformats.org/officeDocument/2006/relationships/image" Target="../media/image31.png"/><Relationship Id="rId43" Type="http://schemas.openxmlformats.org/officeDocument/2006/relationships/image" Target="../media/image47.png"/><Relationship Id="rId48" Type="http://schemas.openxmlformats.org/officeDocument/2006/relationships/image" Target="../media/image52.png"/><Relationship Id="rId64" Type="http://schemas.openxmlformats.org/officeDocument/2006/relationships/image" Target="../media/image68.png"/><Relationship Id="rId69" Type="http://schemas.openxmlformats.org/officeDocument/2006/relationships/image" Target="../media/image73.png"/><Relationship Id="rId80" Type="http://schemas.openxmlformats.org/officeDocument/2006/relationships/image" Target="../media/image84.png"/><Relationship Id="rId85" Type="http://schemas.openxmlformats.org/officeDocument/2006/relationships/image" Target="../media/image89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33" Type="http://schemas.openxmlformats.org/officeDocument/2006/relationships/image" Target="../media/image37.png"/><Relationship Id="rId38" Type="http://schemas.openxmlformats.org/officeDocument/2006/relationships/image" Target="../media/image42.png"/><Relationship Id="rId59" Type="http://schemas.openxmlformats.org/officeDocument/2006/relationships/image" Target="../media/image63.png"/><Relationship Id="rId103" Type="http://schemas.openxmlformats.org/officeDocument/2006/relationships/image" Target="../media/image107.png"/><Relationship Id="rId108" Type="http://schemas.openxmlformats.org/officeDocument/2006/relationships/image" Target="../media/image112.png"/><Relationship Id="rId54" Type="http://schemas.openxmlformats.org/officeDocument/2006/relationships/image" Target="../media/image58.png"/><Relationship Id="rId70" Type="http://schemas.openxmlformats.org/officeDocument/2006/relationships/image" Target="../media/image74.png"/><Relationship Id="rId75" Type="http://schemas.openxmlformats.org/officeDocument/2006/relationships/image" Target="../media/image79.png"/><Relationship Id="rId91" Type="http://schemas.openxmlformats.org/officeDocument/2006/relationships/image" Target="../media/image95.png"/><Relationship Id="rId96" Type="http://schemas.openxmlformats.org/officeDocument/2006/relationships/image" Target="../media/image1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5" Type="http://schemas.openxmlformats.org/officeDocument/2006/relationships/image" Target="../media/image19.png"/><Relationship Id="rId23" Type="http://schemas.openxmlformats.org/officeDocument/2006/relationships/image" Target="../media/image27.png"/><Relationship Id="rId28" Type="http://schemas.openxmlformats.org/officeDocument/2006/relationships/image" Target="../media/image32.png"/><Relationship Id="rId36" Type="http://schemas.openxmlformats.org/officeDocument/2006/relationships/image" Target="../media/image40.png"/><Relationship Id="rId49" Type="http://schemas.openxmlformats.org/officeDocument/2006/relationships/image" Target="../media/image53.png"/><Relationship Id="rId57" Type="http://schemas.openxmlformats.org/officeDocument/2006/relationships/image" Target="../media/image61.png"/><Relationship Id="rId106" Type="http://schemas.openxmlformats.org/officeDocument/2006/relationships/image" Target="../media/image110.png"/><Relationship Id="rId10" Type="http://schemas.openxmlformats.org/officeDocument/2006/relationships/image" Target="../media/image14.png"/><Relationship Id="rId31" Type="http://schemas.openxmlformats.org/officeDocument/2006/relationships/image" Target="../media/image35.png"/><Relationship Id="rId44" Type="http://schemas.openxmlformats.org/officeDocument/2006/relationships/image" Target="../media/image48.png"/><Relationship Id="rId52" Type="http://schemas.openxmlformats.org/officeDocument/2006/relationships/image" Target="../media/image56.png"/><Relationship Id="rId60" Type="http://schemas.openxmlformats.org/officeDocument/2006/relationships/image" Target="../media/image64.png"/><Relationship Id="rId65" Type="http://schemas.openxmlformats.org/officeDocument/2006/relationships/image" Target="../media/image69.png"/><Relationship Id="rId73" Type="http://schemas.openxmlformats.org/officeDocument/2006/relationships/image" Target="../media/image77.png"/><Relationship Id="rId78" Type="http://schemas.openxmlformats.org/officeDocument/2006/relationships/image" Target="../media/image82.png"/><Relationship Id="rId81" Type="http://schemas.openxmlformats.org/officeDocument/2006/relationships/image" Target="../media/image85.png"/><Relationship Id="rId86" Type="http://schemas.openxmlformats.org/officeDocument/2006/relationships/image" Target="../media/image90.png"/><Relationship Id="rId94" Type="http://schemas.openxmlformats.org/officeDocument/2006/relationships/image" Target="../media/image98.png"/><Relationship Id="rId99" Type="http://schemas.openxmlformats.org/officeDocument/2006/relationships/image" Target="../media/image103.png"/><Relationship Id="rId101" Type="http://schemas.openxmlformats.org/officeDocument/2006/relationships/image" Target="../media/image105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39" Type="http://schemas.openxmlformats.org/officeDocument/2006/relationships/image" Target="../media/image43.png"/><Relationship Id="rId109" Type="http://schemas.openxmlformats.org/officeDocument/2006/relationships/image" Target="../media/image113.png"/><Relationship Id="rId34" Type="http://schemas.openxmlformats.org/officeDocument/2006/relationships/image" Target="../media/image38.png"/><Relationship Id="rId50" Type="http://schemas.openxmlformats.org/officeDocument/2006/relationships/image" Target="../media/image54.png"/><Relationship Id="rId55" Type="http://schemas.openxmlformats.org/officeDocument/2006/relationships/image" Target="../media/image59.png"/><Relationship Id="rId76" Type="http://schemas.openxmlformats.org/officeDocument/2006/relationships/image" Target="../media/image80.png"/><Relationship Id="rId97" Type="http://schemas.openxmlformats.org/officeDocument/2006/relationships/image" Target="../media/image101.png"/><Relationship Id="rId104" Type="http://schemas.openxmlformats.org/officeDocument/2006/relationships/image" Target="../media/image108.png"/><Relationship Id="rId7" Type="http://schemas.openxmlformats.org/officeDocument/2006/relationships/image" Target="../media/image11.png"/><Relationship Id="rId71" Type="http://schemas.openxmlformats.org/officeDocument/2006/relationships/image" Target="../media/image75.png"/><Relationship Id="rId92" Type="http://schemas.openxmlformats.org/officeDocument/2006/relationships/image" Target="../media/image96.png"/><Relationship Id="rId2" Type="http://schemas.openxmlformats.org/officeDocument/2006/relationships/image" Target="../media/image6.png"/><Relationship Id="rId29" Type="http://schemas.openxmlformats.org/officeDocument/2006/relationships/image" Target="../media/image33.png"/><Relationship Id="rId24" Type="http://schemas.openxmlformats.org/officeDocument/2006/relationships/image" Target="../media/image28.png"/><Relationship Id="rId40" Type="http://schemas.openxmlformats.org/officeDocument/2006/relationships/image" Target="../media/image44.png"/><Relationship Id="rId45" Type="http://schemas.openxmlformats.org/officeDocument/2006/relationships/image" Target="../media/image49.png"/><Relationship Id="rId66" Type="http://schemas.openxmlformats.org/officeDocument/2006/relationships/image" Target="../media/image70.png"/><Relationship Id="rId87" Type="http://schemas.openxmlformats.org/officeDocument/2006/relationships/image" Target="../media/image91.png"/><Relationship Id="rId110" Type="http://schemas.openxmlformats.org/officeDocument/2006/relationships/image" Target="../media/image114.png"/><Relationship Id="rId61" Type="http://schemas.openxmlformats.org/officeDocument/2006/relationships/image" Target="../media/image65.png"/><Relationship Id="rId82" Type="http://schemas.openxmlformats.org/officeDocument/2006/relationships/image" Target="../media/image86.png"/><Relationship Id="rId19" Type="http://schemas.openxmlformats.org/officeDocument/2006/relationships/image" Target="../media/image23.png"/><Relationship Id="rId14" Type="http://schemas.openxmlformats.org/officeDocument/2006/relationships/image" Target="../media/image18.png"/><Relationship Id="rId30" Type="http://schemas.openxmlformats.org/officeDocument/2006/relationships/image" Target="../media/image34.png"/><Relationship Id="rId35" Type="http://schemas.openxmlformats.org/officeDocument/2006/relationships/image" Target="../media/image39.png"/><Relationship Id="rId56" Type="http://schemas.openxmlformats.org/officeDocument/2006/relationships/image" Target="../media/image60.png"/><Relationship Id="rId77" Type="http://schemas.openxmlformats.org/officeDocument/2006/relationships/image" Target="../media/image81.png"/><Relationship Id="rId100" Type="http://schemas.openxmlformats.org/officeDocument/2006/relationships/image" Target="../media/image104.png"/><Relationship Id="rId105" Type="http://schemas.openxmlformats.org/officeDocument/2006/relationships/image" Target="../media/image109.png"/><Relationship Id="rId8" Type="http://schemas.openxmlformats.org/officeDocument/2006/relationships/image" Target="../media/image12.png"/><Relationship Id="rId51" Type="http://schemas.openxmlformats.org/officeDocument/2006/relationships/image" Target="../media/image55.png"/><Relationship Id="rId72" Type="http://schemas.openxmlformats.org/officeDocument/2006/relationships/image" Target="../media/image76.png"/><Relationship Id="rId93" Type="http://schemas.openxmlformats.org/officeDocument/2006/relationships/image" Target="../media/image97.png"/><Relationship Id="rId98" Type="http://schemas.openxmlformats.org/officeDocument/2006/relationships/image" Target="../media/image102.png"/><Relationship Id="rId3" Type="http://schemas.openxmlformats.org/officeDocument/2006/relationships/image" Target="../media/image7.png"/><Relationship Id="rId25" Type="http://schemas.openxmlformats.org/officeDocument/2006/relationships/image" Target="../media/image29.png"/><Relationship Id="rId46" Type="http://schemas.openxmlformats.org/officeDocument/2006/relationships/image" Target="../media/image50.png"/><Relationship Id="rId67" Type="http://schemas.openxmlformats.org/officeDocument/2006/relationships/image" Target="../media/image71.png"/><Relationship Id="rId20" Type="http://schemas.openxmlformats.org/officeDocument/2006/relationships/image" Target="../media/image24.png"/><Relationship Id="rId41" Type="http://schemas.openxmlformats.org/officeDocument/2006/relationships/image" Target="../media/image45.png"/><Relationship Id="rId62" Type="http://schemas.openxmlformats.org/officeDocument/2006/relationships/image" Target="../media/image66.png"/><Relationship Id="rId83" Type="http://schemas.openxmlformats.org/officeDocument/2006/relationships/image" Target="../media/image87.png"/><Relationship Id="rId88" Type="http://schemas.openxmlformats.org/officeDocument/2006/relationships/image" Target="../media/image92.png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33.png"/><Relationship Id="rId21" Type="http://schemas.openxmlformats.org/officeDocument/2006/relationships/image" Target="../media/image128.png"/><Relationship Id="rId42" Type="http://schemas.openxmlformats.org/officeDocument/2006/relationships/image" Target="../media/image149.png"/><Relationship Id="rId47" Type="http://schemas.openxmlformats.org/officeDocument/2006/relationships/image" Target="../media/image154.png"/><Relationship Id="rId63" Type="http://schemas.openxmlformats.org/officeDocument/2006/relationships/image" Target="../media/image170.png"/><Relationship Id="rId68" Type="http://schemas.openxmlformats.org/officeDocument/2006/relationships/image" Target="../media/image175.png"/><Relationship Id="rId7" Type="http://schemas.openxmlformats.org/officeDocument/2006/relationships/image" Target="../media/image115.png"/><Relationship Id="rId71" Type="http://schemas.openxmlformats.org/officeDocument/2006/relationships/image" Target="../media/image178.png"/><Relationship Id="rId2" Type="http://schemas.openxmlformats.org/officeDocument/2006/relationships/image" Target="../media/image110.png"/><Relationship Id="rId16" Type="http://schemas.openxmlformats.org/officeDocument/2006/relationships/image" Target="../media/image123.png"/><Relationship Id="rId29" Type="http://schemas.openxmlformats.org/officeDocument/2006/relationships/image" Target="../media/image136.png"/><Relationship Id="rId11" Type="http://schemas.openxmlformats.org/officeDocument/2006/relationships/image" Target="../media/image118.png"/><Relationship Id="rId24" Type="http://schemas.openxmlformats.org/officeDocument/2006/relationships/image" Target="../media/image131.png"/><Relationship Id="rId32" Type="http://schemas.openxmlformats.org/officeDocument/2006/relationships/image" Target="../media/image139.png"/><Relationship Id="rId37" Type="http://schemas.openxmlformats.org/officeDocument/2006/relationships/image" Target="../media/image144.png"/><Relationship Id="rId40" Type="http://schemas.openxmlformats.org/officeDocument/2006/relationships/image" Target="../media/image147.png"/><Relationship Id="rId45" Type="http://schemas.openxmlformats.org/officeDocument/2006/relationships/image" Target="../media/image152.png"/><Relationship Id="rId53" Type="http://schemas.openxmlformats.org/officeDocument/2006/relationships/image" Target="../media/image160.png"/><Relationship Id="rId58" Type="http://schemas.openxmlformats.org/officeDocument/2006/relationships/image" Target="../media/image165.png"/><Relationship Id="rId66" Type="http://schemas.openxmlformats.org/officeDocument/2006/relationships/image" Target="../media/image173.png"/><Relationship Id="rId5" Type="http://schemas.openxmlformats.org/officeDocument/2006/relationships/image" Target="../media/image113.png"/><Relationship Id="rId61" Type="http://schemas.openxmlformats.org/officeDocument/2006/relationships/image" Target="../media/image168.png"/><Relationship Id="rId19" Type="http://schemas.openxmlformats.org/officeDocument/2006/relationships/image" Target="../media/image126.png"/><Relationship Id="rId14" Type="http://schemas.openxmlformats.org/officeDocument/2006/relationships/image" Target="../media/image121.png"/><Relationship Id="rId22" Type="http://schemas.openxmlformats.org/officeDocument/2006/relationships/image" Target="../media/image129.png"/><Relationship Id="rId27" Type="http://schemas.openxmlformats.org/officeDocument/2006/relationships/image" Target="../media/image134.png"/><Relationship Id="rId30" Type="http://schemas.openxmlformats.org/officeDocument/2006/relationships/image" Target="../media/image137.png"/><Relationship Id="rId35" Type="http://schemas.openxmlformats.org/officeDocument/2006/relationships/image" Target="../media/image142.png"/><Relationship Id="rId43" Type="http://schemas.openxmlformats.org/officeDocument/2006/relationships/image" Target="../media/image150.png"/><Relationship Id="rId48" Type="http://schemas.openxmlformats.org/officeDocument/2006/relationships/image" Target="../media/image155.png"/><Relationship Id="rId56" Type="http://schemas.openxmlformats.org/officeDocument/2006/relationships/image" Target="../media/image163.png"/><Relationship Id="rId64" Type="http://schemas.openxmlformats.org/officeDocument/2006/relationships/image" Target="../media/image171.png"/><Relationship Id="rId69" Type="http://schemas.openxmlformats.org/officeDocument/2006/relationships/image" Target="../media/image176.png"/><Relationship Id="rId8" Type="http://schemas.openxmlformats.org/officeDocument/2006/relationships/image" Target="../media/image116.png"/><Relationship Id="rId51" Type="http://schemas.openxmlformats.org/officeDocument/2006/relationships/image" Target="../media/image158.png"/><Relationship Id="rId3" Type="http://schemas.openxmlformats.org/officeDocument/2006/relationships/image" Target="../media/image111.png"/><Relationship Id="rId12" Type="http://schemas.openxmlformats.org/officeDocument/2006/relationships/image" Target="../media/image119.png"/><Relationship Id="rId17" Type="http://schemas.openxmlformats.org/officeDocument/2006/relationships/image" Target="../media/image124.png"/><Relationship Id="rId25" Type="http://schemas.openxmlformats.org/officeDocument/2006/relationships/image" Target="../media/image132.png"/><Relationship Id="rId33" Type="http://schemas.openxmlformats.org/officeDocument/2006/relationships/image" Target="../media/image140.png"/><Relationship Id="rId38" Type="http://schemas.openxmlformats.org/officeDocument/2006/relationships/image" Target="../media/image145.png"/><Relationship Id="rId46" Type="http://schemas.openxmlformats.org/officeDocument/2006/relationships/image" Target="../media/image153.png"/><Relationship Id="rId59" Type="http://schemas.openxmlformats.org/officeDocument/2006/relationships/image" Target="../media/image166.png"/><Relationship Id="rId67" Type="http://schemas.openxmlformats.org/officeDocument/2006/relationships/image" Target="../media/image174.png"/><Relationship Id="rId20" Type="http://schemas.openxmlformats.org/officeDocument/2006/relationships/image" Target="../media/image127.png"/><Relationship Id="rId41" Type="http://schemas.openxmlformats.org/officeDocument/2006/relationships/image" Target="../media/image148.png"/><Relationship Id="rId54" Type="http://schemas.openxmlformats.org/officeDocument/2006/relationships/image" Target="../media/image161.png"/><Relationship Id="rId62" Type="http://schemas.openxmlformats.org/officeDocument/2006/relationships/image" Target="../media/image169.png"/><Relationship Id="rId70" Type="http://schemas.openxmlformats.org/officeDocument/2006/relationships/image" Target="../media/image17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4.png"/><Relationship Id="rId15" Type="http://schemas.openxmlformats.org/officeDocument/2006/relationships/image" Target="../media/image122.png"/><Relationship Id="rId23" Type="http://schemas.openxmlformats.org/officeDocument/2006/relationships/image" Target="../media/image130.png"/><Relationship Id="rId28" Type="http://schemas.openxmlformats.org/officeDocument/2006/relationships/image" Target="../media/image135.png"/><Relationship Id="rId36" Type="http://schemas.openxmlformats.org/officeDocument/2006/relationships/image" Target="../media/image143.png"/><Relationship Id="rId49" Type="http://schemas.openxmlformats.org/officeDocument/2006/relationships/image" Target="../media/image156.png"/><Relationship Id="rId57" Type="http://schemas.openxmlformats.org/officeDocument/2006/relationships/image" Target="../media/image164.png"/><Relationship Id="rId10" Type="http://schemas.openxmlformats.org/officeDocument/2006/relationships/image" Target="../media/image117.png"/><Relationship Id="rId31" Type="http://schemas.openxmlformats.org/officeDocument/2006/relationships/image" Target="../media/image138.png"/><Relationship Id="rId44" Type="http://schemas.openxmlformats.org/officeDocument/2006/relationships/image" Target="../media/image151.png"/><Relationship Id="rId52" Type="http://schemas.openxmlformats.org/officeDocument/2006/relationships/image" Target="../media/image159.png"/><Relationship Id="rId60" Type="http://schemas.openxmlformats.org/officeDocument/2006/relationships/image" Target="../media/image167.png"/><Relationship Id="rId65" Type="http://schemas.openxmlformats.org/officeDocument/2006/relationships/image" Target="../media/image172.png"/><Relationship Id="rId4" Type="http://schemas.openxmlformats.org/officeDocument/2006/relationships/image" Target="../media/image112.png"/><Relationship Id="rId9" Type="http://schemas.openxmlformats.org/officeDocument/2006/relationships/hyperlink" Target="https://www.flaticon.com/free-icon/growth_4221516" TargetMode="External"/><Relationship Id="rId13" Type="http://schemas.openxmlformats.org/officeDocument/2006/relationships/image" Target="../media/image120.png"/><Relationship Id="rId18" Type="http://schemas.openxmlformats.org/officeDocument/2006/relationships/image" Target="../media/image125.png"/><Relationship Id="rId39" Type="http://schemas.openxmlformats.org/officeDocument/2006/relationships/image" Target="../media/image146.png"/><Relationship Id="rId34" Type="http://schemas.openxmlformats.org/officeDocument/2006/relationships/image" Target="../media/image141.png"/><Relationship Id="rId50" Type="http://schemas.openxmlformats.org/officeDocument/2006/relationships/image" Target="../media/image157.png"/><Relationship Id="rId55" Type="http://schemas.openxmlformats.org/officeDocument/2006/relationships/image" Target="../media/image162.png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99.png"/><Relationship Id="rId21" Type="http://schemas.openxmlformats.org/officeDocument/2006/relationships/image" Target="../media/image195.png"/><Relationship Id="rId42" Type="http://schemas.openxmlformats.org/officeDocument/2006/relationships/image" Target="../media/image214.png"/><Relationship Id="rId47" Type="http://schemas.openxmlformats.org/officeDocument/2006/relationships/image" Target="../media/image219.png"/><Relationship Id="rId63" Type="http://schemas.openxmlformats.org/officeDocument/2006/relationships/image" Target="../media/image235.png"/><Relationship Id="rId68" Type="http://schemas.openxmlformats.org/officeDocument/2006/relationships/image" Target="../media/image240.png"/><Relationship Id="rId2" Type="http://schemas.openxmlformats.org/officeDocument/2006/relationships/image" Target="../media/image179.png"/><Relationship Id="rId16" Type="http://schemas.openxmlformats.org/officeDocument/2006/relationships/image" Target="../media/image191.png"/><Relationship Id="rId29" Type="http://schemas.openxmlformats.org/officeDocument/2006/relationships/image" Target="../media/image202.png"/><Relationship Id="rId11" Type="http://schemas.openxmlformats.org/officeDocument/2006/relationships/image" Target="../media/image186.png"/><Relationship Id="rId24" Type="http://schemas.openxmlformats.org/officeDocument/2006/relationships/image" Target="../media/image197.png"/><Relationship Id="rId32" Type="http://schemas.openxmlformats.org/officeDocument/2006/relationships/image" Target="../media/image204.png"/><Relationship Id="rId37" Type="http://schemas.openxmlformats.org/officeDocument/2006/relationships/image" Target="../media/image209.png"/><Relationship Id="rId40" Type="http://schemas.openxmlformats.org/officeDocument/2006/relationships/image" Target="../media/image212.png"/><Relationship Id="rId45" Type="http://schemas.openxmlformats.org/officeDocument/2006/relationships/image" Target="../media/image217.png"/><Relationship Id="rId53" Type="http://schemas.openxmlformats.org/officeDocument/2006/relationships/image" Target="../media/image225.png"/><Relationship Id="rId58" Type="http://schemas.openxmlformats.org/officeDocument/2006/relationships/image" Target="../media/image230.png"/><Relationship Id="rId66" Type="http://schemas.openxmlformats.org/officeDocument/2006/relationships/image" Target="../media/image238.png"/><Relationship Id="rId74" Type="http://schemas.openxmlformats.org/officeDocument/2006/relationships/image" Target="../media/image246.png"/><Relationship Id="rId5" Type="http://schemas.openxmlformats.org/officeDocument/2006/relationships/image" Target="../media/image180.png"/><Relationship Id="rId61" Type="http://schemas.openxmlformats.org/officeDocument/2006/relationships/image" Target="../media/image233.png"/><Relationship Id="rId19" Type="http://schemas.openxmlformats.org/officeDocument/2006/relationships/image" Target="../media/image194.png"/><Relationship Id="rId14" Type="http://schemas.openxmlformats.org/officeDocument/2006/relationships/image" Target="../media/image189.png"/><Relationship Id="rId22" Type="http://schemas.openxmlformats.org/officeDocument/2006/relationships/image" Target="../media/image196.png"/><Relationship Id="rId27" Type="http://schemas.openxmlformats.org/officeDocument/2006/relationships/image" Target="../media/image200.png"/><Relationship Id="rId30" Type="http://schemas.openxmlformats.org/officeDocument/2006/relationships/image" Target="../media/image42.png"/><Relationship Id="rId35" Type="http://schemas.openxmlformats.org/officeDocument/2006/relationships/image" Target="../media/image207.png"/><Relationship Id="rId43" Type="http://schemas.openxmlformats.org/officeDocument/2006/relationships/image" Target="../media/image215.png"/><Relationship Id="rId48" Type="http://schemas.openxmlformats.org/officeDocument/2006/relationships/image" Target="../media/image220.png"/><Relationship Id="rId56" Type="http://schemas.openxmlformats.org/officeDocument/2006/relationships/image" Target="../media/image228.png"/><Relationship Id="rId64" Type="http://schemas.openxmlformats.org/officeDocument/2006/relationships/image" Target="../media/image236.png"/><Relationship Id="rId69" Type="http://schemas.openxmlformats.org/officeDocument/2006/relationships/image" Target="../media/image241.png"/><Relationship Id="rId8" Type="http://schemas.openxmlformats.org/officeDocument/2006/relationships/image" Target="../media/image183.png"/><Relationship Id="rId51" Type="http://schemas.openxmlformats.org/officeDocument/2006/relationships/image" Target="../media/image223.png"/><Relationship Id="rId72" Type="http://schemas.openxmlformats.org/officeDocument/2006/relationships/image" Target="../media/image244.png"/><Relationship Id="rId3" Type="http://schemas.openxmlformats.org/officeDocument/2006/relationships/image" Target="../media/image7.png"/><Relationship Id="rId12" Type="http://schemas.openxmlformats.org/officeDocument/2006/relationships/image" Target="../media/image187.png"/><Relationship Id="rId17" Type="http://schemas.openxmlformats.org/officeDocument/2006/relationships/image" Target="../media/image192.png"/><Relationship Id="rId25" Type="http://schemas.openxmlformats.org/officeDocument/2006/relationships/image" Target="../media/image198.png"/><Relationship Id="rId33" Type="http://schemas.openxmlformats.org/officeDocument/2006/relationships/image" Target="../media/image205.png"/><Relationship Id="rId38" Type="http://schemas.openxmlformats.org/officeDocument/2006/relationships/image" Target="../media/image210.png"/><Relationship Id="rId46" Type="http://schemas.openxmlformats.org/officeDocument/2006/relationships/image" Target="../media/image218.png"/><Relationship Id="rId59" Type="http://schemas.openxmlformats.org/officeDocument/2006/relationships/image" Target="../media/image231.png"/><Relationship Id="rId67" Type="http://schemas.openxmlformats.org/officeDocument/2006/relationships/image" Target="../media/image239.png"/><Relationship Id="rId20" Type="http://schemas.openxmlformats.org/officeDocument/2006/relationships/image" Target="../media/image39.png"/><Relationship Id="rId41" Type="http://schemas.openxmlformats.org/officeDocument/2006/relationships/image" Target="../media/image213.png"/><Relationship Id="rId54" Type="http://schemas.openxmlformats.org/officeDocument/2006/relationships/image" Target="../media/image226.png"/><Relationship Id="rId62" Type="http://schemas.openxmlformats.org/officeDocument/2006/relationships/image" Target="../media/image234.png"/><Relationship Id="rId70" Type="http://schemas.openxmlformats.org/officeDocument/2006/relationships/image" Target="../media/image242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81.png"/><Relationship Id="rId15" Type="http://schemas.openxmlformats.org/officeDocument/2006/relationships/image" Target="../media/image190.png"/><Relationship Id="rId23" Type="http://schemas.openxmlformats.org/officeDocument/2006/relationships/image" Target="../media/image17.png"/><Relationship Id="rId28" Type="http://schemas.openxmlformats.org/officeDocument/2006/relationships/image" Target="../media/image201.png"/><Relationship Id="rId36" Type="http://schemas.openxmlformats.org/officeDocument/2006/relationships/image" Target="../media/image208.png"/><Relationship Id="rId49" Type="http://schemas.openxmlformats.org/officeDocument/2006/relationships/image" Target="../media/image221.png"/><Relationship Id="rId57" Type="http://schemas.openxmlformats.org/officeDocument/2006/relationships/image" Target="../media/image229.png"/><Relationship Id="rId10" Type="http://schemas.openxmlformats.org/officeDocument/2006/relationships/image" Target="../media/image185.png"/><Relationship Id="rId31" Type="http://schemas.openxmlformats.org/officeDocument/2006/relationships/image" Target="../media/image203.png"/><Relationship Id="rId44" Type="http://schemas.openxmlformats.org/officeDocument/2006/relationships/image" Target="../media/image216.png"/><Relationship Id="rId52" Type="http://schemas.openxmlformats.org/officeDocument/2006/relationships/image" Target="../media/image224.png"/><Relationship Id="rId60" Type="http://schemas.openxmlformats.org/officeDocument/2006/relationships/image" Target="../media/image232.png"/><Relationship Id="rId65" Type="http://schemas.openxmlformats.org/officeDocument/2006/relationships/image" Target="../media/image237.png"/><Relationship Id="rId73" Type="http://schemas.openxmlformats.org/officeDocument/2006/relationships/image" Target="../media/image245.png"/><Relationship Id="rId4" Type="http://schemas.openxmlformats.org/officeDocument/2006/relationships/image" Target="../media/image40.png"/><Relationship Id="rId9" Type="http://schemas.openxmlformats.org/officeDocument/2006/relationships/image" Target="../media/image184.png"/><Relationship Id="rId13" Type="http://schemas.openxmlformats.org/officeDocument/2006/relationships/image" Target="../media/image188.png"/><Relationship Id="rId18" Type="http://schemas.openxmlformats.org/officeDocument/2006/relationships/image" Target="../media/image193.png"/><Relationship Id="rId39" Type="http://schemas.openxmlformats.org/officeDocument/2006/relationships/image" Target="../media/image211.png"/><Relationship Id="rId34" Type="http://schemas.openxmlformats.org/officeDocument/2006/relationships/image" Target="../media/image206.png"/><Relationship Id="rId50" Type="http://schemas.openxmlformats.org/officeDocument/2006/relationships/image" Target="../media/image222.png"/><Relationship Id="rId55" Type="http://schemas.openxmlformats.org/officeDocument/2006/relationships/image" Target="../media/image227.png"/><Relationship Id="rId7" Type="http://schemas.openxmlformats.org/officeDocument/2006/relationships/image" Target="../media/image182.png"/><Relationship Id="rId71" Type="http://schemas.openxmlformats.org/officeDocument/2006/relationships/image" Target="../media/image243.png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71.png"/><Relationship Id="rId21" Type="http://schemas.openxmlformats.org/officeDocument/2006/relationships/image" Target="../media/image266.png"/><Relationship Id="rId34" Type="http://schemas.openxmlformats.org/officeDocument/2006/relationships/image" Target="../media/image279.png"/><Relationship Id="rId42" Type="http://schemas.openxmlformats.org/officeDocument/2006/relationships/image" Target="../media/image287.png"/><Relationship Id="rId47" Type="http://schemas.openxmlformats.org/officeDocument/2006/relationships/image" Target="../media/image291.png"/><Relationship Id="rId50" Type="http://schemas.openxmlformats.org/officeDocument/2006/relationships/image" Target="../media/image42.png"/><Relationship Id="rId55" Type="http://schemas.openxmlformats.org/officeDocument/2006/relationships/image" Target="../media/image297.png"/><Relationship Id="rId63" Type="http://schemas.openxmlformats.org/officeDocument/2006/relationships/image" Target="../media/image304.png"/><Relationship Id="rId7" Type="http://schemas.openxmlformats.org/officeDocument/2006/relationships/image" Target="../media/image252.png"/><Relationship Id="rId2" Type="http://schemas.openxmlformats.org/officeDocument/2006/relationships/image" Target="../media/image247.png"/><Relationship Id="rId16" Type="http://schemas.openxmlformats.org/officeDocument/2006/relationships/image" Target="../media/image261.png"/><Relationship Id="rId29" Type="http://schemas.openxmlformats.org/officeDocument/2006/relationships/image" Target="../media/image274.png"/><Relationship Id="rId11" Type="http://schemas.openxmlformats.org/officeDocument/2006/relationships/image" Target="../media/image256.png"/><Relationship Id="rId24" Type="http://schemas.openxmlformats.org/officeDocument/2006/relationships/image" Target="../media/image269.png"/><Relationship Id="rId32" Type="http://schemas.openxmlformats.org/officeDocument/2006/relationships/image" Target="../media/image277.png"/><Relationship Id="rId37" Type="http://schemas.openxmlformats.org/officeDocument/2006/relationships/image" Target="../media/image282.png"/><Relationship Id="rId40" Type="http://schemas.openxmlformats.org/officeDocument/2006/relationships/image" Target="../media/image285.png"/><Relationship Id="rId45" Type="http://schemas.openxmlformats.org/officeDocument/2006/relationships/image" Target="../media/image290.png"/><Relationship Id="rId53" Type="http://schemas.openxmlformats.org/officeDocument/2006/relationships/image" Target="../media/image295.png"/><Relationship Id="rId58" Type="http://schemas.openxmlformats.org/officeDocument/2006/relationships/image" Target="../media/image299.png"/><Relationship Id="rId66" Type="http://schemas.openxmlformats.org/officeDocument/2006/relationships/image" Target="../media/image307.png"/><Relationship Id="rId5" Type="http://schemas.openxmlformats.org/officeDocument/2006/relationships/image" Target="../media/image250.png"/><Relationship Id="rId61" Type="http://schemas.openxmlformats.org/officeDocument/2006/relationships/image" Target="../media/image302.png"/><Relationship Id="rId19" Type="http://schemas.openxmlformats.org/officeDocument/2006/relationships/image" Target="../media/image264.png"/><Relationship Id="rId14" Type="http://schemas.openxmlformats.org/officeDocument/2006/relationships/image" Target="../media/image259.png"/><Relationship Id="rId22" Type="http://schemas.openxmlformats.org/officeDocument/2006/relationships/image" Target="../media/image267.png"/><Relationship Id="rId27" Type="http://schemas.openxmlformats.org/officeDocument/2006/relationships/image" Target="../media/image272.png"/><Relationship Id="rId30" Type="http://schemas.openxmlformats.org/officeDocument/2006/relationships/image" Target="../media/image275.png"/><Relationship Id="rId35" Type="http://schemas.openxmlformats.org/officeDocument/2006/relationships/image" Target="../media/image280.png"/><Relationship Id="rId43" Type="http://schemas.openxmlformats.org/officeDocument/2006/relationships/image" Target="../media/image288.png"/><Relationship Id="rId48" Type="http://schemas.openxmlformats.org/officeDocument/2006/relationships/image" Target="../media/image292.png"/><Relationship Id="rId56" Type="http://schemas.openxmlformats.org/officeDocument/2006/relationships/image" Target="../media/image212.png"/><Relationship Id="rId64" Type="http://schemas.openxmlformats.org/officeDocument/2006/relationships/image" Target="../media/image305.png"/><Relationship Id="rId8" Type="http://schemas.openxmlformats.org/officeDocument/2006/relationships/image" Target="../media/image253.png"/><Relationship Id="rId51" Type="http://schemas.openxmlformats.org/officeDocument/2006/relationships/image" Target="../media/image207.png"/><Relationship Id="rId3" Type="http://schemas.openxmlformats.org/officeDocument/2006/relationships/image" Target="../media/image248.png"/><Relationship Id="rId12" Type="http://schemas.openxmlformats.org/officeDocument/2006/relationships/image" Target="../media/image257.png"/><Relationship Id="rId17" Type="http://schemas.openxmlformats.org/officeDocument/2006/relationships/image" Target="../media/image262.png"/><Relationship Id="rId25" Type="http://schemas.openxmlformats.org/officeDocument/2006/relationships/image" Target="../media/image270.png"/><Relationship Id="rId33" Type="http://schemas.openxmlformats.org/officeDocument/2006/relationships/image" Target="../media/image278.png"/><Relationship Id="rId38" Type="http://schemas.openxmlformats.org/officeDocument/2006/relationships/image" Target="../media/image283.png"/><Relationship Id="rId46" Type="http://schemas.openxmlformats.org/officeDocument/2006/relationships/image" Target="../media/image203.png"/><Relationship Id="rId59" Type="http://schemas.openxmlformats.org/officeDocument/2006/relationships/image" Target="../media/image300.png"/><Relationship Id="rId20" Type="http://schemas.openxmlformats.org/officeDocument/2006/relationships/image" Target="../media/image265.png"/><Relationship Id="rId41" Type="http://schemas.openxmlformats.org/officeDocument/2006/relationships/image" Target="../media/image286.png"/><Relationship Id="rId54" Type="http://schemas.openxmlformats.org/officeDocument/2006/relationships/image" Target="../media/image296.png"/><Relationship Id="rId62" Type="http://schemas.openxmlformats.org/officeDocument/2006/relationships/image" Target="../media/image30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51.png"/><Relationship Id="rId15" Type="http://schemas.openxmlformats.org/officeDocument/2006/relationships/image" Target="../media/image260.png"/><Relationship Id="rId23" Type="http://schemas.openxmlformats.org/officeDocument/2006/relationships/image" Target="../media/image268.png"/><Relationship Id="rId28" Type="http://schemas.openxmlformats.org/officeDocument/2006/relationships/image" Target="../media/image273.png"/><Relationship Id="rId36" Type="http://schemas.openxmlformats.org/officeDocument/2006/relationships/image" Target="../media/image281.png"/><Relationship Id="rId49" Type="http://schemas.openxmlformats.org/officeDocument/2006/relationships/image" Target="../media/image293.png"/><Relationship Id="rId57" Type="http://schemas.openxmlformats.org/officeDocument/2006/relationships/image" Target="../media/image298.png"/><Relationship Id="rId10" Type="http://schemas.openxmlformats.org/officeDocument/2006/relationships/image" Target="../media/image255.png"/><Relationship Id="rId31" Type="http://schemas.openxmlformats.org/officeDocument/2006/relationships/image" Target="../media/image276.png"/><Relationship Id="rId44" Type="http://schemas.openxmlformats.org/officeDocument/2006/relationships/image" Target="../media/image289.png"/><Relationship Id="rId52" Type="http://schemas.openxmlformats.org/officeDocument/2006/relationships/image" Target="../media/image294.png"/><Relationship Id="rId60" Type="http://schemas.openxmlformats.org/officeDocument/2006/relationships/image" Target="../media/image301.png"/><Relationship Id="rId65" Type="http://schemas.openxmlformats.org/officeDocument/2006/relationships/image" Target="../media/image306.png"/><Relationship Id="rId4" Type="http://schemas.openxmlformats.org/officeDocument/2006/relationships/image" Target="../media/image249.png"/><Relationship Id="rId9" Type="http://schemas.openxmlformats.org/officeDocument/2006/relationships/image" Target="../media/image254.png"/><Relationship Id="rId13" Type="http://schemas.openxmlformats.org/officeDocument/2006/relationships/image" Target="../media/image258.png"/><Relationship Id="rId18" Type="http://schemas.openxmlformats.org/officeDocument/2006/relationships/image" Target="../media/image263.png"/><Relationship Id="rId39" Type="http://schemas.openxmlformats.org/officeDocument/2006/relationships/image" Target="../media/image28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3.svg"/><Relationship Id="rId13" Type="http://schemas.openxmlformats.org/officeDocument/2006/relationships/image" Target="../media/image318.png"/><Relationship Id="rId18" Type="http://schemas.openxmlformats.org/officeDocument/2006/relationships/image" Target="../media/image323.svg"/><Relationship Id="rId26" Type="http://schemas.openxmlformats.org/officeDocument/2006/relationships/image" Target="../media/image331.svg"/><Relationship Id="rId3" Type="http://schemas.openxmlformats.org/officeDocument/2006/relationships/image" Target="../media/image308.png"/><Relationship Id="rId21" Type="http://schemas.openxmlformats.org/officeDocument/2006/relationships/image" Target="../media/image326.png"/><Relationship Id="rId7" Type="http://schemas.openxmlformats.org/officeDocument/2006/relationships/image" Target="../media/image312.png"/><Relationship Id="rId12" Type="http://schemas.openxmlformats.org/officeDocument/2006/relationships/image" Target="../media/image317.svg"/><Relationship Id="rId17" Type="http://schemas.openxmlformats.org/officeDocument/2006/relationships/image" Target="../media/image322.png"/><Relationship Id="rId25" Type="http://schemas.openxmlformats.org/officeDocument/2006/relationships/image" Target="../media/image330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321.svg"/><Relationship Id="rId20" Type="http://schemas.openxmlformats.org/officeDocument/2006/relationships/image" Target="../media/image325.svg"/><Relationship Id="rId29" Type="http://schemas.openxmlformats.org/officeDocument/2006/relationships/image" Target="../media/image334.png"/><Relationship Id="rId1" Type="http://schemas.openxmlformats.org/officeDocument/2006/relationships/slideLayout" Target="../slideLayouts/slideLayout87.xml"/><Relationship Id="rId6" Type="http://schemas.openxmlformats.org/officeDocument/2006/relationships/image" Target="../media/image311.svg"/><Relationship Id="rId11" Type="http://schemas.openxmlformats.org/officeDocument/2006/relationships/image" Target="../media/image316.png"/><Relationship Id="rId24" Type="http://schemas.openxmlformats.org/officeDocument/2006/relationships/image" Target="../media/image329.svg"/><Relationship Id="rId32" Type="http://schemas.openxmlformats.org/officeDocument/2006/relationships/image" Target="../media/image337.svg"/><Relationship Id="rId5" Type="http://schemas.openxmlformats.org/officeDocument/2006/relationships/image" Target="../media/image310.png"/><Relationship Id="rId15" Type="http://schemas.openxmlformats.org/officeDocument/2006/relationships/image" Target="../media/image320.png"/><Relationship Id="rId23" Type="http://schemas.openxmlformats.org/officeDocument/2006/relationships/image" Target="../media/image328.png"/><Relationship Id="rId28" Type="http://schemas.openxmlformats.org/officeDocument/2006/relationships/image" Target="../media/image333.svg"/><Relationship Id="rId10" Type="http://schemas.openxmlformats.org/officeDocument/2006/relationships/image" Target="../media/image315.svg"/><Relationship Id="rId19" Type="http://schemas.openxmlformats.org/officeDocument/2006/relationships/image" Target="../media/image324.png"/><Relationship Id="rId31" Type="http://schemas.openxmlformats.org/officeDocument/2006/relationships/image" Target="../media/image336.png"/><Relationship Id="rId4" Type="http://schemas.openxmlformats.org/officeDocument/2006/relationships/image" Target="../media/image309.svg"/><Relationship Id="rId9" Type="http://schemas.openxmlformats.org/officeDocument/2006/relationships/image" Target="../media/image314.png"/><Relationship Id="rId14" Type="http://schemas.openxmlformats.org/officeDocument/2006/relationships/image" Target="../media/image319.svg"/><Relationship Id="rId22" Type="http://schemas.openxmlformats.org/officeDocument/2006/relationships/image" Target="../media/image327.svg"/><Relationship Id="rId27" Type="http://schemas.openxmlformats.org/officeDocument/2006/relationships/image" Target="../media/image332.png"/><Relationship Id="rId30" Type="http://schemas.openxmlformats.org/officeDocument/2006/relationships/image" Target="../media/image335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8.emf"/><Relationship Id="rId1" Type="http://schemas.openxmlformats.org/officeDocument/2006/relationships/slideLayout" Target="../slideLayouts/slideLayout12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809DAC-15DB-E9B6-05B8-57A1DF4093AE}"/>
              </a:ext>
            </a:extLst>
          </p:cNvPr>
          <p:cNvSpPr txBox="1"/>
          <p:nvPr/>
        </p:nvSpPr>
        <p:spPr>
          <a:xfrm>
            <a:off x="1142999" y="2211854"/>
            <a:ext cx="91725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The slides and icons are a collection of free templates available across different websites. Feel free to explore more templates on the web</a:t>
            </a:r>
            <a:br>
              <a:rPr lang="en-IN" sz="2000" b="1" dirty="0"/>
            </a:br>
            <a:br>
              <a:rPr lang="en-IN" sz="2000" b="1" dirty="0"/>
            </a:br>
            <a:r>
              <a:rPr lang="en-IN" sz="2000" b="1" dirty="0"/>
              <a:t>1. </a:t>
            </a:r>
            <a:r>
              <a:rPr lang="en-IN" sz="2000" b="1" dirty="0" err="1"/>
              <a:t>SlidesGo</a:t>
            </a:r>
            <a:endParaRPr lang="en-IN" sz="2000" b="1" dirty="0"/>
          </a:p>
          <a:p>
            <a:r>
              <a:rPr lang="en-IN" sz="2000" b="1" dirty="0"/>
              <a:t>2. </a:t>
            </a:r>
            <a:r>
              <a:rPr lang="en-IN" sz="2000" b="1" dirty="0" err="1"/>
              <a:t>PresentationsGO</a:t>
            </a:r>
            <a:endParaRPr lang="en-IN" sz="2000" b="1" dirty="0"/>
          </a:p>
          <a:p>
            <a:r>
              <a:rPr lang="en-IN" sz="2000" b="1" dirty="0"/>
              <a:t>3. Slides24 </a:t>
            </a:r>
          </a:p>
        </p:txBody>
      </p:sp>
    </p:spTree>
    <p:extLst>
      <p:ext uri="{BB962C8B-B14F-4D97-AF65-F5344CB8AC3E}">
        <p14:creationId xmlns:p14="http://schemas.microsoft.com/office/powerpoint/2010/main" val="2434889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0E72540-6FC4-2695-AFB4-550D86F076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229" y="268889"/>
            <a:ext cx="369229" cy="36922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4186B4E-0CA9-7497-E055-21DAA385B7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46" y="268889"/>
            <a:ext cx="380380" cy="3803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D3CE451-F6AB-DF0B-6B65-691817C976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6805" y="291191"/>
            <a:ext cx="358078" cy="3580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A03E0EB-BBE7-8D02-2FDD-CD2A15A834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572" y="804148"/>
            <a:ext cx="404541" cy="4045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85E9526-C126-5ECE-8CC4-EACDA0B6A6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667" y="804148"/>
            <a:ext cx="436137" cy="4361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3E6203-3706-089B-89AA-89D4BA28E4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06805" y="804148"/>
            <a:ext cx="358078" cy="3580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A112BE3-868D-67F4-FCDA-66AE29EEF39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8229" y="1374718"/>
            <a:ext cx="404540" cy="4045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D9AA40E-2ACA-CEE3-2C7F-DC42421F99A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1546" y="1374718"/>
            <a:ext cx="404540" cy="4045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63964A6-C6EA-CFEE-0549-949AFD2AAFD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06804" y="1317104"/>
            <a:ext cx="462153" cy="46215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464915D-B09A-50BE-9778-469CEAABBF8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7078" y="1945287"/>
            <a:ext cx="462153" cy="46215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DA86F11-08EF-6B4A-3214-5EA4266F653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flipH="1">
            <a:off x="943667" y="1947144"/>
            <a:ext cx="462153" cy="46215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6DC91F0-5B3D-4EB3-EC00-F2304FAB332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06804" y="1934135"/>
            <a:ext cx="484455" cy="48445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7C4C361-5310-00E6-779B-0AB22B3871D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4732" y="2527006"/>
            <a:ext cx="462153" cy="46215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7EDB6A2-05F8-4010-FB84-15907A04BF4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20747" y="2555812"/>
            <a:ext cx="484455" cy="48445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AAF8EFF-4D78-8D12-2BB7-D4B3E192122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11765" y="3108725"/>
            <a:ext cx="462153" cy="46215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CD1B780-783A-AF09-E41C-E5E88EF84A5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59465" y="3166338"/>
            <a:ext cx="404540" cy="40454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8A4FAF0-AF64-0AFE-274D-506324BDC1A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506804" y="3100048"/>
            <a:ext cx="484455" cy="48445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A317469-A5A4-8F0F-A7F3-7108DD403BC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35926" y="3679294"/>
            <a:ext cx="484455" cy="48445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DF71180-421F-C946-2937-35E929F26FBF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43667" y="3679294"/>
            <a:ext cx="462153" cy="46215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D023CE6-E534-E439-DEB7-C757F75CEC76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529107" y="3721726"/>
            <a:ext cx="404542" cy="40454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FB11BF4-90F4-0912-6FEA-81C192435B00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47078" y="4272163"/>
            <a:ext cx="462153" cy="46215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029001F-08DB-C74C-9BD4-09FA1E30ABED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flipH="1">
            <a:off x="930659" y="4289820"/>
            <a:ext cx="462152" cy="46215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45D1054-F7AE-1DBE-F368-1EEE4BD054A5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flipV="1">
            <a:off x="1529107" y="4289820"/>
            <a:ext cx="462153" cy="46215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85B31BBE-B5E9-90C5-3F4E-AECBF874F94E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30659" y="4900345"/>
            <a:ext cx="462152" cy="462152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33CB07C4-2030-8977-22AD-7073F7A8983D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69378" y="4929151"/>
            <a:ext cx="404540" cy="40454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78A6A9F-3226-4D23-E426-B77E0CDBA325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495652" y="4900345"/>
            <a:ext cx="484455" cy="48445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596AE5AB-E137-DAAA-068F-E4C0802082E4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 flipH="1">
            <a:off x="329420" y="5528526"/>
            <a:ext cx="484455" cy="48445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A4798D93-5E4C-91B7-8A02-FA56857BA7A0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42739" y="5528526"/>
            <a:ext cx="462153" cy="462153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45CD1F7-B11A-954E-0E7C-1ACD29AAF690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495652" y="5545878"/>
            <a:ext cx="484455" cy="48445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B2333AA8-539E-FEFD-9967-D77D9E17B158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64732" y="6207816"/>
            <a:ext cx="462153" cy="462153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3AF55570-7CE0-2240-B84B-E82FBC1D29D3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59464" y="6150203"/>
            <a:ext cx="462153" cy="46215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BD02582C-CD97-170D-152D-4AFF8DB7A98F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535608" y="6179008"/>
            <a:ext cx="484455" cy="484455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68569C76-0A26-A97E-B367-F3D3F61B7DEB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2019761" y="211893"/>
            <a:ext cx="462153" cy="462153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88CE5F12-0D10-B392-CAA2-19CBB1FB2F63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979804" y="744363"/>
            <a:ext cx="484455" cy="484455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28066AA9-9D8E-D87F-70CE-305C12CEAEE9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2019762" y="1299135"/>
            <a:ext cx="462153" cy="462153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48AEB799-0144-63AD-3CB3-A7D59D53F2F0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2094101" y="1945904"/>
            <a:ext cx="484455" cy="484455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4DD00877-0B8E-EEF1-A07E-DF7FCCE9D7D8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2108972" y="2614975"/>
            <a:ext cx="484455" cy="484455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26306093-1F8F-674C-1064-A677D914C299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2108971" y="3126380"/>
            <a:ext cx="484455" cy="484455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27CC4061-95AD-8AF6-10EF-2B4AF0A72381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2166582" y="3679294"/>
            <a:ext cx="462153" cy="462153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551E7AF0-CE87-B991-F652-1C071BFB107F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2094101" y="4292293"/>
            <a:ext cx="484454" cy="484454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B3D06BED-CA67-57C9-C682-148F5B46892D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2094101" y="4911495"/>
            <a:ext cx="462153" cy="462153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7B802981-BAC7-2D8B-12AE-0E09410B8807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2070867" y="5528526"/>
            <a:ext cx="501807" cy="501807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5A029FE6-DC4B-E421-A5ED-3BD558BEEC7C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2124146" y="6179007"/>
            <a:ext cx="462153" cy="462153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BF818B1-1B42-229A-6FEE-E541FCA9FC59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2644229" y="244729"/>
            <a:ext cx="462152" cy="462152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A2109D5F-2A19-D847-B7A3-C22B6C14073A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2603964" y="769139"/>
            <a:ext cx="495610" cy="49561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C7B334E-12DA-FCDB-38A6-4A7200818B95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2603963" y="1345909"/>
            <a:ext cx="518685" cy="518685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65E517C8-AF54-AD8C-AE47-D03715C64CED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2573448" y="1890304"/>
            <a:ext cx="724671" cy="724671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2D00BA69-485D-D0E7-01BE-700E6DFE0D0E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2697196" y="2590034"/>
            <a:ext cx="534336" cy="534336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BCBBF7CC-EF9C-EF19-4796-F5D1F4DB002E}"/>
              </a:ext>
            </a:extLst>
      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2724145" y="3179979"/>
            <a:ext cx="462152" cy="462152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757B9178-1D5A-7925-DF3B-80DFE45EFE27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2694411" y="3701597"/>
            <a:ext cx="462152" cy="462152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2911F210-F5E3-26AB-1296-335CFE036721}"/>
              </a:ext>
            </a:extLst>
      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2692550" y="4333506"/>
            <a:ext cx="462152" cy="462152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6833D00A-FDE1-95B4-B4E9-B407FA1F3D8B}"/>
              </a:ext>
            </a:extLst>
      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2671323" y="4922648"/>
            <a:ext cx="484454" cy="484454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151CBB14-1FE1-FA25-6770-D455AA9B28F1}"/>
              </a:ext>
            </a:extLst>
      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2661884" y="5543553"/>
            <a:ext cx="517144" cy="517144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52E31A04-1FD5-EB54-3040-5AB59A26950D}"/>
              </a:ext>
            </a:extLst>
      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2661884" y="6152825"/>
            <a:ext cx="517144" cy="517144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47CB0AD8-BD93-CF2A-7DAE-62B50F7634F2}"/>
              </a:ext>
            </a:extLst>
      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3347061" y="228003"/>
            <a:ext cx="462152" cy="462152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94E9C637-4107-D6D6-AE0E-7AAC78B512D0}"/>
              </a:ext>
            </a:extLst>
      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3347061" y="795166"/>
            <a:ext cx="462152" cy="462152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81958E1E-3677-9177-844C-F7BC4526CCDE}"/>
              </a:ext>
            </a:extLst>
      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3347061" y="1362329"/>
            <a:ext cx="462152" cy="462152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86E7E923-C6E6-F6A9-98C3-9C8F2675553A}"/>
              </a:ext>
            </a:extLst>
      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3347061" y="1945287"/>
            <a:ext cx="462152" cy="462152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9240E7C4-F19F-CFCA-4889-54A805BFF303}"/>
              </a:ext>
            </a:extLst>
      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3310969" y="2578883"/>
            <a:ext cx="534336" cy="534336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F7CD0E48-FB14-3DDE-3CC0-54E7533C0F67}"/>
              </a:ext>
            </a:extLst>
      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3419245" y="3204920"/>
            <a:ext cx="426060" cy="426060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BA754EA7-8224-AA26-5D73-BBCB6624BF42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3331259" y="3726676"/>
            <a:ext cx="534336" cy="534336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162F651C-27E5-DCD5-8EDF-15100157DDDD}"/>
              </a:ext>
            </a:extLst>
      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3365107" y="4366008"/>
            <a:ext cx="534336" cy="534336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202DFAC5-FEA7-6EE6-6A25-1D19AFCE5CB8}"/>
              </a:ext>
            </a:extLst>
      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3365107" y="4966947"/>
            <a:ext cx="484454" cy="484454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F4B86432-31F9-2E71-723C-90B11C14624E}"/>
              </a:ext>
            </a:extLst>
          </p:cNvPr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3414989" y="5534728"/>
            <a:ext cx="484454" cy="484454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3333D490-E894-E730-0C27-45E738A6EDE4}"/>
              </a:ext>
            </a:extLst>
          </p:cNvPr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3437291" y="6117976"/>
            <a:ext cx="534336" cy="534336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BDBFE310-BC24-D44F-B126-74BD3AE9DCEA}"/>
              </a:ext>
            </a:extLst>
          </p:cNvPr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3946435" y="1345909"/>
            <a:ext cx="470516" cy="470516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3862A15B-BF94-63A5-CE1A-E7D17BBC7A61}"/>
              </a:ext>
            </a:extLst>
          </p:cNvPr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3946435" y="778437"/>
            <a:ext cx="495609" cy="495609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527A0EE0-326D-F654-A254-8897B512911B}"/>
              </a:ext>
            </a:extLst>
          </p:cNvPr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4024655" y="221475"/>
            <a:ext cx="470516" cy="470516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18E5D6C7-C1B8-C4A9-22FD-E2DC518AF35E}"/>
              </a:ext>
            </a:extLst>
          </p:cNvPr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3946434" y="1945285"/>
            <a:ext cx="495609" cy="495609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7B9ED3B1-7D40-F96C-30D2-12BBBC5E5284}"/>
              </a:ext>
            </a:extLst>
          </p:cNvPr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3937469" y="2566963"/>
            <a:ext cx="541762" cy="541762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F5F6CFFE-F887-9272-2450-8331066EC032}"/>
              </a:ext>
            </a:extLst>
          </p:cNvPr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3958980" y="3210634"/>
            <a:ext cx="470516" cy="470516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F8F11511-4F81-7F25-EA30-47B6343349E3}"/>
              </a:ext>
            </a:extLst>
          </p:cNvPr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3971527" y="3810010"/>
            <a:ext cx="507703" cy="507703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C07F6FE3-C792-9E56-7261-EB6FE9974744}"/>
              </a:ext>
            </a:extLst>
          </p:cNvPr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3979112" y="4357801"/>
            <a:ext cx="541762" cy="541762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6C98692D-3D29-EF7A-9082-25BDF9EAC3E3}"/>
              </a:ext>
            </a:extLst>
          </p:cNvPr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3958980" y="4953947"/>
            <a:ext cx="496198" cy="496198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D1D35B35-A951-134C-325C-A4B156A0611A}"/>
              </a:ext>
            </a:extLst>
          </p:cNvPr>
          <p:cNvPicPr>
            <a:picLocks noChangeAspect="1"/>
          </p:cNvPicPr>
          <p:nvPr/>
        </p:nvPicPr>
        <p:blipFill>
          <a:blip r:embed="rId75"/>
          <a:stretch>
            <a:fillRect/>
          </a:stretch>
        </p:blipFill>
        <p:spPr>
          <a:xfrm>
            <a:off x="3971527" y="5543553"/>
            <a:ext cx="462152" cy="462152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AB7DFF29-2E42-CB4C-C2AD-01E862A3C165}"/>
              </a:ext>
            </a:extLst>
          </p:cNvPr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4649122" y="208928"/>
            <a:ext cx="495609" cy="495609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4B9615D0-EC2E-622F-8B8C-B2335EE2A7CA}"/>
              </a:ext>
            </a:extLst>
          </p:cNvPr>
          <p:cNvPicPr>
            <a:picLocks noChangeAspect="1"/>
          </p:cNvPicPr>
          <p:nvPr/>
        </p:nvPicPr>
        <p:blipFill>
          <a:blip r:embed="rId77"/>
          <a:stretch>
            <a:fillRect/>
          </a:stretch>
        </p:blipFill>
        <p:spPr>
          <a:xfrm>
            <a:off x="4520874" y="1334370"/>
            <a:ext cx="541762" cy="541762"/>
          </a:xfrm>
          <a:prstGeom prst="rect">
            <a:avLst/>
          </a:prstGeom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04E3EEEE-D5EE-8001-BDB9-655FB6D10520}"/>
              </a:ext>
            </a:extLst>
          </p:cNvPr>
          <p:cNvPicPr>
            <a:picLocks noChangeAspect="1"/>
          </p:cNvPicPr>
          <p:nvPr/>
        </p:nvPicPr>
        <p:blipFill>
          <a:blip r:embed="rId78"/>
          <a:stretch>
            <a:fillRect/>
          </a:stretch>
        </p:blipFill>
        <p:spPr>
          <a:xfrm>
            <a:off x="4520874" y="1917250"/>
            <a:ext cx="541762" cy="541762"/>
          </a:xfrm>
          <a:prstGeom prst="rect">
            <a:avLst/>
          </a:prstGeom>
        </p:spPr>
      </p:pic>
      <p:pic>
        <p:nvPicPr>
          <p:cNvPr id="90" name="Picture 89">
            <a:extLst>
              <a:ext uri="{FF2B5EF4-FFF2-40B4-BE49-F238E27FC236}">
                <a16:creationId xmlns:a16="http://schemas.microsoft.com/office/drawing/2014/main" id="{8E301E8D-31D1-98D4-FC12-7D20E7CA631E}"/>
              </a:ext>
            </a:extLst>
          </p:cNvPr>
          <p:cNvPicPr>
            <a:picLocks noChangeAspect="1"/>
          </p:cNvPicPr>
          <p:nvPr/>
        </p:nvPicPr>
        <p:blipFill>
          <a:blip r:embed="rId79"/>
          <a:stretch>
            <a:fillRect/>
          </a:stretch>
        </p:blipFill>
        <p:spPr>
          <a:xfrm>
            <a:off x="4505811" y="2539666"/>
            <a:ext cx="612770" cy="612770"/>
          </a:xfrm>
          <a:prstGeom prst="rect">
            <a:avLst/>
          </a:prstGeom>
        </p:spPr>
      </p:pic>
      <p:pic>
        <p:nvPicPr>
          <p:cNvPr id="93" name="Picture 92">
            <a:extLst>
              <a:ext uri="{FF2B5EF4-FFF2-40B4-BE49-F238E27FC236}">
                <a16:creationId xmlns:a16="http://schemas.microsoft.com/office/drawing/2014/main" id="{3A238ADE-7514-5F28-646D-739486FCFA6F}"/>
              </a:ext>
            </a:extLst>
          </p:cNvPr>
          <p:cNvPicPr>
            <a:picLocks noChangeAspect="1"/>
          </p:cNvPicPr>
          <p:nvPr/>
        </p:nvPicPr>
        <p:blipFill>
          <a:blip r:embed="rId80"/>
          <a:stretch>
            <a:fillRect/>
          </a:stretch>
        </p:blipFill>
        <p:spPr>
          <a:xfrm>
            <a:off x="4580855" y="4397606"/>
            <a:ext cx="462152" cy="462152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8E0B27A7-9D15-5574-E5C1-FA4F62316A8E}"/>
              </a:ext>
            </a:extLst>
          </p:cNvPr>
          <p:cNvPicPr>
            <a:picLocks noChangeAspect="1"/>
          </p:cNvPicPr>
          <p:nvPr/>
        </p:nvPicPr>
        <p:blipFill>
          <a:blip r:embed="rId81"/>
          <a:stretch>
            <a:fillRect/>
          </a:stretch>
        </p:blipFill>
        <p:spPr>
          <a:xfrm>
            <a:off x="4544909" y="4978105"/>
            <a:ext cx="484455" cy="484455"/>
          </a:xfrm>
          <a:prstGeom prst="rect">
            <a:avLst/>
          </a:prstGeom>
        </p:spPr>
      </p:pic>
      <p:pic>
        <p:nvPicPr>
          <p:cNvPr id="95" name="Picture 94">
            <a:extLst>
              <a:ext uri="{FF2B5EF4-FFF2-40B4-BE49-F238E27FC236}">
                <a16:creationId xmlns:a16="http://schemas.microsoft.com/office/drawing/2014/main" id="{CFCC7232-9574-C3F9-7DCC-A3E46E447426}"/>
              </a:ext>
            </a:extLst>
          </p:cNvPr>
          <p:cNvPicPr>
            <a:picLocks noChangeAspect="1"/>
          </p:cNvPicPr>
          <p:nvPr/>
        </p:nvPicPr>
        <p:blipFill>
          <a:blip r:embed="rId82"/>
          <a:stretch>
            <a:fillRect/>
          </a:stretch>
        </p:blipFill>
        <p:spPr>
          <a:xfrm>
            <a:off x="4599407" y="5528527"/>
            <a:ext cx="462152" cy="462152"/>
          </a:xfrm>
          <a:prstGeom prst="rect">
            <a:avLst/>
          </a:prstGeom>
        </p:spPr>
      </p:pic>
      <p:pic>
        <p:nvPicPr>
          <p:cNvPr id="96" name="Picture 95">
            <a:extLst>
              <a:ext uri="{FF2B5EF4-FFF2-40B4-BE49-F238E27FC236}">
                <a16:creationId xmlns:a16="http://schemas.microsoft.com/office/drawing/2014/main" id="{B4FC8A20-88EA-4D14-FB9C-0973DE168FA3}"/>
              </a:ext>
            </a:extLst>
          </p:cNvPr>
          <p:cNvPicPr>
            <a:picLocks noChangeAspect="1"/>
          </p:cNvPicPr>
          <p:nvPr/>
        </p:nvPicPr>
        <p:blipFill>
          <a:blip r:embed="rId83"/>
          <a:stretch>
            <a:fillRect/>
          </a:stretch>
        </p:blipFill>
        <p:spPr>
          <a:xfrm>
            <a:off x="4599605" y="6145551"/>
            <a:ext cx="495609" cy="495609"/>
          </a:xfrm>
          <a:prstGeom prst="rect">
            <a:avLst/>
          </a:prstGeom>
        </p:spPr>
      </p:pic>
      <p:grpSp>
        <p:nvGrpSpPr>
          <p:cNvPr id="97" name="Group 96">
            <a:extLst>
              <a:ext uri="{FF2B5EF4-FFF2-40B4-BE49-F238E27FC236}">
                <a16:creationId xmlns:a16="http://schemas.microsoft.com/office/drawing/2014/main" id="{C9670B70-1AA1-CCC7-9711-C3D17BEED8F9}"/>
              </a:ext>
            </a:extLst>
          </p:cNvPr>
          <p:cNvGrpSpPr/>
          <p:nvPr/>
        </p:nvGrpSpPr>
        <p:grpSpPr>
          <a:xfrm>
            <a:off x="5257473" y="221475"/>
            <a:ext cx="470516" cy="486625"/>
            <a:chOff x="2351150" y="9938219"/>
            <a:chExt cx="705011" cy="705040"/>
          </a:xfrm>
        </p:grpSpPr>
        <p:sp>
          <p:nvSpPr>
            <p:cNvPr id="98" name="Freeform: Shape 45">
              <a:extLst>
                <a:ext uri="{FF2B5EF4-FFF2-40B4-BE49-F238E27FC236}">
                  <a16:creationId xmlns:a16="http://schemas.microsoft.com/office/drawing/2014/main" id="{74EB7E12-41CC-544A-7998-6DCB56D7F48F}"/>
                </a:ext>
              </a:extLst>
            </p:cNvPr>
            <p:cNvSpPr/>
            <p:nvPr/>
          </p:nvSpPr>
          <p:spPr>
            <a:xfrm>
              <a:off x="2351150" y="10240257"/>
              <a:ext cx="705011" cy="403002"/>
            </a:xfrm>
            <a:custGeom>
              <a:avLst/>
              <a:gdLst>
                <a:gd name="connsiteX0" fmla="*/ 694178 w 705011"/>
                <a:gd name="connsiteY0" fmla="*/ 152954 h 403002"/>
                <a:gd name="connsiteX1" fmla="*/ 592355 w 705011"/>
                <a:gd name="connsiteY1" fmla="*/ 129047 h 403002"/>
                <a:gd name="connsiteX2" fmla="*/ 538253 w 705011"/>
                <a:gd name="connsiteY2" fmla="*/ 161337 h 403002"/>
                <a:gd name="connsiteX3" fmla="*/ 515203 w 705011"/>
                <a:gd name="connsiteY3" fmla="*/ 145049 h 403002"/>
                <a:gd name="connsiteX4" fmla="*/ 378709 w 705011"/>
                <a:gd name="connsiteY4" fmla="*/ 94852 h 403002"/>
                <a:gd name="connsiteX5" fmla="*/ 237835 w 705011"/>
                <a:gd name="connsiteY5" fmla="*/ 88947 h 403002"/>
                <a:gd name="connsiteX6" fmla="*/ 188686 w 705011"/>
                <a:gd name="connsiteY6" fmla="*/ 51894 h 403002"/>
                <a:gd name="connsiteX7" fmla="*/ 162015 w 705011"/>
                <a:gd name="connsiteY7" fmla="*/ 51894 h 403002"/>
                <a:gd name="connsiteX8" fmla="*/ 162015 w 705011"/>
                <a:gd name="connsiteY8" fmla="*/ 51894 h 403002"/>
                <a:gd name="connsiteX9" fmla="*/ 110581 w 705011"/>
                <a:gd name="connsiteY9" fmla="*/ 459 h 403002"/>
                <a:gd name="connsiteX10" fmla="*/ 52764 w 705011"/>
                <a:gd name="connsiteY10" fmla="*/ 459 h 403002"/>
                <a:gd name="connsiteX11" fmla="*/ 1329 w 705011"/>
                <a:gd name="connsiteY11" fmla="*/ 51894 h 403002"/>
                <a:gd name="connsiteX12" fmla="*/ 1329 w 705011"/>
                <a:gd name="connsiteY12" fmla="*/ 352027 h 403002"/>
                <a:gd name="connsiteX13" fmla="*/ 52764 w 705011"/>
                <a:gd name="connsiteY13" fmla="*/ 403462 h 403002"/>
                <a:gd name="connsiteX14" fmla="*/ 110581 w 705011"/>
                <a:gd name="connsiteY14" fmla="*/ 403462 h 403002"/>
                <a:gd name="connsiteX15" fmla="*/ 162015 w 705011"/>
                <a:gd name="connsiteY15" fmla="*/ 352027 h 403002"/>
                <a:gd name="connsiteX16" fmla="*/ 162015 w 705011"/>
                <a:gd name="connsiteY16" fmla="*/ 352027 h 403002"/>
                <a:gd name="connsiteX17" fmla="*/ 188686 w 705011"/>
                <a:gd name="connsiteY17" fmla="*/ 352027 h 403002"/>
                <a:gd name="connsiteX18" fmla="*/ 233168 w 705011"/>
                <a:gd name="connsiteY18" fmla="*/ 326024 h 403002"/>
                <a:gd name="connsiteX19" fmla="*/ 356993 w 705011"/>
                <a:gd name="connsiteY19" fmla="*/ 373649 h 403002"/>
                <a:gd name="connsiteX20" fmla="*/ 408428 w 705011"/>
                <a:gd name="connsiteY20" fmla="*/ 383174 h 403002"/>
                <a:gd name="connsiteX21" fmla="*/ 477579 w 705011"/>
                <a:gd name="connsiteY21" fmla="*/ 365362 h 403002"/>
                <a:gd name="connsiteX22" fmla="*/ 667317 w 705011"/>
                <a:gd name="connsiteY22" fmla="*/ 260587 h 403002"/>
                <a:gd name="connsiteX23" fmla="*/ 703989 w 705011"/>
                <a:gd name="connsiteY23" fmla="*/ 212962 h 403002"/>
                <a:gd name="connsiteX24" fmla="*/ 694178 w 705011"/>
                <a:gd name="connsiteY24" fmla="*/ 152954 h 403002"/>
                <a:gd name="connsiteX25" fmla="*/ 117916 w 705011"/>
                <a:gd name="connsiteY25" fmla="*/ 351551 h 403002"/>
                <a:gd name="connsiteX26" fmla="*/ 110581 w 705011"/>
                <a:gd name="connsiteY26" fmla="*/ 358885 h 403002"/>
                <a:gd name="connsiteX27" fmla="*/ 52764 w 705011"/>
                <a:gd name="connsiteY27" fmla="*/ 358885 h 403002"/>
                <a:gd name="connsiteX28" fmla="*/ 45429 w 705011"/>
                <a:gd name="connsiteY28" fmla="*/ 351742 h 403002"/>
                <a:gd name="connsiteX29" fmla="*/ 45429 w 705011"/>
                <a:gd name="connsiteY29" fmla="*/ 351551 h 403002"/>
                <a:gd name="connsiteX30" fmla="*/ 45429 w 705011"/>
                <a:gd name="connsiteY30" fmla="*/ 51418 h 403002"/>
                <a:gd name="connsiteX31" fmla="*/ 52764 w 705011"/>
                <a:gd name="connsiteY31" fmla="*/ 44084 h 403002"/>
                <a:gd name="connsiteX32" fmla="*/ 110581 w 705011"/>
                <a:gd name="connsiteY32" fmla="*/ 44084 h 403002"/>
                <a:gd name="connsiteX33" fmla="*/ 117916 w 705011"/>
                <a:gd name="connsiteY33" fmla="*/ 51418 h 403002"/>
                <a:gd name="connsiteX34" fmla="*/ 117916 w 705011"/>
                <a:gd name="connsiteY34" fmla="*/ 351551 h 403002"/>
                <a:gd name="connsiteX35" fmla="*/ 188781 w 705011"/>
                <a:gd name="connsiteY35" fmla="*/ 306879 h 403002"/>
                <a:gd name="connsiteX36" fmla="*/ 162111 w 705011"/>
                <a:gd name="connsiteY36" fmla="*/ 306879 h 403002"/>
                <a:gd name="connsiteX37" fmla="*/ 162111 w 705011"/>
                <a:gd name="connsiteY37" fmla="*/ 95709 h 403002"/>
                <a:gd name="connsiteX38" fmla="*/ 188781 w 705011"/>
                <a:gd name="connsiteY38" fmla="*/ 95709 h 403002"/>
                <a:gd name="connsiteX39" fmla="*/ 196211 w 705011"/>
                <a:gd name="connsiteY39" fmla="*/ 103043 h 403002"/>
                <a:gd name="connsiteX40" fmla="*/ 196211 w 705011"/>
                <a:gd name="connsiteY40" fmla="*/ 118379 h 403002"/>
                <a:gd name="connsiteX41" fmla="*/ 196211 w 705011"/>
                <a:gd name="connsiteY41" fmla="*/ 118379 h 403002"/>
                <a:gd name="connsiteX42" fmla="*/ 196211 w 705011"/>
                <a:gd name="connsiteY42" fmla="*/ 299354 h 403002"/>
                <a:gd name="connsiteX43" fmla="*/ 189067 w 705011"/>
                <a:gd name="connsiteY43" fmla="*/ 306877 h 403002"/>
                <a:gd name="connsiteX44" fmla="*/ 188781 w 705011"/>
                <a:gd name="connsiteY44" fmla="*/ 306879 h 403002"/>
                <a:gd name="connsiteX45" fmla="*/ 661316 w 705011"/>
                <a:gd name="connsiteY45" fmla="*/ 201246 h 403002"/>
                <a:gd name="connsiteX46" fmla="*/ 645981 w 705011"/>
                <a:gd name="connsiteY46" fmla="*/ 221154 h 403002"/>
                <a:gd name="connsiteX47" fmla="*/ 456243 w 705011"/>
                <a:gd name="connsiteY47" fmla="*/ 325929 h 403002"/>
                <a:gd name="connsiteX48" fmla="*/ 372709 w 705011"/>
                <a:gd name="connsiteY48" fmla="*/ 331643 h 403002"/>
                <a:gd name="connsiteX49" fmla="*/ 240121 w 705011"/>
                <a:gd name="connsiteY49" fmla="*/ 280875 h 403002"/>
                <a:gd name="connsiteX50" fmla="*/ 240121 w 705011"/>
                <a:gd name="connsiteY50" fmla="*/ 135047 h 403002"/>
                <a:gd name="connsiteX51" fmla="*/ 363469 w 705011"/>
                <a:gd name="connsiteY51" fmla="*/ 136381 h 403002"/>
                <a:gd name="connsiteX52" fmla="*/ 500059 w 705011"/>
                <a:gd name="connsiteY52" fmla="*/ 186578 h 403002"/>
                <a:gd name="connsiteX53" fmla="*/ 506630 w 705011"/>
                <a:gd name="connsiteY53" fmla="*/ 197912 h 403002"/>
                <a:gd name="connsiteX54" fmla="*/ 495201 w 705011"/>
                <a:gd name="connsiteY54" fmla="*/ 206390 h 403002"/>
                <a:gd name="connsiteX55" fmla="*/ 347087 w 705011"/>
                <a:gd name="connsiteY55" fmla="*/ 187340 h 403002"/>
                <a:gd name="connsiteX56" fmla="*/ 322417 w 705011"/>
                <a:gd name="connsiteY56" fmla="*/ 206390 h 403002"/>
                <a:gd name="connsiteX57" fmla="*/ 341372 w 705011"/>
                <a:gd name="connsiteY57" fmla="*/ 231050 h 403002"/>
                <a:gd name="connsiteX58" fmla="*/ 341467 w 705011"/>
                <a:gd name="connsiteY58" fmla="*/ 231060 h 403002"/>
                <a:gd name="connsiteX59" fmla="*/ 489580 w 705011"/>
                <a:gd name="connsiteY59" fmla="*/ 250110 h 403002"/>
                <a:gd name="connsiteX60" fmla="*/ 496629 w 705011"/>
                <a:gd name="connsiteY60" fmla="*/ 250110 h 403002"/>
                <a:gd name="connsiteX61" fmla="*/ 549874 w 705011"/>
                <a:gd name="connsiteY61" fmla="*/ 205342 h 403002"/>
                <a:gd name="connsiteX62" fmla="*/ 614929 w 705011"/>
                <a:gd name="connsiteY62" fmla="*/ 166670 h 403002"/>
                <a:gd name="connsiteX63" fmla="*/ 657125 w 705011"/>
                <a:gd name="connsiteY63" fmla="*/ 176195 h 403002"/>
                <a:gd name="connsiteX64" fmla="*/ 661221 w 705011"/>
                <a:gd name="connsiteY64" fmla="*/ 201437 h 403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705011" h="403002">
                  <a:moveTo>
                    <a:pt x="694178" y="152954"/>
                  </a:moveTo>
                  <a:cubicBezTo>
                    <a:pt x="672270" y="118798"/>
                    <a:pt x="627217" y="108216"/>
                    <a:pt x="592355" y="129047"/>
                  </a:cubicBezTo>
                  <a:lnTo>
                    <a:pt x="538253" y="161337"/>
                  </a:lnTo>
                  <a:cubicBezTo>
                    <a:pt x="532158" y="153964"/>
                    <a:pt x="524156" y="148344"/>
                    <a:pt x="515203" y="145049"/>
                  </a:cubicBezTo>
                  <a:lnTo>
                    <a:pt x="378709" y="94852"/>
                  </a:lnTo>
                  <a:cubicBezTo>
                    <a:pt x="333561" y="78231"/>
                    <a:pt x="284222" y="76164"/>
                    <a:pt x="237835" y="88947"/>
                  </a:cubicBezTo>
                  <a:cubicBezTo>
                    <a:pt x="231453" y="67058"/>
                    <a:pt x="211451" y="51970"/>
                    <a:pt x="188686" y="51894"/>
                  </a:cubicBezTo>
                  <a:lnTo>
                    <a:pt x="162015" y="51894"/>
                  </a:lnTo>
                  <a:lnTo>
                    <a:pt x="162015" y="51894"/>
                  </a:lnTo>
                  <a:cubicBezTo>
                    <a:pt x="162015" y="23491"/>
                    <a:pt x="138965" y="459"/>
                    <a:pt x="110581" y="459"/>
                  </a:cubicBezTo>
                  <a:lnTo>
                    <a:pt x="52764" y="459"/>
                  </a:lnTo>
                  <a:cubicBezTo>
                    <a:pt x="24379" y="459"/>
                    <a:pt x="1329" y="23491"/>
                    <a:pt x="1329" y="51894"/>
                  </a:cubicBezTo>
                  <a:lnTo>
                    <a:pt x="1329" y="352027"/>
                  </a:lnTo>
                  <a:cubicBezTo>
                    <a:pt x="1329" y="380433"/>
                    <a:pt x="24379" y="403462"/>
                    <a:pt x="52764" y="403462"/>
                  </a:cubicBezTo>
                  <a:lnTo>
                    <a:pt x="110581" y="403462"/>
                  </a:lnTo>
                  <a:cubicBezTo>
                    <a:pt x="138965" y="403462"/>
                    <a:pt x="162015" y="380433"/>
                    <a:pt x="162015" y="352027"/>
                  </a:cubicBezTo>
                  <a:lnTo>
                    <a:pt x="162015" y="352027"/>
                  </a:lnTo>
                  <a:lnTo>
                    <a:pt x="188686" y="352027"/>
                  </a:lnTo>
                  <a:cubicBezTo>
                    <a:pt x="207069" y="351985"/>
                    <a:pt x="224118" y="342057"/>
                    <a:pt x="233168" y="326024"/>
                  </a:cubicBezTo>
                  <a:lnTo>
                    <a:pt x="356993" y="373649"/>
                  </a:lnTo>
                  <a:cubicBezTo>
                    <a:pt x="373376" y="379950"/>
                    <a:pt x="390806" y="383179"/>
                    <a:pt x="408428" y="383174"/>
                  </a:cubicBezTo>
                  <a:cubicBezTo>
                    <a:pt x="432621" y="383185"/>
                    <a:pt x="456433" y="377057"/>
                    <a:pt x="477579" y="365362"/>
                  </a:cubicBezTo>
                  <a:lnTo>
                    <a:pt x="667317" y="260587"/>
                  </a:lnTo>
                  <a:cubicBezTo>
                    <a:pt x="685605" y="250487"/>
                    <a:pt x="698940" y="233237"/>
                    <a:pt x="703989" y="212962"/>
                  </a:cubicBezTo>
                  <a:cubicBezTo>
                    <a:pt x="709227" y="192464"/>
                    <a:pt x="705608" y="170728"/>
                    <a:pt x="694178" y="152954"/>
                  </a:cubicBezTo>
                  <a:close/>
                  <a:moveTo>
                    <a:pt x="117916" y="351551"/>
                  </a:moveTo>
                  <a:cubicBezTo>
                    <a:pt x="117916" y="355602"/>
                    <a:pt x="114676" y="358885"/>
                    <a:pt x="110581" y="358885"/>
                  </a:cubicBezTo>
                  <a:lnTo>
                    <a:pt x="52764" y="358885"/>
                  </a:lnTo>
                  <a:cubicBezTo>
                    <a:pt x="48764" y="358938"/>
                    <a:pt x="45525" y="355740"/>
                    <a:pt x="45429" y="351742"/>
                  </a:cubicBezTo>
                  <a:cubicBezTo>
                    <a:pt x="45429" y="351678"/>
                    <a:pt x="45429" y="351615"/>
                    <a:pt x="45429" y="351551"/>
                  </a:cubicBezTo>
                  <a:lnTo>
                    <a:pt x="45429" y="51418"/>
                  </a:lnTo>
                  <a:cubicBezTo>
                    <a:pt x="45429" y="47370"/>
                    <a:pt x="48669" y="44084"/>
                    <a:pt x="52764" y="44084"/>
                  </a:cubicBezTo>
                  <a:lnTo>
                    <a:pt x="110581" y="44084"/>
                  </a:lnTo>
                  <a:cubicBezTo>
                    <a:pt x="114581" y="44131"/>
                    <a:pt x="117820" y="47389"/>
                    <a:pt x="117916" y="51418"/>
                  </a:cubicBezTo>
                  <a:lnTo>
                    <a:pt x="117916" y="351551"/>
                  </a:lnTo>
                  <a:close/>
                  <a:moveTo>
                    <a:pt x="188781" y="306879"/>
                  </a:moveTo>
                  <a:lnTo>
                    <a:pt x="162111" y="306879"/>
                  </a:lnTo>
                  <a:lnTo>
                    <a:pt x="162111" y="95709"/>
                  </a:lnTo>
                  <a:lnTo>
                    <a:pt x="188781" y="95709"/>
                  </a:lnTo>
                  <a:cubicBezTo>
                    <a:pt x="192877" y="95709"/>
                    <a:pt x="196115" y="98976"/>
                    <a:pt x="196211" y="103043"/>
                  </a:cubicBezTo>
                  <a:lnTo>
                    <a:pt x="196211" y="118379"/>
                  </a:lnTo>
                  <a:lnTo>
                    <a:pt x="196211" y="118379"/>
                  </a:lnTo>
                  <a:lnTo>
                    <a:pt x="196211" y="299354"/>
                  </a:lnTo>
                  <a:cubicBezTo>
                    <a:pt x="196306" y="303403"/>
                    <a:pt x="193162" y="306771"/>
                    <a:pt x="189067" y="306877"/>
                  </a:cubicBezTo>
                  <a:cubicBezTo>
                    <a:pt x="188972" y="306879"/>
                    <a:pt x="188876" y="306879"/>
                    <a:pt x="188781" y="306879"/>
                  </a:cubicBezTo>
                  <a:close/>
                  <a:moveTo>
                    <a:pt x="661316" y="201246"/>
                  </a:moveTo>
                  <a:cubicBezTo>
                    <a:pt x="659221" y="209733"/>
                    <a:pt x="653696" y="216953"/>
                    <a:pt x="645981" y="221154"/>
                  </a:cubicBezTo>
                  <a:lnTo>
                    <a:pt x="456243" y="325929"/>
                  </a:lnTo>
                  <a:cubicBezTo>
                    <a:pt x="430621" y="340125"/>
                    <a:pt x="400046" y="342218"/>
                    <a:pt x="372709" y="331643"/>
                  </a:cubicBezTo>
                  <a:lnTo>
                    <a:pt x="240121" y="280875"/>
                  </a:lnTo>
                  <a:lnTo>
                    <a:pt x="240121" y="135047"/>
                  </a:lnTo>
                  <a:cubicBezTo>
                    <a:pt x="280221" y="121484"/>
                    <a:pt x="323655" y="121951"/>
                    <a:pt x="363469" y="136381"/>
                  </a:cubicBezTo>
                  <a:lnTo>
                    <a:pt x="500059" y="186578"/>
                  </a:lnTo>
                  <a:cubicBezTo>
                    <a:pt x="504630" y="188321"/>
                    <a:pt x="507392" y="193055"/>
                    <a:pt x="506630" y="197912"/>
                  </a:cubicBezTo>
                  <a:cubicBezTo>
                    <a:pt x="505773" y="203399"/>
                    <a:pt x="500725" y="207190"/>
                    <a:pt x="495201" y="206390"/>
                  </a:cubicBezTo>
                  <a:lnTo>
                    <a:pt x="347087" y="187340"/>
                  </a:lnTo>
                  <a:cubicBezTo>
                    <a:pt x="334990" y="185825"/>
                    <a:pt x="324036" y="194331"/>
                    <a:pt x="322417" y="206390"/>
                  </a:cubicBezTo>
                  <a:cubicBezTo>
                    <a:pt x="320893" y="218439"/>
                    <a:pt x="329370" y="229480"/>
                    <a:pt x="341372" y="231050"/>
                  </a:cubicBezTo>
                  <a:cubicBezTo>
                    <a:pt x="341372" y="231053"/>
                    <a:pt x="341467" y="231057"/>
                    <a:pt x="341467" y="231060"/>
                  </a:cubicBezTo>
                  <a:lnTo>
                    <a:pt x="489580" y="250110"/>
                  </a:lnTo>
                  <a:cubicBezTo>
                    <a:pt x="491961" y="250299"/>
                    <a:pt x="494247" y="250299"/>
                    <a:pt x="496629" y="250110"/>
                  </a:cubicBezTo>
                  <a:cubicBezTo>
                    <a:pt x="522918" y="250088"/>
                    <a:pt x="545302" y="231209"/>
                    <a:pt x="549874" y="205342"/>
                  </a:cubicBezTo>
                  <a:lnTo>
                    <a:pt x="614929" y="166670"/>
                  </a:lnTo>
                  <a:cubicBezTo>
                    <a:pt x="629217" y="157917"/>
                    <a:pt x="647982" y="162137"/>
                    <a:pt x="657125" y="176195"/>
                  </a:cubicBezTo>
                  <a:cubicBezTo>
                    <a:pt x="662078" y="183634"/>
                    <a:pt x="663507" y="192826"/>
                    <a:pt x="661221" y="201437"/>
                  </a:cubicBez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46">
              <a:extLst>
                <a:ext uri="{FF2B5EF4-FFF2-40B4-BE49-F238E27FC236}">
                  <a16:creationId xmlns:a16="http://schemas.microsoft.com/office/drawing/2014/main" id="{5532C154-3200-7EB6-B8A6-B2131E02E669}"/>
                </a:ext>
              </a:extLst>
            </p:cNvPr>
            <p:cNvSpPr/>
            <p:nvPr/>
          </p:nvSpPr>
          <p:spPr>
            <a:xfrm>
              <a:off x="2636900" y="9938219"/>
              <a:ext cx="397860" cy="397478"/>
            </a:xfrm>
            <a:custGeom>
              <a:avLst/>
              <a:gdLst>
                <a:gd name="connsiteX0" fmla="*/ 200211 w 397860"/>
                <a:gd name="connsiteY0" fmla="*/ 397938 h 397478"/>
                <a:gd name="connsiteX1" fmla="*/ 399189 w 397860"/>
                <a:gd name="connsiteY1" fmla="*/ 199341 h 397478"/>
                <a:gd name="connsiteX2" fmla="*/ 200211 w 397860"/>
                <a:gd name="connsiteY2" fmla="*/ 459 h 397478"/>
                <a:gd name="connsiteX3" fmla="*/ 1329 w 397860"/>
                <a:gd name="connsiteY3" fmla="*/ 199341 h 397478"/>
                <a:gd name="connsiteX4" fmla="*/ 200211 w 397860"/>
                <a:gd name="connsiteY4" fmla="*/ 397938 h 397478"/>
                <a:gd name="connsiteX5" fmla="*/ 200211 w 397860"/>
                <a:gd name="connsiteY5" fmla="*/ 44179 h 397478"/>
                <a:gd name="connsiteX6" fmla="*/ 355088 w 397860"/>
                <a:gd name="connsiteY6" fmla="*/ 199341 h 397478"/>
                <a:gd name="connsiteX7" fmla="*/ 200211 w 397860"/>
                <a:gd name="connsiteY7" fmla="*/ 354218 h 397478"/>
                <a:gd name="connsiteX8" fmla="*/ 45334 w 397860"/>
                <a:gd name="connsiteY8" fmla="*/ 199341 h 397478"/>
                <a:gd name="connsiteX9" fmla="*/ 200211 w 397860"/>
                <a:gd name="connsiteY9" fmla="*/ 44179 h 397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7860" h="397478">
                  <a:moveTo>
                    <a:pt x="200211" y="397938"/>
                  </a:moveTo>
                  <a:cubicBezTo>
                    <a:pt x="309939" y="397833"/>
                    <a:pt x="398903" y="309041"/>
                    <a:pt x="399189" y="199341"/>
                  </a:cubicBezTo>
                  <a:cubicBezTo>
                    <a:pt x="398998" y="89528"/>
                    <a:pt x="310034" y="564"/>
                    <a:pt x="200211" y="459"/>
                  </a:cubicBezTo>
                  <a:cubicBezTo>
                    <a:pt x="90484" y="621"/>
                    <a:pt x="1519" y="89566"/>
                    <a:pt x="1329" y="199341"/>
                  </a:cubicBezTo>
                  <a:cubicBezTo>
                    <a:pt x="1615" y="309003"/>
                    <a:pt x="90578" y="397785"/>
                    <a:pt x="200211" y="397938"/>
                  </a:cubicBezTo>
                  <a:close/>
                  <a:moveTo>
                    <a:pt x="200211" y="44179"/>
                  </a:moveTo>
                  <a:cubicBezTo>
                    <a:pt x="285841" y="44284"/>
                    <a:pt x="355183" y="113740"/>
                    <a:pt x="355088" y="199341"/>
                  </a:cubicBezTo>
                  <a:cubicBezTo>
                    <a:pt x="354992" y="284838"/>
                    <a:pt x="285745" y="354113"/>
                    <a:pt x="200211" y="354218"/>
                  </a:cubicBezTo>
                  <a:cubicBezTo>
                    <a:pt x="114772" y="354056"/>
                    <a:pt x="45525" y="284809"/>
                    <a:pt x="45334" y="199341"/>
                  </a:cubicBezTo>
                  <a:cubicBezTo>
                    <a:pt x="45334" y="113759"/>
                    <a:pt x="114581" y="44341"/>
                    <a:pt x="200211" y="44179"/>
                  </a:cubicBez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47">
              <a:extLst>
                <a:ext uri="{FF2B5EF4-FFF2-40B4-BE49-F238E27FC236}">
                  <a16:creationId xmlns:a16="http://schemas.microsoft.com/office/drawing/2014/main" id="{19A638E3-E6C6-A717-C9EE-DA32A822FD5E}"/>
                </a:ext>
              </a:extLst>
            </p:cNvPr>
            <p:cNvSpPr/>
            <p:nvPr/>
          </p:nvSpPr>
          <p:spPr>
            <a:xfrm>
              <a:off x="2776728" y="10039755"/>
              <a:ext cx="118205" cy="194119"/>
            </a:xfrm>
            <a:custGeom>
              <a:avLst/>
              <a:gdLst>
                <a:gd name="connsiteX0" fmla="*/ 61717 w 118205"/>
                <a:gd name="connsiteY0" fmla="*/ 146001 h 194119"/>
                <a:gd name="connsiteX1" fmla="*/ 38952 w 118205"/>
                <a:gd name="connsiteY1" fmla="*/ 128380 h 194119"/>
                <a:gd name="connsiteX2" fmla="*/ 38095 w 118205"/>
                <a:gd name="connsiteY2" fmla="*/ 124570 h 194119"/>
                <a:gd name="connsiteX3" fmla="*/ 1329 w 118205"/>
                <a:gd name="connsiteY3" fmla="*/ 124570 h 194119"/>
                <a:gd name="connsiteX4" fmla="*/ 1329 w 118205"/>
                <a:gd name="connsiteY4" fmla="*/ 129809 h 194119"/>
                <a:gd name="connsiteX5" fmla="*/ 44096 w 118205"/>
                <a:gd name="connsiteY5" fmla="*/ 174291 h 194119"/>
                <a:gd name="connsiteX6" fmla="*/ 44096 w 118205"/>
                <a:gd name="connsiteY6" fmla="*/ 194579 h 194119"/>
                <a:gd name="connsiteX7" fmla="*/ 77719 w 118205"/>
                <a:gd name="connsiteY7" fmla="*/ 194579 h 194119"/>
                <a:gd name="connsiteX8" fmla="*/ 77719 w 118205"/>
                <a:gd name="connsiteY8" fmla="*/ 174481 h 194119"/>
                <a:gd name="connsiteX9" fmla="*/ 119534 w 118205"/>
                <a:gd name="connsiteY9" fmla="*/ 128094 h 194119"/>
                <a:gd name="connsiteX10" fmla="*/ 69337 w 118205"/>
                <a:gd name="connsiteY10" fmla="*/ 76469 h 194119"/>
                <a:gd name="connsiteX11" fmla="*/ 42382 w 118205"/>
                <a:gd name="connsiteY11" fmla="*/ 58086 h 194119"/>
                <a:gd name="connsiteX12" fmla="*/ 58765 w 118205"/>
                <a:gd name="connsiteY12" fmla="*/ 45417 h 194119"/>
                <a:gd name="connsiteX13" fmla="*/ 78576 w 118205"/>
                <a:gd name="connsiteY13" fmla="*/ 59800 h 194119"/>
                <a:gd name="connsiteX14" fmla="*/ 79528 w 118205"/>
                <a:gd name="connsiteY14" fmla="*/ 63420 h 194119"/>
                <a:gd name="connsiteX15" fmla="*/ 116581 w 118205"/>
                <a:gd name="connsiteY15" fmla="*/ 63420 h 194119"/>
                <a:gd name="connsiteX16" fmla="*/ 116010 w 118205"/>
                <a:gd name="connsiteY16" fmla="*/ 58181 h 194119"/>
                <a:gd name="connsiteX17" fmla="*/ 76290 w 118205"/>
                <a:gd name="connsiteY17" fmla="*/ 17223 h 194119"/>
                <a:gd name="connsiteX18" fmla="*/ 76290 w 118205"/>
                <a:gd name="connsiteY18" fmla="*/ 459 h 194119"/>
                <a:gd name="connsiteX19" fmla="*/ 42857 w 118205"/>
                <a:gd name="connsiteY19" fmla="*/ 459 h 194119"/>
                <a:gd name="connsiteX20" fmla="*/ 42857 w 118205"/>
                <a:gd name="connsiteY20" fmla="*/ 17128 h 194119"/>
                <a:gd name="connsiteX21" fmla="*/ 4757 w 118205"/>
                <a:gd name="connsiteY21" fmla="*/ 60753 h 194119"/>
                <a:gd name="connsiteX22" fmla="*/ 56669 w 118205"/>
                <a:gd name="connsiteY22" fmla="*/ 110759 h 194119"/>
                <a:gd name="connsiteX23" fmla="*/ 82005 w 118205"/>
                <a:gd name="connsiteY23" fmla="*/ 131237 h 194119"/>
                <a:gd name="connsiteX24" fmla="*/ 61717 w 118205"/>
                <a:gd name="connsiteY24" fmla="*/ 146001 h 194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8205" h="194119">
                  <a:moveTo>
                    <a:pt x="61717" y="146001"/>
                  </a:moveTo>
                  <a:cubicBezTo>
                    <a:pt x="50763" y="146858"/>
                    <a:pt x="40858" y="139239"/>
                    <a:pt x="38952" y="128380"/>
                  </a:cubicBezTo>
                  <a:lnTo>
                    <a:pt x="38095" y="124570"/>
                  </a:lnTo>
                  <a:lnTo>
                    <a:pt x="1329" y="124570"/>
                  </a:lnTo>
                  <a:lnTo>
                    <a:pt x="1329" y="129809"/>
                  </a:lnTo>
                  <a:cubicBezTo>
                    <a:pt x="3138" y="152764"/>
                    <a:pt x="19045" y="169147"/>
                    <a:pt x="44096" y="174291"/>
                  </a:cubicBezTo>
                  <a:lnTo>
                    <a:pt x="44096" y="194579"/>
                  </a:lnTo>
                  <a:lnTo>
                    <a:pt x="77719" y="194579"/>
                  </a:lnTo>
                  <a:lnTo>
                    <a:pt x="77719" y="174481"/>
                  </a:lnTo>
                  <a:cubicBezTo>
                    <a:pt x="104389" y="169338"/>
                    <a:pt x="119534" y="152669"/>
                    <a:pt x="119534" y="128094"/>
                  </a:cubicBezTo>
                  <a:cubicBezTo>
                    <a:pt x="119534" y="101329"/>
                    <a:pt x="104961" y="86375"/>
                    <a:pt x="69337" y="76469"/>
                  </a:cubicBezTo>
                  <a:cubicBezTo>
                    <a:pt x="43619" y="69230"/>
                    <a:pt x="42382" y="64944"/>
                    <a:pt x="42382" y="58086"/>
                  </a:cubicBezTo>
                  <a:cubicBezTo>
                    <a:pt x="42382" y="53323"/>
                    <a:pt x="44477" y="45417"/>
                    <a:pt x="58765" y="45417"/>
                  </a:cubicBezTo>
                  <a:cubicBezTo>
                    <a:pt x="73052" y="45417"/>
                    <a:pt x="76767" y="52847"/>
                    <a:pt x="78576" y="59800"/>
                  </a:cubicBezTo>
                  <a:lnTo>
                    <a:pt x="79528" y="63420"/>
                  </a:lnTo>
                  <a:lnTo>
                    <a:pt x="116581" y="63420"/>
                  </a:lnTo>
                  <a:lnTo>
                    <a:pt x="116010" y="58181"/>
                  </a:lnTo>
                  <a:cubicBezTo>
                    <a:pt x="114104" y="36864"/>
                    <a:pt x="97531" y="19786"/>
                    <a:pt x="76290" y="17223"/>
                  </a:cubicBezTo>
                  <a:lnTo>
                    <a:pt x="76290" y="459"/>
                  </a:lnTo>
                  <a:lnTo>
                    <a:pt x="42857" y="459"/>
                  </a:lnTo>
                  <a:lnTo>
                    <a:pt x="42857" y="17128"/>
                  </a:lnTo>
                  <a:cubicBezTo>
                    <a:pt x="19045" y="22653"/>
                    <a:pt x="4757" y="39131"/>
                    <a:pt x="4757" y="60753"/>
                  </a:cubicBezTo>
                  <a:cubicBezTo>
                    <a:pt x="4757" y="85994"/>
                    <a:pt x="19331" y="99995"/>
                    <a:pt x="56669" y="110759"/>
                  </a:cubicBezTo>
                  <a:cubicBezTo>
                    <a:pt x="80196" y="117522"/>
                    <a:pt x="82005" y="123522"/>
                    <a:pt x="82005" y="131237"/>
                  </a:cubicBezTo>
                  <a:cubicBezTo>
                    <a:pt x="81910" y="141048"/>
                    <a:pt x="75147" y="146001"/>
                    <a:pt x="61717" y="146001"/>
                  </a:cubicBez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258826E6-999F-84B1-5664-D2C7FE0DD71A}"/>
              </a:ext>
            </a:extLst>
          </p:cNvPr>
          <p:cNvGrpSpPr/>
          <p:nvPr/>
        </p:nvGrpSpPr>
        <p:grpSpPr>
          <a:xfrm>
            <a:off x="5195840" y="3287178"/>
            <a:ext cx="534336" cy="567400"/>
            <a:chOff x="2437924" y="7778044"/>
            <a:chExt cx="594264" cy="704850"/>
          </a:xfrm>
        </p:grpSpPr>
        <p:sp>
          <p:nvSpPr>
            <p:cNvPr id="102" name="Freeform: Shape 24">
              <a:extLst>
                <a:ext uri="{FF2B5EF4-FFF2-40B4-BE49-F238E27FC236}">
                  <a16:creationId xmlns:a16="http://schemas.microsoft.com/office/drawing/2014/main" id="{A77BAC88-5D4F-4FF1-9BE5-E00F31B286E5}"/>
                </a:ext>
              </a:extLst>
            </p:cNvPr>
            <p:cNvSpPr/>
            <p:nvPr/>
          </p:nvSpPr>
          <p:spPr>
            <a:xfrm>
              <a:off x="2797206" y="8133422"/>
              <a:ext cx="152018" cy="41528"/>
            </a:xfrm>
            <a:custGeom>
              <a:avLst/>
              <a:gdLst>
                <a:gd name="connsiteX0" fmla="*/ 132583 w 152018"/>
                <a:gd name="connsiteY0" fmla="*/ 41988 h 41528"/>
                <a:gd name="connsiteX1" fmla="*/ 22092 w 152018"/>
                <a:gd name="connsiteY1" fmla="*/ 41988 h 41528"/>
                <a:gd name="connsiteX2" fmla="*/ 1329 w 152018"/>
                <a:gd name="connsiteY2" fmla="*/ 21224 h 41528"/>
                <a:gd name="connsiteX3" fmla="*/ 22092 w 152018"/>
                <a:gd name="connsiteY3" fmla="*/ 459 h 41528"/>
                <a:gd name="connsiteX4" fmla="*/ 132583 w 152018"/>
                <a:gd name="connsiteY4" fmla="*/ 459 h 41528"/>
                <a:gd name="connsiteX5" fmla="*/ 153347 w 152018"/>
                <a:gd name="connsiteY5" fmla="*/ 21224 h 41528"/>
                <a:gd name="connsiteX6" fmla="*/ 132583 w 152018"/>
                <a:gd name="connsiteY6" fmla="*/ 41988 h 41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2018" h="41528">
                  <a:moveTo>
                    <a:pt x="132583" y="41988"/>
                  </a:moveTo>
                  <a:lnTo>
                    <a:pt x="22092" y="41988"/>
                  </a:lnTo>
                  <a:cubicBezTo>
                    <a:pt x="10663" y="41940"/>
                    <a:pt x="1424" y="32673"/>
                    <a:pt x="1329" y="21224"/>
                  </a:cubicBezTo>
                  <a:cubicBezTo>
                    <a:pt x="1424" y="9775"/>
                    <a:pt x="10663" y="507"/>
                    <a:pt x="22092" y="459"/>
                  </a:cubicBezTo>
                  <a:lnTo>
                    <a:pt x="132583" y="459"/>
                  </a:lnTo>
                  <a:cubicBezTo>
                    <a:pt x="144013" y="459"/>
                    <a:pt x="153347" y="9755"/>
                    <a:pt x="153347" y="21224"/>
                  </a:cubicBezTo>
                  <a:cubicBezTo>
                    <a:pt x="153347" y="32692"/>
                    <a:pt x="144013" y="41988"/>
                    <a:pt x="132583" y="41988"/>
                  </a:cubicBez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25">
              <a:extLst>
                <a:ext uri="{FF2B5EF4-FFF2-40B4-BE49-F238E27FC236}">
                  <a16:creationId xmlns:a16="http://schemas.microsoft.com/office/drawing/2014/main" id="{499A0A9B-0BFB-3ACB-7219-58AA44B2C9C0}"/>
                </a:ext>
              </a:extLst>
            </p:cNvPr>
            <p:cNvSpPr/>
            <p:nvPr/>
          </p:nvSpPr>
          <p:spPr>
            <a:xfrm>
              <a:off x="2797206" y="8310206"/>
              <a:ext cx="152019" cy="41433"/>
            </a:xfrm>
            <a:custGeom>
              <a:avLst/>
              <a:gdLst>
                <a:gd name="connsiteX0" fmla="*/ 132583 w 152019"/>
                <a:gd name="connsiteY0" fmla="*/ 41893 h 41433"/>
                <a:gd name="connsiteX1" fmla="*/ 22092 w 152019"/>
                <a:gd name="connsiteY1" fmla="*/ 41893 h 41433"/>
                <a:gd name="connsiteX2" fmla="*/ 1329 w 152019"/>
                <a:gd name="connsiteY2" fmla="*/ 21129 h 41433"/>
                <a:gd name="connsiteX3" fmla="*/ 22092 w 152019"/>
                <a:gd name="connsiteY3" fmla="*/ 460 h 41433"/>
                <a:gd name="connsiteX4" fmla="*/ 132583 w 152019"/>
                <a:gd name="connsiteY4" fmla="*/ 460 h 41433"/>
                <a:gd name="connsiteX5" fmla="*/ 153347 w 152019"/>
                <a:gd name="connsiteY5" fmla="*/ 21033 h 41433"/>
                <a:gd name="connsiteX6" fmla="*/ 153347 w 152019"/>
                <a:gd name="connsiteY6" fmla="*/ 21129 h 41433"/>
                <a:gd name="connsiteX7" fmla="*/ 132773 w 152019"/>
                <a:gd name="connsiteY7" fmla="*/ 41893 h 41433"/>
                <a:gd name="connsiteX8" fmla="*/ 132583 w 152019"/>
                <a:gd name="connsiteY8" fmla="*/ 41893 h 41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2019" h="41433">
                  <a:moveTo>
                    <a:pt x="132583" y="41893"/>
                  </a:moveTo>
                  <a:lnTo>
                    <a:pt x="22092" y="41893"/>
                  </a:lnTo>
                  <a:cubicBezTo>
                    <a:pt x="10663" y="41893"/>
                    <a:pt x="1329" y="32597"/>
                    <a:pt x="1329" y="21129"/>
                  </a:cubicBezTo>
                  <a:cubicBezTo>
                    <a:pt x="1424" y="9699"/>
                    <a:pt x="10663" y="460"/>
                    <a:pt x="22092" y="460"/>
                  </a:cubicBezTo>
                  <a:lnTo>
                    <a:pt x="132583" y="460"/>
                  </a:lnTo>
                  <a:cubicBezTo>
                    <a:pt x="144013" y="402"/>
                    <a:pt x="153252" y="9622"/>
                    <a:pt x="153347" y="21033"/>
                  </a:cubicBezTo>
                  <a:cubicBezTo>
                    <a:pt x="153347" y="21062"/>
                    <a:pt x="153347" y="21100"/>
                    <a:pt x="153347" y="21129"/>
                  </a:cubicBezTo>
                  <a:cubicBezTo>
                    <a:pt x="153442" y="32540"/>
                    <a:pt x="144204" y="41836"/>
                    <a:pt x="132773" y="41893"/>
                  </a:cubicBezTo>
                  <a:cubicBezTo>
                    <a:pt x="132678" y="41893"/>
                    <a:pt x="132678" y="41893"/>
                    <a:pt x="132583" y="41893"/>
                  </a:cubicBez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26">
              <a:extLst>
                <a:ext uri="{FF2B5EF4-FFF2-40B4-BE49-F238E27FC236}">
                  <a16:creationId xmlns:a16="http://schemas.microsoft.com/office/drawing/2014/main" id="{62B0C99F-F278-3036-FA20-7608C58F1391}"/>
                </a:ext>
              </a:extLst>
            </p:cNvPr>
            <p:cNvSpPr/>
            <p:nvPr/>
          </p:nvSpPr>
          <p:spPr>
            <a:xfrm>
              <a:off x="2797206" y="8367261"/>
              <a:ext cx="152018" cy="41528"/>
            </a:xfrm>
            <a:custGeom>
              <a:avLst/>
              <a:gdLst>
                <a:gd name="connsiteX0" fmla="*/ 132583 w 152018"/>
                <a:gd name="connsiteY0" fmla="*/ 41988 h 41528"/>
                <a:gd name="connsiteX1" fmla="*/ 22092 w 152018"/>
                <a:gd name="connsiteY1" fmla="*/ 41988 h 41528"/>
                <a:gd name="connsiteX2" fmla="*/ 1329 w 152018"/>
                <a:gd name="connsiteY2" fmla="*/ 21224 h 41528"/>
                <a:gd name="connsiteX3" fmla="*/ 22092 w 152018"/>
                <a:gd name="connsiteY3" fmla="*/ 459 h 41528"/>
                <a:gd name="connsiteX4" fmla="*/ 132583 w 152018"/>
                <a:gd name="connsiteY4" fmla="*/ 459 h 41528"/>
                <a:gd name="connsiteX5" fmla="*/ 153347 w 152018"/>
                <a:gd name="connsiteY5" fmla="*/ 21224 h 41528"/>
                <a:gd name="connsiteX6" fmla="*/ 132583 w 152018"/>
                <a:gd name="connsiteY6" fmla="*/ 41988 h 41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2018" h="41528">
                  <a:moveTo>
                    <a:pt x="132583" y="41988"/>
                  </a:moveTo>
                  <a:lnTo>
                    <a:pt x="22092" y="41988"/>
                  </a:lnTo>
                  <a:cubicBezTo>
                    <a:pt x="10663" y="41941"/>
                    <a:pt x="1424" y="32673"/>
                    <a:pt x="1329" y="21224"/>
                  </a:cubicBezTo>
                  <a:cubicBezTo>
                    <a:pt x="1424" y="9775"/>
                    <a:pt x="10663" y="507"/>
                    <a:pt x="22092" y="459"/>
                  </a:cubicBezTo>
                  <a:lnTo>
                    <a:pt x="132583" y="459"/>
                  </a:lnTo>
                  <a:cubicBezTo>
                    <a:pt x="144013" y="459"/>
                    <a:pt x="153347" y="9755"/>
                    <a:pt x="153347" y="21224"/>
                  </a:cubicBezTo>
                  <a:cubicBezTo>
                    <a:pt x="153347" y="32692"/>
                    <a:pt x="144013" y="41988"/>
                    <a:pt x="132583" y="41988"/>
                  </a:cubicBez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27">
              <a:extLst>
                <a:ext uri="{FF2B5EF4-FFF2-40B4-BE49-F238E27FC236}">
                  <a16:creationId xmlns:a16="http://schemas.microsoft.com/office/drawing/2014/main" id="{A08C0C90-641E-CB97-BD5C-E1B9AE6084B7}"/>
                </a:ext>
              </a:extLst>
            </p:cNvPr>
            <p:cNvSpPr/>
            <p:nvPr/>
          </p:nvSpPr>
          <p:spPr>
            <a:xfrm>
              <a:off x="2520791" y="8180761"/>
              <a:ext cx="152018" cy="152019"/>
            </a:xfrm>
            <a:custGeom>
              <a:avLst/>
              <a:gdLst>
                <a:gd name="connsiteX0" fmla="*/ 132679 w 152018"/>
                <a:gd name="connsiteY0" fmla="*/ 55800 h 152019"/>
                <a:gd name="connsiteX1" fmla="*/ 98103 w 152018"/>
                <a:gd name="connsiteY1" fmla="*/ 55800 h 152019"/>
                <a:gd name="connsiteX2" fmla="*/ 98103 w 152018"/>
                <a:gd name="connsiteY2" fmla="*/ 21224 h 152019"/>
                <a:gd name="connsiteX3" fmla="*/ 77338 w 152018"/>
                <a:gd name="connsiteY3" fmla="*/ 459 h 152019"/>
                <a:gd name="connsiteX4" fmla="*/ 56574 w 152018"/>
                <a:gd name="connsiteY4" fmla="*/ 21224 h 152019"/>
                <a:gd name="connsiteX5" fmla="*/ 56574 w 152018"/>
                <a:gd name="connsiteY5" fmla="*/ 55800 h 152019"/>
                <a:gd name="connsiteX6" fmla="*/ 22094 w 152018"/>
                <a:gd name="connsiteY6" fmla="*/ 55800 h 152019"/>
                <a:gd name="connsiteX7" fmla="*/ 1329 w 152018"/>
                <a:gd name="connsiteY7" fmla="*/ 76469 h 152019"/>
                <a:gd name="connsiteX8" fmla="*/ 22094 w 152018"/>
                <a:gd name="connsiteY8" fmla="*/ 97233 h 152019"/>
                <a:gd name="connsiteX9" fmla="*/ 56574 w 152018"/>
                <a:gd name="connsiteY9" fmla="*/ 97233 h 152019"/>
                <a:gd name="connsiteX10" fmla="*/ 56574 w 152018"/>
                <a:gd name="connsiteY10" fmla="*/ 131809 h 152019"/>
                <a:gd name="connsiteX11" fmla="*/ 77338 w 152018"/>
                <a:gd name="connsiteY11" fmla="*/ 152478 h 152019"/>
                <a:gd name="connsiteX12" fmla="*/ 98103 w 152018"/>
                <a:gd name="connsiteY12" fmla="*/ 131809 h 152019"/>
                <a:gd name="connsiteX13" fmla="*/ 98103 w 152018"/>
                <a:gd name="connsiteY13" fmla="*/ 97233 h 152019"/>
                <a:gd name="connsiteX14" fmla="*/ 132679 w 152018"/>
                <a:gd name="connsiteY14" fmla="*/ 97233 h 152019"/>
                <a:gd name="connsiteX15" fmla="*/ 153347 w 152018"/>
                <a:gd name="connsiteY15" fmla="*/ 76469 h 152019"/>
                <a:gd name="connsiteX16" fmla="*/ 132679 w 152018"/>
                <a:gd name="connsiteY16" fmla="*/ 55800 h 152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2018" h="152019">
                  <a:moveTo>
                    <a:pt x="132679" y="55800"/>
                  </a:moveTo>
                  <a:lnTo>
                    <a:pt x="98103" y="55800"/>
                  </a:lnTo>
                  <a:lnTo>
                    <a:pt x="98103" y="21224"/>
                  </a:lnTo>
                  <a:cubicBezTo>
                    <a:pt x="98008" y="9775"/>
                    <a:pt x="88769" y="507"/>
                    <a:pt x="77338" y="459"/>
                  </a:cubicBezTo>
                  <a:cubicBezTo>
                    <a:pt x="65908" y="507"/>
                    <a:pt x="56668" y="9775"/>
                    <a:pt x="56574" y="21224"/>
                  </a:cubicBezTo>
                  <a:lnTo>
                    <a:pt x="56574" y="55800"/>
                  </a:lnTo>
                  <a:lnTo>
                    <a:pt x="22094" y="55800"/>
                  </a:lnTo>
                  <a:cubicBezTo>
                    <a:pt x="10663" y="55800"/>
                    <a:pt x="1424" y="65039"/>
                    <a:pt x="1329" y="76469"/>
                  </a:cubicBezTo>
                  <a:cubicBezTo>
                    <a:pt x="1424" y="87918"/>
                    <a:pt x="10663" y="97186"/>
                    <a:pt x="22094" y="97233"/>
                  </a:cubicBezTo>
                  <a:lnTo>
                    <a:pt x="56574" y="97233"/>
                  </a:lnTo>
                  <a:lnTo>
                    <a:pt x="56574" y="131809"/>
                  </a:lnTo>
                  <a:cubicBezTo>
                    <a:pt x="56668" y="143239"/>
                    <a:pt x="65908" y="152478"/>
                    <a:pt x="77338" y="152478"/>
                  </a:cubicBezTo>
                  <a:cubicBezTo>
                    <a:pt x="88769" y="152478"/>
                    <a:pt x="98008" y="143239"/>
                    <a:pt x="98103" y="131809"/>
                  </a:cubicBezTo>
                  <a:lnTo>
                    <a:pt x="98103" y="97233"/>
                  </a:lnTo>
                  <a:lnTo>
                    <a:pt x="132679" y="97233"/>
                  </a:lnTo>
                  <a:cubicBezTo>
                    <a:pt x="144108" y="97176"/>
                    <a:pt x="153347" y="87899"/>
                    <a:pt x="153347" y="76469"/>
                  </a:cubicBezTo>
                  <a:cubicBezTo>
                    <a:pt x="153347" y="65058"/>
                    <a:pt x="144108" y="55800"/>
                    <a:pt x="132679" y="55800"/>
                  </a:cubicBez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28">
              <a:extLst>
                <a:ext uri="{FF2B5EF4-FFF2-40B4-BE49-F238E27FC236}">
                  <a16:creationId xmlns:a16="http://schemas.microsoft.com/office/drawing/2014/main" id="{4D7067BF-5D6C-8AA1-0AFE-126D767A5A8E}"/>
                </a:ext>
              </a:extLst>
            </p:cNvPr>
            <p:cNvSpPr/>
            <p:nvPr/>
          </p:nvSpPr>
          <p:spPr>
            <a:xfrm>
              <a:off x="2437924" y="7778044"/>
              <a:ext cx="594264" cy="704850"/>
            </a:xfrm>
            <a:custGeom>
              <a:avLst/>
              <a:gdLst>
                <a:gd name="connsiteX0" fmla="*/ 491865 w 594264"/>
                <a:gd name="connsiteY0" fmla="*/ 459 h 704850"/>
                <a:gd name="connsiteX1" fmla="*/ 104961 w 594264"/>
                <a:gd name="connsiteY1" fmla="*/ 459 h 704850"/>
                <a:gd name="connsiteX2" fmla="*/ 1329 w 594264"/>
                <a:gd name="connsiteY2" fmla="*/ 104091 h 704850"/>
                <a:gd name="connsiteX3" fmla="*/ 1329 w 594264"/>
                <a:gd name="connsiteY3" fmla="*/ 601582 h 704850"/>
                <a:gd name="connsiteX4" fmla="*/ 104961 w 594264"/>
                <a:gd name="connsiteY4" fmla="*/ 705309 h 704850"/>
                <a:gd name="connsiteX5" fmla="*/ 491865 w 594264"/>
                <a:gd name="connsiteY5" fmla="*/ 705309 h 704850"/>
                <a:gd name="connsiteX6" fmla="*/ 595593 w 594264"/>
                <a:gd name="connsiteY6" fmla="*/ 601582 h 704850"/>
                <a:gd name="connsiteX7" fmla="*/ 595593 w 594264"/>
                <a:gd name="connsiteY7" fmla="*/ 104091 h 704850"/>
                <a:gd name="connsiteX8" fmla="*/ 491865 w 594264"/>
                <a:gd name="connsiteY8" fmla="*/ 459 h 704850"/>
                <a:gd name="connsiteX9" fmla="*/ 104961 w 594264"/>
                <a:gd name="connsiteY9" fmla="*/ 664066 h 704850"/>
                <a:gd name="connsiteX10" fmla="*/ 42762 w 594264"/>
                <a:gd name="connsiteY10" fmla="*/ 601868 h 704850"/>
                <a:gd name="connsiteX11" fmla="*/ 42762 w 594264"/>
                <a:gd name="connsiteY11" fmla="*/ 294877 h 704850"/>
                <a:gd name="connsiteX12" fmla="*/ 277648 w 594264"/>
                <a:gd name="connsiteY12" fmla="*/ 294877 h 704850"/>
                <a:gd name="connsiteX13" fmla="*/ 277648 w 594264"/>
                <a:gd name="connsiteY13" fmla="*/ 664066 h 704850"/>
                <a:gd name="connsiteX14" fmla="*/ 554064 w 594264"/>
                <a:gd name="connsiteY14" fmla="*/ 601868 h 704850"/>
                <a:gd name="connsiteX15" fmla="*/ 491865 w 594264"/>
                <a:gd name="connsiteY15" fmla="*/ 664066 h 704850"/>
                <a:gd name="connsiteX16" fmla="*/ 319178 w 594264"/>
                <a:gd name="connsiteY16" fmla="*/ 664066 h 704850"/>
                <a:gd name="connsiteX17" fmla="*/ 319178 w 594264"/>
                <a:gd name="connsiteY17" fmla="*/ 500236 h 704850"/>
                <a:gd name="connsiteX18" fmla="*/ 554064 w 594264"/>
                <a:gd name="connsiteY18" fmla="*/ 500236 h 704850"/>
                <a:gd name="connsiteX19" fmla="*/ 319178 w 594264"/>
                <a:gd name="connsiteY19" fmla="*/ 458993 h 704850"/>
                <a:gd name="connsiteX20" fmla="*/ 319178 w 594264"/>
                <a:gd name="connsiteY20" fmla="*/ 295068 h 704850"/>
                <a:gd name="connsiteX21" fmla="*/ 554064 w 594264"/>
                <a:gd name="connsiteY21" fmla="*/ 295068 h 704850"/>
                <a:gd name="connsiteX22" fmla="*/ 554064 w 594264"/>
                <a:gd name="connsiteY22" fmla="*/ 458993 h 704850"/>
                <a:gd name="connsiteX23" fmla="*/ 319178 w 594264"/>
                <a:gd name="connsiteY23" fmla="*/ 253539 h 704850"/>
                <a:gd name="connsiteX24" fmla="*/ 42953 w 594264"/>
                <a:gd name="connsiteY24" fmla="*/ 253539 h 704850"/>
                <a:gd name="connsiteX25" fmla="*/ 42953 w 594264"/>
                <a:gd name="connsiteY25" fmla="*/ 104568 h 704850"/>
                <a:gd name="connsiteX26" fmla="*/ 105150 w 594264"/>
                <a:gd name="connsiteY26" fmla="*/ 42369 h 704850"/>
                <a:gd name="connsiteX27" fmla="*/ 492056 w 594264"/>
                <a:gd name="connsiteY27" fmla="*/ 42369 h 704850"/>
                <a:gd name="connsiteX28" fmla="*/ 554254 w 594264"/>
                <a:gd name="connsiteY28" fmla="*/ 104568 h 704850"/>
                <a:gd name="connsiteX29" fmla="*/ 554254 w 594264"/>
                <a:gd name="connsiteY29" fmla="*/ 253539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94264" h="704850">
                  <a:moveTo>
                    <a:pt x="491865" y="459"/>
                  </a:moveTo>
                  <a:lnTo>
                    <a:pt x="104961" y="459"/>
                  </a:lnTo>
                  <a:cubicBezTo>
                    <a:pt x="47715" y="517"/>
                    <a:pt x="1423" y="46875"/>
                    <a:pt x="1329" y="104091"/>
                  </a:cubicBezTo>
                  <a:lnTo>
                    <a:pt x="1329" y="601582"/>
                  </a:lnTo>
                  <a:cubicBezTo>
                    <a:pt x="1329" y="658828"/>
                    <a:pt x="47715" y="705252"/>
                    <a:pt x="104961" y="705309"/>
                  </a:cubicBezTo>
                  <a:lnTo>
                    <a:pt x="491865" y="705309"/>
                  </a:lnTo>
                  <a:cubicBezTo>
                    <a:pt x="549111" y="705252"/>
                    <a:pt x="595498" y="658846"/>
                    <a:pt x="595593" y="601582"/>
                  </a:cubicBezTo>
                  <a:lnTo>
                    <a:pt x="595593" y="104091"/>
                  </a:lnTo>
                  <a:cubicBezTo>
                    <a:pt x="595498" y="46846"/>
                    <a:pt x="549111" y="459"/>
                    <a:pt x="491865" y="459"/>
                  </a:cubicBezTo>
                  <a:close/>
                  <a:moveTo>
                    <a:pt x="104961" y="664066"/>
                  </a:moveTo>
                  <a:cubicBezTo>
                    <a:pt x="70574" y="664066"/>
                    <a:pt x="42762" y="636215"/>
                    <a:pt x="42762" y="601868"/>
                  </a:cubicBezTo>
                  <a:lnTo>
                    <a:pt x="42762" y="294877"/>
                  </a:lnTo>
                  <a:lnTo>
                    <a:pt x="277648" y="294877"/>
                  </a:lnTo>
                  <a:lnTo>
                    <a:pt x="277648" y="664066"/>
                  </a:lnTo>
                  <a:close/>
                  <a:moveTo>
                    <a:pt x="554064" y="601868"/>
                  </a:moveTo>
                  <a:cubicBezTo>
                    <a:pt x="554064" y="636215"/>
                    <a:pt x="526251" y="664066"/>
                    <a:pt x="491865" y="664066"/>
                  </a:cubicBezTo>
                  <a:lnTo>
                    <a:pt x="319178" y="664066"/>
                  </a:lnTo>
                  <a:lnTo>
                    <a:pt x="319178" y="500236"/>
                  </a:lnTo>
                  <a:lnTo>
                    <a:pt x="554064" y="500236"/>
                  </a:lnTo>
                  <a:close/>
                  <a:moveTo>
                    <a:pt x="319178" y="458993"/>
                  </a:moveTo>
                  <a:lnTo>
                    <a:pt x="319178" y="295068"/>
                  </a:lnTo>
                  <a:lnTo>
                    <a:pt x="554064" y="295068"/>
                  </a:lnTo>
                  <a:lnTo>
                    <a:pt x="554064" y="458993"/>
                  </a:lnTo>
                  <a:close/>
                  <a:moveTo>
                    <a:pt x="319178" y="253539"/>
                  </a:moveTo>
                  <a:lnTo>
                    <a:pt x="42953" y="253539"/>
                  </a:lnTo>
                  <a:lnTo>
                    <a:pt x="42953" y="104568"/>
                  </a:lnTo>
                  <a:cubicBezTo>
                    <a:pt x="43048" y="70240"/>
                    <a:pt x="70860" y="42426"/>
                    <a:pt x="105150" y="42369"/>
                  </a:cubicBezTo>
                  <a:lnTo>
                    <a:pt x="492056" y="42369"/>
                  </a:lnTo>
                  <a:cubicBezTo>
                    <a:pt x="526441" y="42369"/>
                    <a:pt x="554254" y="70220"/>
                    <a:pt x="554254" y="104568"/>
                  </a:cubicBezTo>
                  <a:lnTo>
                    <a:pt x="554254" y="253539"/>
                  </a:ln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C1E16598-C65A-3AB3-5131-5A7B48A8AFC7}"/>
              </a:ext>
            </a:extLst>
          </p:cNvPr>
          <p:cNvGrpSpPr/>
          <p:nvPr/>
        </p:nvGrpSpPr>
        <p:grpSpPr>
          <a:xfrm>
            <a:off x="5789263" y="1009267"/>
            <a:ext cx="704850" cy="531304"/>
            <a:chOff x="6481953" y="8889326"/>
            <a:chExt cx="704850" cy="531304"/>
          </a:xfrm>
        </p:grpSpPr>
        <p:sp>
          <p:nvSpPr>
            <p:cNvPr id="108" name="Freeform: Shape 31">
              <a:extLst>
                <a:ext uri="{FF2B5EF4-FFF2-40B4-BE49-F238E27FC236}">
                  <a16:creationId xmlns:a16="http://schemas.microsoft.com/office/drawing/2014/main" id="{BAE980C3-D2CE-DD89-6A8B-B026FB896DA1}"/>
                </a:ext>
              </a:extLst>
            </p:cNvPr>
            <p:cNvSpPr/>
            <p:nvPr/>
          </p:nvSpPr>
          <p:spPr>
            <a:xfrm>
              <a:off x="6481953" y="8889326"/>
              <a:ext cx="704850" cy="531304"/>
            </a:xfrm>
            <a:custGeom>
              <a:avLst/>
              <a:gdLst>
                <a:gd name="connsiteX0" fmla="*/ 566637 w 704850"/>
                <a:gd name="connsiteY0" fmla="*/ 459 h 531304"/>
                <a:gd name="connsiteX1" fmla="*/ 140775 w 704850"/>
                <a:gd name="connsiteY1" fmla="*/ 459 h 531304"/>
                <a:gd name="connsiteX2" fmla="*/ 1329 w 704850"/>
                <a:gd name="connsiteY2" fmla="*/ 139905 h 531304"/>
                <a:gd name="connsiteX3" fmla="*/ 1329 w 704850"/>
                <a:gd name="connsiteY3" fmla="*/ 392223 h 531304"/>
                <a:gd name="connsiteX4" fmla="*/ 140775 w 704850"/>
                <a:gd name="connsiteY4" fmla="*/ 531764 h 531304"/>
                <a:gd name="connsiteX5" fmla="*/ 566637 w 704850"/>
                <a:gd name="connsiteY5" fmla="*/ 531764 h 531304"/>
                <a:gd name="connsiteX6" fmla="*/ 706179 w 704850"/>
                <a:gd name="connsiteY6" fmla="*/ 392223 h 531304"/>
                <a:gd name="connsiteX7" fmla="*/ 706179 w 704850"/>
                <a:gd name="connsiteY7" fmla="*/ 139905 h 531304"/>
                <a:gd name="connsiteX8" fmla="*/ 566637 w 704850"/>
                <a:gd name="connsiteY8" fmla="*/ 459 h 531304"/>
                <a:gd name="connsiteX9" fmla="*/ 661887 w 704850"/>
                <a:gd name="connsiteY9" fmla="*/ 392318 h 531304"/>
                <a:gd name="connsiteX10" fmla="*/ 566637 w 704850"/>
                <a:gd name="connsiteY10" fmla="*/ 487568 h 531304"/>
                <a:gd name="connsiteX11" fmla="*/ 140775 w 704850"/>
                <a:gd name="connsiteY11" fmla="*/ 487568 h 531304"/>
                <a:gd name="connsiteX12" fmla="*/ 45525 w 704850"/>
                <a:gd name="connsiteY12" fmla="*/ 392318 h 531304"/>
                <a:gd name="connsiteX13" fmla="*/ 45525 w 704850"/>
                <a:gd name="connsiteY13" fmla="*/ 140000 h 531304"/>
                <a:gd name="connsiteX14" fmla="*/ 140775 w 704850"/>
                <a:gd name="connsiteY14" fmla="*/ 44750 h 531304"/>
                <a:gd name="connsiteX15" fmla="*/ 566637 w 704850"/>
                <a:gd name="connsiteY15" fmla="*/ 44750 h 531304"/>
                <a:gd name="connsiteX16" fmla="*/ 661887 w 704850"/>
                <a:gd name="connsiteY16" fmla="*/ 140000 h 531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04850" h="531304">
                  <a:moveTo>
                    <a:pt x="566637" y="459"/>
                  </a:moveTo>
                  <a:lnTo>
                    <a:pt x="140775" y="459"/>
                  </a:lnTo>
                  <a:cubicBezTo>
                    <a:pt x="63803" y="564"/>
                    <a:pt x="1433" y="62934"/>
                    <a:pt x="1329" y="139905"/>
                  </a:cubicBezTo>
                  <a:lnTo>
                    <a:pt x="1329" y="392223"/>
                  </a:lnTo>
                  <a:cubicBezTo>
                    <a:pt x="1376" y="469232"/>
                    <a:pt x="63765" y="531659"/>
                    <a:pt x="140775" y="531764"/>
                  </a:cubicBezTo>
                  <a:lnTo>
                    <a:pt x="566637" y="531764"/>
                  </a:lnTo>
                  <a:cubicBezTo>
                    <a:pt x="643685" y="531707"/>
                    <a:pt x="706122" y="469270"/>
                    <a:pt x="706179" y="392223"/>
                  </a:cubicBezTo>
                  <a:lnTo>
                    <a:pt x="706179" y="139905"/>
                  </a:lnTo>
                  <a:cubicBezTo>
                    <a:pt x="706074" y="62896"/>
                    <a:pt x="643647" y="507"/>
                    <a:pt x="566637" y="459"/>
                  </a:cubicBezTo>
                  <a:close/>
                  <a:moveTo>
                    <a:pt x="661887" y="392318"/>
                  </a:moveTo>
                  <a:cubicBezTo>
                    <a:pt x="661887" y="444924"/>
                    <a:pt x="619244" y="487568"/>
                    <a:pt x="566637" y="487568"/>
                  </a:cubicBezTo>
                  <a:lnTo>
                    <a:pt x="140775" y="487568"/>
                  </a:lnTo>
                  <a:cubicBezTo>
                    <a:pt x="88168" y="487568"/>
                    <a:pt x="45525" y="444924"/>
                    <a:pt x="45525" y="392318"/>
                  </a:cubicBezTo>
                  <a:lnTo>
                    <a:pt x="45525" y="140000"/>
                  </a:lnTo>
                  <a:cubicBezTo>
                    <a:pt x="45525" y="87394"/>
                    <a:pt x="88168" y="44750"/>
                    <a:pt x="140775" y="44750"/>
                  </a:cubicBezTo>
                  <a:lnTo>
                    <a:pt x="566637" y="44750"/>
                  </a:lnTo>
                  <a:cubicBezTo>
                    <a:pt x="619244" y="44750"/>
                    <a:pt x="661887" y="87394"/>
                    <a:pt x="661887" y="140000"/>
                  </a:cubicBez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32">
              <a:extLst>
                <a:ext uri="{FF2B5EF4-FFF2-40B4-BE49-F238E27FC236}">
                  <a16:creationId xmlns:a16="http://schemas.microsoft.com/office/drawing/2014/main" id="{4B97AF04-3E4C-42F2-0F63-54F9BF000864}"/>
                </a:ext>
              </a:extLst>
            </p:cNvPr>
            <p:cNvSpPr/>
            <p:nvPr/>
          </p:nvSpPr>
          <p:spPr>
            <a:xfrm>
              <a:off x="6572154" y="9010770"/>
              <a:ext cx="218313" cy="154781"/>
            </a:xfrm>
            <a:custGeom>
              <a:avLst/>
              <a:gdLst>
                <a:gd name="connsiteX0" fmla="*/ 52573 w 218313"/>
                <a:gd name="connsiteY0" fmla="*/ 155241 h 154781"/>
                <a:gd name="connsiteX1" fmla="*/ 168302 w 218313"/>
                <a:gd name="connsiteY1" fmla="*/ 155241 h 154781"/>
                <a:gd name="connsiteX2" fmla="*/ 219642 w 218313"/>
                <a:gd name="connsiteY2" fmla="*/ 103901 h 154781"/>
                <a:gd name="connsiteX3" fmla="*/ 219642 w 218313"/>
                <a:gd name="connsiteY3" fmla="*/ 51894 h 154781"/>
                <a:gd name="connsiteX4" fmla="*/ 168302 w 218313"/>
                <a:gd name="connsiteY4" fmla="*/ 459 h 154781"/>
                <a:gd name="connsiteX5" fmla="*/ 52764 w 218313"/>
                <a:gd name="connsiteY5" fmla="*/ 459 h 154781"/>
                <a:gd name="connsiteX6" fmla="*/ 1329 w 218313"/>
                <a:gd name="connsiteY6" fmla="*/ 51894 h 154781"/>
                <a:gd name="connsiteX7" fmla="*/ 1329 w 218313"/>
                <a:gd name="connsiteY7" fmla="*/ 103901 h 154781"/>
                <a:gd name="connsiteX8" fmla="*/ 52573 w 218313"/>
                <a:gd name="connsiteY8" fmla="*/ 155241 h 154781"/>
                <a:gd name="connsiteX9" fmla="*/ 45239 w 218313"/>
                <a:gd name="connsiteY9" fmla="*/ 51894 h 154781"/>
                <a:gd name="connsiteX10" fmla="*/ 52573 w 218313"/>
                <a:gd name="connsiteY10" fmla="*/ 44560 h 154781"/>
                <a:gd name="connsiteX11" fmla="*/ 168302 w 218313"/>
                <a:gd name="connsiteY11" fmla="*/ 44560 h 154781"/>
                <a:gd name="connsiteX12" fmla="*/ 175636 w 218313"/>
                <a:gd name="connsiteY12" fmla="*/ 51894 h 154781"/>
                <a:gd name="connsiteX13" fmla="*/ 175636 w 218313"/>
                <a:gd name="connsiteY13" fmla="*/ 103901 h 154781"/>
                <a:gd name="connsiteX14" fmla="*/ 168302 w 218313"/>
                <a:gd name="connsiteY14" fmla="*/ 111235 h 154781"/>
                <a:gd name="connsiteX15" fmla="*/ 52764 w 218313"/>
                <a:gd name="connsiteY15" fmla="*/ 111235 h 154781"/>
                <a:gd name="connsiteX16" fmla="*/ 45429 w 218313"/>
                <a:gd name="connsiteY16" fmla="*/ 103901 h 154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18313" h="154781">
                  <a:moveTo>
                    <a:pt x="52573" y="155241"/>
                  </a:moveTo>
                  <a:lnTo>
                    <a:pt x="168302" y="155241"/>
                  </a:lnTo>
                  <a:cubicBezTo>
                    <a:pt x="196639" y="155183"/>
                    <a:pt x="219594" y="132238"/>
                    <a:pt x="219642" y="103901"/>
                  </a:cubicBezTo>
                  <a:lnTo>
                    <a:pt x="219642" y="51894"/>
                  </a:lnTo>
                  <a:cubicBezTo>
                    <a:pt x="219594" y="23548"/>
                    <a:pt x="196649" y="564"/>
                    <a:pt x="168302" y="459"/>
                  </a:cubicBezTo>
                  <a:lnTo>
                    <a:pt x="52764" y="459"/>
                  </a:lnTo>
                  <a:cubicBezTo>
                    <a:pt x="24379" y="516"/>
                    <a:pt x="1386" y="23510"/>
                    <a:pt x="1329" y="51894"/>
                  </a:cubicBezTo>
                  <a:lnTo>
                    <a:pt x="1329" y="103901"/>
                  </a:lnTo>
                  <a:cubicBezTo>
                    <a:pt x="1376" y="132199"/>
                    <a:pt x="24275" y="155136"/>
                    <a:pt x="52573" y="155241"/>
                  </a:cubicBezTo>
                  <a:close/>
                  <a:moveTo>
                    <a:pt x="45239" y="51894"/>
                  </a:moveTo>
                  <a:cubicBezTo>
                    <a:pt x="45239" y="47846"/>
                    <a:pt x="48525" y="44560"/>
                    <a:pt x="52573" y="44560"/>
                  </a:cubicBezTo>
                  <a:lnTo>
                    <a:pt x="168302" y="44560"/>
                  </a:lnTo>
                  <a:cubicBezTo>
                    <a:pt x="172331" y="44608"/>
                    <a:pt x="175589" y="47865"/>
                    <a:pt x="175636" y="51894"/>
                  </a:cubicBezTo>
                  <a:lnTo>
                    <a:pt x="175636" y="103901"/>
                  </a:lnTo>
                  <a:cubicBezTo>
                    <a:pt x="175589" y="107930"/>
                    <a:pt x="172331" y="111187"/>
                    <a:pt x="168302" y="111235"/>
                  </a:cubicBezTo>
                  <a:lnTo>
                    <a:pt x="52764" y="111235"/>
                  </a:lnTo>
                  <a:cubicBezTo>
                    <a:pt x="48716" y="111235"/>
                    <a:pt x="45429" y="107949"/>
                    <a:pt x="45429" y="103901"/>
                  </a:cubicBez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33">
              <a:extLst>
                <a:ext uri="{FF2B5EF4-FFF2-40B4-BE49-F238E27FC236}">
                  <a16:creationId xmlns:a16="http://schemas.microsoft.com/office/drawing/2014/main" id="{A8D610D0-2042-00F4-CA48-B8D8EE403908}"/>
                </a:ext>
              </a:extLst>
            </p:cNvPr>
            <p:cNvSpPr/>
            <p:nvPr/>
          </p:nvSpPr>
          <p:spPr>
            <a:xfrm>
              <a:off x="6571964" y="9254896"/>
              <a:ext cx="114013" cy="44005"/>
            </a:xfrm>
            <a:custGeom>
              <a:avLst/>
              <a:gdLst>
                <a:gd name="connsiteX0" fmla="*/ 93340 w 114013"/>
                <a:gd name="connsiteY0" fmla="*/ 459 h 44005"/>
                <a:gd name="connsiteX1" fmla="*/ 23427 w 114013"/>
                <a:gd name="connsiteY1" fmla="*/ 459 h 44005"/>
                <a:gd name="connsiteX2" fmla="*/ 1329 w 114013"/>
                <a:gd name="connsiteY2" fmla="*/ 22462 h 44005"/>
                <a:gd name="connsiteX3" fmla="*/ 23331 w 114013"/>
                <a:gd name="connsiteY3" fmla="*/ 44465 h 44005"/>
                <a:gd name="connsiteX4" fmla="*/ 23427 w 114013"/>
                <a:gd name="connsiteY4" fmla="*/ 44465 h 44005"/>
                <a:gd name="connsiteX5" fmla="*/ 93340 w 114013"/>
                <a:gd name="connsiteY5" fmla="*/ 44465 h 44005"/>
                <a:gd name="connsiteX6" fmla="*/ 115342 w 114013"/>
                <a:gd name="connsiteY6" fmla="*/ 22653 h 44005"/>
                <a:gd name="connsiteX7" fmla="*/ 115342 w 114013"/>
                <a:gd name="connsiteY7" fmla="*/ 22462 h 44005"/>
                <a:gd name="connsiteX8" fmla="*/ 93340 w 114013"/>
                <a:gd name="connsiteY8" fmla="*/ 459 h 44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4013" h="44005">
                  <a:moveTo>
                    <a:pt x="93340" y="459"/>
                  </a:moveTo>
                  <a:lnTo>
                    <a:pt x="23427" y="459"/>
                  </a:lnTo>
                  <a:cubicBezTo>
                    <a:pt x="11263" y="459"/>
                    <a:pt x="1385" y="10298"/>
                    <a:pt x="1329" y="22462"/>
                  </a:cubicBezTo>
                  <a:cubicBezTo>
                    <a:pt x="1329" y="34616"/>
                    <a:pt x="11177" y="44465"/>
                    <a:pt x="23331" y="44465"/>
                  </a:cubicBezTo>
                  <a:cubicBezTo>
                    <a:pt x="23360" y="44465"/>
                    <a:pt x="23398" y="44465"/>
                    <a:pt x="23427" y="44465"/>
                  </a:cubicBezTo>
                  <a:lnTo>
                    <a:pt x="93340" y="44465"/>
                  </a:lnTo>
                  <a:cubicBezTo>
                    <a:pt x="105437" y="44522"/>
                    <a:pt x="115286" y="34749"/>
                    <a:pt x="115342" y="22653"/>
                  </a:cubicBezTo>
                  <a:cubicBezTo>
                    <a:pt x="115342" y="22586"/>
                    <a:pt x="115342" y="22529"/>
                    <a:pt x="115342" y="22462"/>
                  </a:cubicBezTo>
                  <a:cubicBezTo>
                    <a:pt x="115342" y="10308"/>
                    <a:pt x="105494" y="459"/>
                    <a:pt x="93340" y="459"/>
                  </a:cubicBez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34">
              <a:extLst>
                <a:ext uri="{FF2B5EF4-FFF2-40B4-BE49-F238E27FC236}">
                  <a16:creationId xmlns:a16="http://schemas.microsoft.com/office/drawing/2014/main" id="{570FFC2E-ABAF-9DBF-3C13-8BB31BC8D0AC}"/>
                </a:ext>
              </a:extLst>
            </p:cNvPr>
            <p:cNvSpPr/>
            <p:nvPr/>
          </p:nvSpPr>
          <p:spPr>
            <a:xfrm>
              <a:off x="6711219" y="9254896"/>
              <a:ext cx="114109" cy="44005"/>
            </a:xfrm>
            <a:custGeom>
              <a:avLst/>
              <a:gdLst>
                <a:gd name="connsiteX0" fmla="*/ 93340 w 114109"/>
                <a:gd name="connsiteY0" fmla="*/ 459 h 44005"/>
                <a:gd name="connsiteX1" fmla="*/ 23427 w 114109"/>
                <a:gd name="connsiteY1" fmla="*/ 459 h 44005"/>
                <a:gd name="connsiteX2" fmla="*/ 1329 w 114109"/>
                <a:gd name="connsiteY2" fmla="*/ 22462 h 44005"/>
                <a:gd name="connsiteX3" fmla="*/ 23331 w 114109"/>
                <a:gd name="connsiteY3" fmla="*/ 44465 h 44005"/>
                <a:gd name="connsiteX4" fmla="*/ 23427 w 114109"/>
                <a:gd name="connsiteY4" fmla="*/ 44465 h 44005"/>
                <a:gd name="connsiteX5" fmla="*/ 93340 w 114109"/>
                <a:gd name="connsiteY5" fmla="*/ 44465 h 44005"/>
                <a:gd name="connsiteX6" fmla="*/ 115438 w 114109"/>
                <a:gd name="connsiteY6" fmla="*/ 22557 h 44005"/>
                <a:gd name="connsiteX7" fmla="*/ 115438 w 114109"/>
                <a:gd name="connsiteY7" fmla="*/ 22462 h 44005"/>
                <a:gd name="connsiteX8" fmla="*/ 93340 w 114109"/>
                <a:gd name="connsiteY8" fmla="*/ 459 h 44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4109" h="44005">
                  <a:moveTo>
                    <a:pt x="93340" y="459"/>
                  </a:moveTo>
                  <a:lnTo>
                    <a:pt x="23427" y="459"/>
                  </a:lnTo>
                  <a:cubicBezTo>
                    <a:pt x="11263" y="459"/>
                    <a:pt x="1385" y="10298"/>
                    <a:pt x="1329" y="22462"/>
                  </a:cubicBezTo>
                  <a:cubicBezTo>
                    <a:pt x="1329" y="34616"/>
                    <a:pt x="11177" y="44465"/>
                    <a:pt x="23331" y="44465"/>
                  </a:cubicBezTo>
                  <a:cubicBezTo>
                    <a:pt x="23360" y="44465"/>
                    <a:pt x="23398" y="44465"/>
                    <a:pt x="23427" y="44465"/>
                  </a:cubicBezTo>
                  <a:lnTo>
                    <a:pt x="93340" y="44465"/>
                  </a:lnTo>
                  <a:cubicBezTo>
                    <a:pt x="105494" y="44522"/>
                    <a:pt x="115381" y="34711"/>
                    <a:pt x="115438" y="22557"/>
                  </a:cubicBezTo>
                  <a:cubicBezTo>
                    <a:pt x="115438" y="22529"/>
                    <a:pt x="115438" y="22490"/>
                    <a:pt x="115438" y="22462"/>
                  </a:cubicBezTo>
                  <a:cubicBezTo>
                    <a:pt x="115381" y="10298"/>
                    <a:pt x="105504" y="459"/>
                    <a:pt x="93340" y="459"/>
                  </a:cubicBez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35">
              <a:extLst>
                <a:ext uri="{FF2B5EF4-FFF2-40B4-BE49-F238E27FC236}">
                  <a16:creationId xmlns:a16="http://schemas.microsoft.com/office/drawing/2014/main" id="{0803D5A9-2A29-F739-58D9-EB12A2895D8B}"/>
                </a:ext>
              </a:extLst>
            </p:cNvPr>
            <p:cNvSpPr/>
            <p:nvPr/>
          </p:nvSpPr>
          <p:spPr>
            <a:xfrm>
              <a:off x="6850475" y="9254896"/>
              <a:ext cx="114014" cy="44005"/>
            </a:xfrm>
            <a:custGeom>
              <a:avLst/>
              <a:gdLst>
                <a:gd name="connsiteX0" fmla="*/ 93340 w 114014"/>
                <a:gd name="connsiteY0" fmla="*/ 459 h 44005"/>
                <a:gd name="connsiteX1" fmla="*/ 23331 w 114014"/>
                <a:gd name="connsiteY1" fmla="*/ 459 h 44005"/>
                <a:gd name="connsiteX2" fmla="*/ 1329 w 114014"/>
                <a:gd name="connsiteY2" fmla="*/ 22462 h 44005"/>
                <a:gd name="connsiteX3" fmla="*/ 23141 w 114014"/>
                <a:gd name="connsiteY3" fmla="*/ 44465 h 44005"/>
                <a:gd name="connsiteX4" fmla="*/ 23331 w 114014"/>
                <a:gd name="connsiteY4" fmla="*/ 44465 h 44005"/>
                <a:gd name="connsiteX5" fmla="*/ 93245 w 114014"/>
                <a:gd name="connsiteY5" fmla="*/ 44465 h 44005"/>
                <a:gd name="connsiteX6" fmla="*/ 115343 w 114014"/>
                <a:gd name="connsiteY6" fmla="*/ 22557 h 44005"/>
                <a:gd name="connsiteX7" fmla="*/ 115343 w 114014"/>
                <a:gd name="connsiteY7" fmla="*/ 22462 h 44005"/>
                <a:gd name="connsiteX8" fmla="*/ 93340 w 114014"/>
                <a:gd name="connsiteY8" fmla="*/ 459 h 44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4014" h="44005">
                  <a:moveTo>
                    <a:pt x="93340" y="459"/>
                  </a:moveTo>
                  <a:lnTo>
                    <a:pt x="23331" y="459"/>
                  </a:lnTo>
                  <a:cubicBezTo>
                    <a:pt x="11178" y="459"/>
                    <a:pt x="1329" y="10308"/>
                    <a:pt x="1329" y="22462"/>
                  </a:cubicBezTo>
                  <a:cubicBezTo>
                    <a:pt x="1272" y="34559"/>
                    <a:pt x="11044" y="44408"/>
                    <a:pt x="23141" y="44465"/>
                  </a:cubicBezTo>
                  <a:cubicBezTo>
                    <a:pt x="23208" y="44465"/>
                    <a:pt x="23265" y="44465"/>
                    <a:pt x="23331" y="44465"/>
                  </a:cubicBezTo>
                  <a:lnTo>
                    <a:pt x="93245" y="44465"/>
                  </a:lnTo>
                  <a:cubicBezTo>
                    <a:pt x="105399" y="44522"/>
                    <a:pt x="115286" y="34711"/>
                    <a:pt x="115343" y="22557"/>
                  </a:cubicBezTo>
                  <a:cubicBezTo>
                    <a:pt x="115343" y="22529"/>
                    <a:pt x="115343" y="22490"/>
                    <a:pt x="115343" y="22462"/>
                  </a:cubicBezTo>
                  <a:cubicBezTo>
                    <a:pt x="115296" y="10337"/>
                    <a:pt x="105475" y="507"/>
                    <a:pt x="93340" y="459"/>
                  </a:cubicBez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36">
              <a:extLst>
                <a:ext uri="{FF2B5EF4-FFF2-40B4-BE49-F238E27FC236}">
                  <a16:creationId xmlns:a16="http://schemas.microsoft.com/office/drawing/2014/main" id="{D5A9B8A6-B420-25F5-E893-7C48FB1E8D19}"/>
                </a:ext>
              </a:extLst>
            </p:cNvPr>
            <p:cNvSpPr/>
            <p:nvPr/>
          </p:nvSpPr>
          <p:spPr>
            <a:xfrm>
              <a:off x="6982682" y="9254896"/>
              <a:ext cx="114013" cy="44005"/>
            </a:xfrm>
            <a:custGeom>
              <a:avLst/>
              <a:gdLst>
                <a:gd name="connsiteX0" fmla="*/ 93340 w 114013"/>
                <a:gd name="connsiteY0" fmla="*/ 459 h 44005"/>
                <a:gd name="connsiteX1" fmla="*/ 23331 w 114013"/>
                <a:gd name="connsiteY1" fmla="*/ 459 h 44005"/>
                <a:gd name="connsiteX2" fmla="*/ 1329 w 114013"/>
                <a:gd name="connsiteY2" fmla="*/ 22462 h 44005"/>
                <a:gd name="connsiteX3" fmla="*/ 23331 w 114013"/>
                <a:gd name="connsiteY3" fmla="*/ 44465 h 44005"/>
                <a:gd name="connsiteX4" fmla="*/ 93340 w 114013"/>
                <a:gd name="connsiteY4" fmla="*/ 44465 h 44005"/>
                <a:gd name="connsiteX5" fmla="*/ 115342 w 114013"/>
                <a:gd name="connsiteY5" fmla="*/ 22462 h 44005"/>
                <a:gd name="connsiteX6" fmla="*/ 93340 w 114013"/>
                <a:gd name="connsiteY6" fmla="*/ 459 h 44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013" h="44005">
                  <a:moveTo>
                    <a:pt x="93340" y="459"/>
                  </a:moveTo>
                  <a:lnTo>
                    <a:pt x="23331" y="459"/>
                  </a:lnTo>
                  <a:cubicBezTo>
                    <a:pt x="11206" y="507"/>
                    <a:pt x="1385" y="10337"/>
                    <a:pt x="1329" y="22462"/>
                  </a:cubicBezTo>
                  <a:cubicBezTo>
                    <a:pt x="1329" y="34616"/>
                    <a:pt x="11177" y="44465"/>
                    <a:pt x="23331" y="44465"/>
                  </a:cubicBezTo>
                  <a:lnTo>
                    <a:pt x="93340" y="44465"/>
                  </a:lnTo>
                  <a:cubicBezTo>
                    <a:pt x="105494" y="44465"/>
                    <a:pt x="115342" y="34616"/>
                    <a:pt x="115342" y="22462"/>
                  </a:cubicBezTo>
                  <a:cubicBezTo>
                    <a:pt x="115286" y="10337"/>
                    <a:pt x="105465" y="507"/>
                    <a:pt x="93340" y="459"/>
                  </a:cubicBez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9177C275-F158-534C-93A8-30D87F0D4F44}"/>
              </a:ext>
            </a:extLst>
          </p:cNvPr>
          <p:cNvGrpSpPr/>
          <p:nvPr/>
        </p:nvGrpSpPr>
        <p:grpSpPr>
          <a:xfrm>
            <a:off x="5897682" y="2510335"/>
            <a:ext cx="631507" cy="704945"/>
            <a:chOff x="3525107" y="8902185"/>
            <a:chExt cx="631507" cy="704945"/>
          </a:xfrm>
        </p:grpSpPr>
        <p:sp>
          <p:nvSpPr>
            <p:cNvPr id="115" name="Freeform: Shape 37">
              <a:extLst>
                <a:ext uri="{FF2B5EF4-FFF2-40B4-BE49-F238E27FC236}">
                  <a16:creationId xmlns:a16="http://schemas.microsoft.com/office/drawing/2014/main" id="{B0271789-0ACF-AF90-A6B1-15F8FA4B5196}"/>
                </a:ext>
              </a:extLst>
            </p:cNvPr>
            <p:cNvSpPr/>
            <p:nvPr/>
          </p:nvSpPr>
          <p:spPr>
            <a:xfrm>
              <a:off x="3525107" y="8902185"/>
              <a:ext cx="631507" cy="704945"/>
            </a:xfrm>
            <a:custGeom>
              <a:avLst/>
              <a:gdLst>
                <a:gd name="connsiteX0" fmla="*/ 632550 w 631507"/>
                <a:gd name="connsiteY0" fmla="*/ 238108 h 704945"/>
                <a:gd name="connsiteX1" fmla="*/ 631407 w 631507"/>
                <a:gd name="connsiteY1" fmla="*/ 232488 h 704945"/>
                <a:gd name="connsiteX2" fmla="*/ 630645 w 631507"/>
                <a:gd name="connsiteY2" fmla="*/ 230393 h 704945"/>
                <a:gd name="connsiteX3" fmla="*/ 626359 w 631507"/>
                <a:gd name="connsiteY3" fmla="*/ 223916 h 704945"/>
                <a:gd name="connsiteX4" fmla="*/ 409284 w 631507"/>
                <a:gd name="connsiteY4" fmla="*/ 6650 h 704945"/>
                <a:gd name="connsiteX5" fmla="*/ 402807 w 631507"/>
                <a:gd name="connsiteY5" fmla="*/ 2269 h 704945"/>
                <a:gd name="connsiteX6" fmla="*/ 400712 w 631507"/>
                <a:gd name="connsiteY6" fmla="*/ 1602 h 704945"/>
                <a:gd name="connsiteX7" fmla="*/ 395187 w 631507"/>
                <a:gd name="connsiteY7" fmla="*/ 459 h 704945"/>
                <a:gd name="connsiteX8" fmla="*/ 393759 w 631507"/>
                <a:gd name="connsiteY8" fmla="*/ 459 h 704945"/>
                <a:gd name="connsiteX9" fmla="*/ 140869 w 631507"/>
                <a:gd name="connsiteY9" fmla="*/ 459 h 704945"/>
                <a:gd name="connsiteX10" fmla="*/ 1329 w 631507"/>
                <a:gd name="connsiteY10" fmla="*/ 140000 h 704945"/>
                <a:gd name="connsiteX11" fmla="*/ 1329 w 631507"/>
                <a:gd name="connsiteY11" fmla="*/ 565863 h 704945"/>
                <a:gd name="connsiteX12" fmla="*/ 140869 w 631507"/>
                <a:gd name="connsiteY12" fmla="*/ 705404 h 704945"/>
                <a:gd name="connsiteX13" fmla="*/ 493294 w 631507"/>
                <a:gd name="connsiteY13" fmla="*/ 705404 h 704945"/>
                <a:gd name="connsiteX14" fmla="*/ 632836 w 631507"/>
                <a:gd name="connsiteY14" fmla="*/ 565863 h 704945"/>
                <a:gd name="connsiteX15" fmla="*/ 632836 w 631507"/>
                <a:gd name="connsiteY15" fmla="*/ 239632 h 704945"/>
                <a:gd name="connsiteX16" fmla="*/ 632550 w 631507"/>
                <a:gd name="connsiteY16" fmla="*/ 238108 h 704945"/>
                <a:gd name="connsiteX17" fmla="*/ 415761 w 631507"/>
                <a:gd name="connsiteY17" fmla="*/ 75612 h 704945"/>
                <a:gd name="connsiteX18" fmla="*/ 557588 w 631507"/>
                <a:gd name="connsiteY18" fmla="*/ 217534 h 704945"/>
                <a:gd name="connsiteX19" fmla="*/ 423095 w 631507"/>
                <a:gd name="connsiteY19" fmla="*/ 217534 h 704945"/>
                <a:gd name="connsiteX20" fmla="*/ 415761 w 631507"/>
                <a:gd name="connsiteY20" fmla="*/ 210200 h 704945"/>
                <a:gd name="connsiteX21" fmla="*/ 588735 w 631507"/>
                <a:gd name="connsiteY21" fmla="*/ 565768 h 704945"/>
                <a:gd name="connsiteX22" fmla="*/ 493485 w 631507"/>
                <a:gd name="connsiteY22" fmla="*/ 661018 h 704945"/>
                <a:gd name="connsiteX23" fmla="*/ 141060 w 631507"/>
                <a:gd name="connsiteY23" fmla="*/ 661018 h 704945"/>
                <a:gd name="connsiteX24" fmla="*/ 45810 w 631507"/>
                <a:gd name="connsiteY24" fmla="*/ 565768 h 704945"/>
                <a:gd name="connsiteX25" fmla="*/ 45810 w 631507"/>
                <a:gd name="connsiteY25" fmla="*/ 140000 h 704945"/>
                <a:gd name="connsiteX26" fmla="*/ 141060 w 631507"/>
                <a:gd name="connsiteY26" fmla="*/ 44750 h 704945"/>
                <a:gd name="connsiteX27" fmla="*/ 371851 w 631507"/>
                <a:gd name="connsiteY27" fmla="*/ 44750 h 704945"/>
                <a:gd name="connsiteX28" fmla="*/ 371851 w 631507"/>
                <a:gd name="connsiteY28" fmla="*/ 210485 h 704945"/>
                <a:gd name="connsiteX29" fmla="*/ 423286 w 631507"/>
                <a:gd name="connsiteY29" fmla="*/ 261825 h 704945"/>
                <a:gd name="connsiteX30" fmla="*/ 588926 w 631507"/>
                <a:gd name="connsiteY30" fmla="*/ 261825 h 704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1507" h="704945">
                  <a:moveTo>
                    <a:pt x="632550" y="238108"/>
                  </a:moveTo>
                  <a:cubicBezTo>
                    <a:pt x="632360" y="236203"/>
                    <a:pt x="631979" y="234317"/>
                    <a:pt x="631407" y="232488"/>
                  </a:cubicBezTo>
                  <a:cubicBezTo>
                    <a:pt x="631407" y="231821"/>
                    <a:pt x="630931" y="231059"/>
                    <a:pt x="630645" y="230393"/>
                  </a:cubicBezTo>
                  <a:cubicBezTo>
                    <a:pt x="629616" y="227992"/>
                    <a:pt x="628159" y="225802"/>
                    <a:pt x="626359" y="223916"/>
                  </a:cubicBezTo>
                  <a:lnTo>
                    <a:pt x="409284" y="6650"/>
                  </a:lnTo>
                  <a:cubicBezTo>
                    <a:pt x="407389" y="4831"/>
                    <a:pt x="405198" y="3345"/>
                    <a:pt x="402807" y="2269"/>
                  </a:cubicBezTo>
                  <a:lnTo>
                    <a:pt x="400712" y="1602"/>
                  </a:lnTo>
                  <a:cubicBezTo>
                    <a:pt x="398940" y="945"/>
                    <a:pt x="397073" y="554"/>
                    <a:pt x="395187" y="459"/>
                  </a:cubicBezTo>
                  <a:lnTo>
                    <a:pt x="393759" y="459"/>
                  </a:lnTo>
                  <a:lnTo>
                    <a:pt x="140869" y="459"/>
                  </a:lnTo>
                  <a:cubicBezTo>
                    <a:pt x="63822" y="516"/>
                    <a:pt x="1385" y="62953"/>
                    <a:pt x="1329" y="140000"/>
                  </a:cubicBezTo>
                  <a:lnTo>
                    <a:pt x="1329" y="565863"/>
                  </a:lnTo>
                  <a:cubicBezTo>
                    <a:pt x="1385" y="642911"/>
                    <a:pt x="63822" y="705347"/>
                    <a:pt x="140869" y="705404"/>
                  </a:cubicBezTo>
                  <a:lnTo>
                    <a:pt x="493294" y="705404"/>
                  </a:lnTo>
                  <a:cubicBezTo>
                    <a:pt x="570343" y="705347"/>
                    <a:pt x="632779" y="642911"/>
                    <a:pt x="632836" y="565863"/>
                  </a:cubicBezTo>
                  <a:lnTo>
                    <a:pt x="632836" y="239632"/>
                  </a:lnTo>
                  <a:cubicBezTo>
                    <a:pt x="632836" y="239632"/>
                    <a:pt x="632550" y="238584"/>
                    <a:pt x="632550" y="238108"/>
                  </a:cubicBezTo>
                  <a:close/>
                  <a:moveTo>
                    <a:pt x="415761" y="75612"/>
                  </a:moveTo>
                  <a:lnTo>
                    <a:pt x="557588" y="217534"/>
                  </a:lnTo>
                  <a:lnTo>
                    <a:pt x="423095" y="217534"/>
                  </a:lnTo>
                  <a:cubicBezTo>
                    <a:pt x="419047" y="217534"/>
                    <a:pt x="415761" y="214248"/>
                    <a:pt x="415761" y="210200"/>
                  </a:cubicBezTo>
                  <a:close/>
                  <a:moveTo>
                    <a:pt x="588735" y="565768"/>
                  </a:moveTo>
                  <a:cubicBezTo>
                    <a:pt x="588735" y="618375"/>
                    <a:pt x="546092" y="661018"/>
                    <a:pt x="493485" y="661018"/>
                  </a:cubicBezTo>
                  <a:lnTo>
                    <a:pt x="141060" y="661018"/>
                  </a:lnTo>
                  <a:cubicBezTo>
                    <a:pt x="88453" y="661018"/>
                    <a:pt x="45810" y="618375"/>
                    <a:pt x="45810" y="565768"/>
                  </a:cubicBezTo>
                  <a:lnTo>
                    <a:pt x="45810" y="140000"/>
                  </a:lnTo>
                  <a:cubicBezTo>
                    <a:pt x="45810" y="87394"/>
                    <a:pt x="88453" y="44750"/>
                    <a:pt x="141060" y="44750"/>
                  </a:cubicBezTo>
                  <a:lnTo>
                    <a:pt x="371851" y="44750"/>
                  </a:lnTo>
                  <a:lnTo>
                    <a:pt x="371851" y="210485"/>
                  </a:lnTo>
                  <a:cubicBezTo>
                    <a:pt x="371898" y="238851"/>
                    <a:pt x="394921" y="261825"/>
                    <a:pt x="423286" y="261825"/>
                  </a:cubicBezTo>
                  <a:lnTo>
                    <a:pt x="588926" y="261825"/>
                  </a:ln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38">
              <a:extLst>
                <a:ext uri="{FF2B5EF4-FFF2-40B4-BE49-F238E27FC236}">
                  <a16:creationId xmlns:a16="http://schemas.microsoft.com/office/drawing/2014/main" id="{323501F6-021D-EF33-3E9F-45DE5793BFB0}"/>
                </a:ext>
              </a:extLst>
            </p:cNvPr>
            <p:cNvSpPr/>
            <p:nvPr/>
          </p:nvSpPr>
          <p:spPr>
            <a:xfrm>
              <a:off x="3626525" y="9218487"/>
              <a:ext cx="155225" cy="112513"/>
            </a:xfrm>
            <a:custGeom>
              <a:avLst/>
              <a:gdLst>
                <a:gd name="connsiteX0" fmla="*/ 118985 w 155225"/>
                <a:gd name="connsiteY0" fmla="*/ 6959 h 112513"/>
                <a:gd name="connsiteX1" fmla="*/ 66122 w 155225"/>
                <a:gd name="connsiteY1" fmla="*/ 59823 h 112513"/>
                <a:gd name="connsiteX2" fmla="*/ 38975 w 155225"/>
                <a:gd name="connsiteY2" fmla="*/ 32581 h 112513"/>
                <a:gd name="connsiteX3" fmla="*/ 7829 w 155225"/>
                <a:gd name="connsiteY3" fmla="*/ 32581 h 112513"/>
                <a:gd name="connsiteX4" fmla="*/ 7666 w 155225"/>
                <a:gd name="connsiteY4" fmla="*/ 63566 h 112513"/>
                <a:gd name="connsiteX5" fmla="*/ 7829 w 155225"/>
                <a:gd name="connsiteY5" fmla="*/ 63728 h 112513"/>
                <a:gd name="connsiteX6" fmla="*/ 50596 w 155225"/>
                <a:gd name="connsiteY6" fmla="*/ 106495 h 112513"/>
                <a:gd name="connsiteX7" fmla="*/ 66122 w 155225"/>
                <a:gd name="connsiteY7" fmla="*/ 112972 h 112513"/>
                <a:gd name="connsiteX8" fmla="*/ 81742 w 155225"/>
                <a:gd name="connsiteY8" fmla="*/ 106495 h 112513"/>
                <a:gd name="connsiteX9" fmla="*/ 150132 w 155225"/>
                <a:gd name="connsiteY9" fmla="*/ 38106 h 112513"/>
                <a:gd name="connsiteX10" fmla="*/ 150132 w 155225"/>
                <a:gd name="connsiteY10" fmla="*/ 6959 h 112513"/>
                <a:gd name="connsiteX11" fmla="*/ 119147 w 155225"/>
                <a:gd name="connsiteY11" fmla="*/ 6797 h 112513"/>
                <a:gd name="connsiteX12" fmla="*/ 118985 w 155225"/>
                <a:gd name="connsiteY12" fmla="*/ 6959 h 112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5225" h="112513">
                  <a:moveTo>
                    <a:pt x="118985" y="6959"/>
                  </a:moveTo>
                  <a:lnTo>
                    <a:pt x="66122" y="59823"/>
                  </a:lnTo>
                  <a:lnTo>
                    <a:pt x="38975" y="32581"/>
                  </a:lnTo>
                  <a:cubicBezTo>
                    <a:pt x="30355" y="24019"/>
                    <a:pt x="16448" y="24019"/>
                    <a:pt x="7829" y="32581"/>
                  </a:cubicBezTo>
                  <a:cubicBezTo>
                    <a:pt x="-773" y="41087"/>
                    <a:pt x="-849" y="54965"/>
                    <a:pt x="7666" y="63566"/>
                  </a:cubicBezTo>
                  <a:cubicBezTo>
                    <a:pt x="7714" y="63614"/>
                    <a:pt x="7771" y="63671"/>
                    <a:pt x="7829" y="63728"/>
                  </a:cubicBezTo>
                  <a:lnTo>
                    <a:pt x="50596" y="106495"/>
                  </a:lnTo>
                  <a:cubicBezTo>
                    <a:pt x="54691" y="110648"/>
                    <a:pt x="60282" y="112991"/>
                    <a:pt x="66122" y="112972"/>
                  </a:cubicBezTo>
                  <a:cubicBezTo>
                    <a:pt x="71979" y="112972"/>
                    <a:pt x="77599" y="110639"/>
                    <a:pt x="81742" y="106495"/>
                  </a:cubicBezTo>
                  <a:lnTo>
                    <a:pt x="150132" y="38106"/>
                  </a:lnTo>
                  <a:cubicBezTo>
                    <a:pt x="158695" y="29486"/>
                    <a:pt x="158695" y="15579"/>
                    <a:pt x="150132" y="6959"/>
                  </a:cubicBezTo>
                  <a:cubicBezTo>
                    <a:pt x="141626" y="-1642"/>
                    <a:pt x="127748" y="-1718"/>
                    <a:pt x="119147" y="6797"/>
                  </a:cubicBezTo>
                  <a:cubicBezTo>
                    <a:pt x="119099" y="6845"/>
                    <a:pt x="119042" y="6902"/>
                    <a:pt x="118985" y="6959"/>
                  </a:cubicBez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39">
              <a:extLst>
                <a:ext uri="{FF2B5EF4-FFF2-40B4-BE49-F238E27FC236}">
                  <a16:creationId xmlns:a16="http://schemas.microsoft.com/office/drawing/2014/main" id="{5AAA9BC8-59D2-47DC-23F7-D3EB2832F756}"/>
                </a:ext>
              </a:extLst>
            </p:cNvPr>
            <p:cNvSpPr/>
            <p:nvPr/>
          </p:nvSpPr>
          <p:spPr>
            <a:xfrm>
              <a:off x="3802663" y="9264325"/>
              <a:ext cx="252319" cy="44100"/>
            </a:xfrm>
            <a:custGeom>
              <a:avLst/>
              <a:gdLst>
                <a:gd name="connsiteX0" fmla="*/ 1331 w 252319"/>
                <a:gd name="connsiteY0" fmla="*/ 22176 h 44100"/>
                <a:gd name="connsiteX1" fmla="*/ 23143 w 252319"/>
                <a:gd name="connsiteY1" fmla="*/ 44560 h 44100"/>
                <a:gd name="connsiteX2" fmla="*/ 23143 w 252319"/>
                <a:gd name="connsiteY2" fmla="*/ 44560 h 44100"/>
                <a:gd name="connsiteX3" fmla="*/ 231645 w 252319"/>
                <a:gd name="connsiteY3" fmla="*/ 44560 h 44100"/>
                <a:gd name="connsiteX4" fmla="*/ 253648 w 252319"/>
                <a:gd name="connsiteY4" fmla="*/ 22462 h 44100"/>
                <a:gd name="connsiteX5" fmla="*/ 231645 w 252319"/>
                <a:gd name="connsiteY5" fmla="*/ 459 h 44100"/>
                <a:gd name="connsiteX6" fmla="*/ 23143 w 252319"/>
                <a:gd name="connsiteY6" fmla="*/ 459 h 44100"/>
                <a:gd name="connsiteX7" fmla="*/ 1331 w 252319"/>
                <a:gd name="connsiteY7" fmla="*/ 22176 h 44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2319" h="44100">
                  <a:moveTo>
                    <a:pt x="1331" y="22176"/>
                  </a:moveTo>
                  <a:cubicBezTo>
                    <a:pt x="1168" y="34378"/>
                    <a:pt x="10932" y="44398"/>
                    <a:pt x="23143" y="44560"/>
                  </a:cubicBezTo>
                  <a:cubicBezTo>
                    <a:pt x="23143" y="44560"/>
                    <a:pt x="23143" y="44560"/>
                    <a:pt x="23143" y="44560"/>
                  </a:cubicBezTo>
                  <a:lnTo>
                    <a:pt x="231645" y="44560"/>
                  </a:lnTo>
                  <a:cubicBezTo>
                    <a:pt x="243808" y="44503"/>
                    <a:pt x="253648" y="34625"/>
                    <a:pt x="253648" y="22462"/>
                  </a:cubicBezTo>
                  <a:cubicBezTo>
                    <a:pt x="253600" y="10327"/>
                    <a:pt x="243780" y="507"/>
                    <a:pt x="231645" y="459"/>
                  </a:cubicBezTo>
                  <a:lnTo>
                    <a:pt x="23143" y="459"/>
                  </a:lnTo>
                  <a:cubicBezTo>
                    <a:pt x="11198" y="612"/>
                    <a:pt x="1540" y="10232"/>
                    <a:pt x="1331" y="22176"/>
                  </a:cubicBez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40">
              <a:extLst>
                <a:ext uri="{FF2B5EF4-FFF2-40B4-BE49-F238E27FC236}">
                  <a16:creationId xmlns:a16="http://schemas.microsoft.com/office/drawing/2014/main" id="{2955E31A-01B3-9F88-58EB-4CBE9761B1EF}"/>
                </a:ext>
              </a:extLst>
            </p:cNvPr>
            <p:cNvSpPr/>
            <p:nvPr/>
          </p:nvSpPr>
          <p:spPr>
            <a:xfrm>
              <a:off x="3626525" y="9362505"/>
              <a:ext cx="155225" cy="112513"/>
            </a:xfrm>
            <a:custGeom>
              <a:avLst/>
              <a:gdLst>
                <a:gd name="connsiteX0" fmla="*/ 118985 w 155225"/>
                <a:gd name="connsiteY0" fmla="*/ 6959 h 112513"/>
                <a:gd name="connsiteX1" fmla="*/ 66122 w 155225"/>
                <a:gd name="connsiteY1" fmla="*/ 59823 h 112513"/>
                <a:gd name="connsiteX2" fmla="*/ 38975 w 155225"/>
                <a:gd name="connsiteY2" fmla="*/ 32581 h 112513"/>
                <a:gd name="connsiteX3" fmla="*/ 7829 w 155225"/>
                <a:gd name="connsiteY3" fmla="*/ 32581 h 112513"/>
                <a:gd name="connsiteX4" fmla="*/ 7666 w 155225"/>
                <a:gd name="connsiteY4" fmla="*/ 63566 h 112513"/>
                <a:gd name="connsiteX5" fmla="*/ 7829 w 155225"/>
                <a:gd name="connsiteY5" fmla="*/ 63728 h 112513"/>
                <a:gd name="connsiteX6" fmla="*/ 50596 w 155225"/>
                <a:gd name="connsiteY6" fmla="*/ 106495 h 112513"/>
                <a:gd name="connsiteX7" fmla="*/ 66122 w 155225"/>
                <a:gd name="connsiteY7" fmla="*/ 112972 h 112513"/>
                <a:gd name="connsiteX8" fmla="*/ 81742 w 155225"/>
                <a:gd name="connsiteY8" fmla="*/ 106495 h 112513"/>
                <a:gd name="connsiteX9" fmla="*/ 150132 w 155225"/>
                <a:gd name="connsiteY9" fmla="*/ 38106 h 112513"/>
                <a:gd name="connsiteX10" fmla="*/ 150132 w 155225"/>
                <a:gd name="connsiteY10" fmla="*/ 6959 h 112513"/>
                <a:gd name="connsiteX11" fmla="*/ 119147 w 155225"/>
                <a:gd name="connsiteY11" fmla="*/ 6797 h 112513"/>
                <a:gd name="connsiteX12" fmla="*/ 118985 w 155225"/>
                <a:gd name="connsiteY12" fmla="*/ 6959 h 112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5225" h="112513">
                  <a:moveTo>
                    <a:pt x="118985" y="6959"/>
                  </a:moveTo>
                  <a:lnTo>
                    <a:pt x="66122" y="59823"/>
                  </a:lnTo>
                  <a:lnTo>
                    <a:pt x="38975" y="32581"/>
                  </a:lnTo>
                  <a:cubicBezTo>
                    <a:pt x="30355" y="24018"/>
                    <a:pt x="16448" y="24018"/>
                    <a:pt x="7829" y="32581"/>
                  </a:cubicBezTo>
                  <a:cubicBezTo>
                    <a:pt x="-773" y="41087"/>
                    <a:pt x="-849" y="54965"/>
                    <a:pt x="7666" y="63566"/>
                  </a:cubicBezTo>
                  <a:cubicBezTo>
                    <a:pt x="7714" y="63614"/>
                    <a:pt x="7771" y="63671"/>
                    <a:pt x="7829" y="63728"/>
                  </a:cubicBezTo>
                  <a:lnTo>
                    <a:pt x="50596" y="106495"/>
                  </a:lnTo>
                  <a:cubicBezTo>
                    <a:pt x="54701" y="110639"/>
                    <a:pt x="60292" y="112963"/>
                    <a:pt x="66122" y="112972"/>
                  </a:cubicBezTo>
                  <a:cubicBezTo>
                    <a:pt x="71979" y="112953"/>
                    <a:pt x="77589" y="110620"/>
                    <a:pt x="81742" y="106495"/>
                  </a:cubicBezTo>
                  <a:lnTo>
                    <a:pt x="150132" y="38106"/>
                  </a:lnTo>
                  <a:cubicBezTo>
                    <a:pt x="158695" y="29486"/>
                    <a:pt x="158695" y="15579"/>
                    <a:pt x="150132" y="6959"/>
                  </a:cubicBezTo>
                  <a:cubicBezTo>
                    <a:pt x="141626" y="-1642"/>
                    <a:pt x="127748" y="-1718"/>
                    <a:pt x="119147" y="6797"/>
                  </a:cubicBezTo>
                  <a:cubicBezTo>
                    <a:pt x="119099" y="6845"/>
                    <a:pt x="119042" y="6902"/>
                    <a:pt x="118985" y="6959"/>
                  </a:cubicBez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41">
              <a:extLst>
                <a:ext uri="{FF2B5EF4-FFF2-40B4-BE49-F238E27FC236}">
                  <a16:creationId xmlns:a16="http://schemas.microsoft.com/office/drawing/2014/main" id="{8A2897AB-B602-8CB4-AF8E-2909ABA73C50}"/>
                </a:ext>
              </a:extLst>
            </p:cNvPr>
            <p:cNvSpPr/>
            <p:nvPr/>
          </p:nvSpPr>
          <p:spPr>
            <a:xfrm>
              <a:off x="3802475" y="9408058"/>
              <a:ext cx="252507" cy="44100"/>
            </a:xfrm>
            <a:custGeom>
              <a:avLst/>
              <a:gdLst>
                <a:gd name="connsiteX0" fmla="*/ 232024 w 252507"/>
                <a:gd name="connsiteY0" fmla="*/ 459 h 44100"/>
                <a:gd name="connsiteX1" fmla="*/ 23331 w 252507"/>
                <a:gd name="connsiteY1" fmla="*/ 459 h 44100"/>
                <a:gd name="connsiteX2" fmla="*/ 1329 w 252507"/>
                <a:gd name="connsiteY2" fmla="*/ 22462 h 44100"/>
                <a:gd name="connsiteX3" fmla="*/ 23331 w 252507"/>
                <a:gd name="connsiteY3" fmla="*/ 44560 h 44100"/>
                <a:gd name="connsiteX4" fmla="*/ 231834 w 252507"/>
                <a:gd name="connsiteY4" fmla="*/ 44560 h 44100"/>
                <a:gd name="connsiteX5" fmla="*/ 253836 w 252507"/>
                <a:gd name="connsiteY5" fmla="*/ 22462 h 44100"/>
                <a:gd name="connsiteX6" fmla="*/ 232024 w 252507"/>
                <a:gd name="connsiteY6" fmla="*/ 459 h 44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2507" h="44100">
                  <a:moveTo>
                    <a:pt x="232024" y="459"/>
                  </a:moveTo>
                  <a:lnTo>
                    <a:pt x="23331" y="459"/>
                  </a:lnTo>
                  <a:cubicBezTo>
                    <a:pt x="11206" y="507"/>
                    <a:pt x="1376" y="10337"/>
                    <a:pt x="1329" y="22462"/>
                  </a:cubicBezTo>
                  <a:cubicBezTo>
                    <a:pt x="1329" y="34625"/>
                    <a:pt x="11168" y="44512"/>
                    <a:pt x="23331" y="44560"/>
                  </a:cubicBezTo>
                  <a:lnTo>
                    <a:pt x="231834" y="44560"/>
                  </a:lnTo>
                  <a:cubicBezTo>
                    <a:pt x="243997" y="44503"/>
                    <a:pt x="253836" y="34625"/>
                    <a:pt x="253836" y="22462"/>
                  </a:cubicBezTo>
                  <a:cubicBezTo>
                    <a:pt x="253789" y="10403"/>
                    <a:pt x="244083" y="612"/>
                    <a:pt x="232024" y="459"/>
                  </a:cubicBez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5DB89A58-E831-E656-53A3-2C3D0CC4E058}"/>
              </a:ext>
            </a:extLst>
          </p:cNvPr>
          <p:cNvGrpSpPr/>
          <p:nvPr/>
        </p:nvGrpSpPr>
        <p:grpSpPr>
          <a:xfrm>
            <a:off x="5980517" y="4932685"/>
            <a:ext cx="631412" cy="704850"/>
            <a:chOff x="2118462" y="5442489"/>
            <a:chExt cx="631412" cy="704850"/>
          </a:xfrm>
        </p:grpSpPr>
        <p:sp>
          <p:nvSpPr>
            <p:cNvPr id="121" name="Freeform: Shape 42">
              <a:extLst>
                <a:ext uri="{FF2B5EF4-FFF2-40B4-BE49-F238E27FC236}">
                  <a16:creationId xmlns:a16="http://schemas.microsoft.com/office/drawing/2014/main" id="{AF534B14-9569-25AF-9256-8851AD20EF26}"/>
                </a:ext>
              </a:extLst>
            </p:cNvPr>
            <p:cNvSpPr/>
            <p:nvPr/>
          </p:nvSpPr>
          <p:spPr>
            <a:xfrm>
              <a:off x="2118462" y="5442489"/>
              <a:ext cx="631412" cy="704850"/>
            </a:xfrm>
            <a:custGeom>
              <a:avLst/>
              <a:gdLst>
                <a:gd name="connsiteX0" fmla="*/ 522632 w 631412"/>
                <a:gd name="connsiteY0" fmla="*/ 459 h 704850"/>
                <a:gd name="connsiteX1" fmla="*/ 111438 w 631412"/>
                <a:gd name="connsiteY1" fmla="*/ 459 h 704850"/>
                <a:gd name="connsiteX2" fmla="*/ 1329 w 631412"/>
                <a:gd name="connsiteY2" fmla="*/ 110664 h 704850"/>
                <a:gd name="connsiteX3" fmla="*/ 1329 w 631412"/>
                <a:gd name="connsiteY3" fmla="*/ 521762 h 704850"/>
                <a:gd name="connsiteX4" fmla="*/ 74766 w 631412"/>
                <a:gd name="connsiteY4" fmla="*/ 625204 h 704850"/>
                <a:gd name="connsiteX5" fmla="*/ 74766 w 631412"/>
                <a:gd name="connsiteY5" fmla="*/ 683307 h 704850"/>
                <a:gd name="connsiteX6" fmla="*/ 96579 w 631412"/>
                <a:gd name="connsiteY6" fmla="*/ 705309 h 704850"/>
                <a:gd name="connsiteX7" fmla="*/ 96769 w 631412"/>
                <a:gd name="connsiteY7" fmla="*/ 705309 h 704850"/>
                <a:gd name="connsiteX8" fmla="*/ 184875 w 631412"/>
                <a:gd name="connsiteY8" fmla="*/ 705309 h 704850"/>
                <a:gd name="connsiteX9" fmla="*/ 206878 w 631412"/>
                <a:gd name="connsiteY9" fmla="*/ 683497 h 704850"/>
                <a:gd name="connsiteX10" fmla="*/ 206878 w 631412"/>
                <a:gd name="connsiteY10" fmla="*/ 683307 h 704850"/>
                <a:gd name="connsiteX11" fmla="*/ 206878 w 631412"/>
                <a:gd name="connsiteY11" fmla="*/ 631967 h 704850"/>
                <a:gd name="connsiteX12" fmla="*/ 427096 w 631412"/>
                <a:gd name="connsiteY12" fmla="*/ 631967 h 704850"/>
                <a:gd name="connsiteX13" fmla="*/ 427096 w 631412"/>
                <a:gd name="connsiteY13" fmla="*/ 683307 h 704850"/>
                <a:gd name="connsiteX14" fmla="*/ 449099 w 631412"/>
                <a:gd name="connsiteY14" fmla="*/ 705309 h 704850"/>
                <a:gd name="connsiteX15" fmla="*/ 537300 w 631412"/>
                <a:gd name="connsiteY15" fmla="*/ 705309 h 704850"/>
                <a:gd name="connsiteX16" fmla="*/ 559303 w 631412"/>
                <a:gd name="connsiteY16" fmla="*/ 683307 h 704850"/>
                <a:gd name="connsiteX17" fmla="*/ 559303 w 631412"/>
                <a:gd name="connsiteY17" fmla="*/ 625204 h 704850"/>
                <a:gd name="connsiteX18" fmla="*/ 632741 w 631412"/>
                <a:gd name="connsiteY18" fmla="*/ 521762 h 704850"/>
                <a:gd name="connsiteX19" fmla="*/ 632741 w 631412"/>
                <a:gd name="connsiteY19" fmla="*/ 110664 h 704850"/>
                <a:gd name="connsiteX20" fmla="*/ 522632 w 631412"/>
                <a:gd name="connsiteY20" fmla="*/ 459 h 704850"/>
                <a:gd name="connsiteX21" fmla="*/ 45334 w 631412"/>
                <a:gd name="connsiteY21" fmla="*/ 193150 h 704850"/>
                <a:gd name="connsiteX22" fmla="*/ 110295 w 631412"/>
                <a:gd name="connsiteY22" fmla="*/ 193150 h 704850"/>
                <a:gd name="connsiteX23" fmla="*/ 110295 w 631412"/>
                <a:gd name="connsiteY23" fmla="*/ 237251 h 704850"/>
                <a:gd name="connsiteX24" fmla="*/ 45334 w 631412"/>
                <a:gd name="connsiteY24" fmla="*/ 237251 h 704850"/>
                <a:gd name="connsiteX25" fmla="*/ 45334 w 631412"/>
                <a:gd name="connsiteY25" fmla="*/ 281256 h 704850"/>
                <a:gd name="connsiteX26" fmla="*/ 74766 w 631412"/>
                <a:gd name="connsiteY26" fmla="*/ 281256 h 704850"/>
                <a:gd name="connsiteX27" fmla="*/ 74766 w 631412"/>
                <a:gd name="connsiteY27" fmla="*/ 351170 h 704850"/>
                <a:gd name="connsiteX28" fmla="*/ 45334 w 631412"/>
                <a:gd name="connsiteY28" fmla="*/ 351170 h 704850"/>
                <a:gd name="connsiteX29" fmla="*/ 45334 w 631412"/>
                <a:gd name="connsiteY29" fmla="*/ 395556 h 704850"/>
                <a:gd name="connsiteX30" fmla="*/ 110295 w 631412"/>
                <a:gd name="connsiteY30" fmla="*/ 395556 h 704850"/>
                <a:gd name="connsiteX31" fmla="*/ 110295 w 631412"/>
                <a:gd name="connsiteY31" fmla="*/ 439657 h 704850"/>
                <a:gd name="connsiteX32" fmla="*/ 45334 w 631412"/>
                <a:gd name="connsiteY32" fmla="*/ 439657 h 704850"/>
                <a:gd name="connsiteX33" fmla="*/ 162873 w 631412"/>
                <a:gd name="connsiteY33" fmla="*/ 661208 h 704850"/>
                <a:gd name="connsiteX34" fmla="*/ 118772 w 631412"/>
                <a:gd name="connsiteY34" fmla="*/ 661208 h 704850"/>
                <a:gd name="connsiteX35" fmla="*/ 118772 w 631412"/>
                <a:gd name="connsiteY35" fmla="*/ 631872 h 704850"/>
                <a:gd name="connsiteX36" fmla="*/ 162873 w 631412"/>
                <a:gd name="connsiteY36" fmla="*/ 631872 h 704850"/>
                <a:gd name="connsiteX37" fmla="*/ 515298 w 631412"/>
                <a:gd name="connsiteY37" fmla="*/ 661208 h 704850"/>
                <a:gd name="connsiteX38" fmla="*/ 471197 w 631412"/>
                <a:gd name="connsiteY38" fmla="*/ 661208 h 704850"/>
                <a:gd name="connsiteX39" fmla="*/ 471197 w 631412"/>
                <a:gd name="connsiteY39" fmla="*/ 631872 h 704850"/>
                <a:gd name="connsiteX40" fmla="*/ 515298 w 631412"/>
                <a:gd name="connsiteY40" fmla="*/ 631872 h 704850"/>
                <a:gd name="connsiteX41" fmla="*/ 588640 w 631412"/>
                <a:gd name="connsiteY41" fmla="*/ 521667 h 704850"/>
                <a:gd name="connsiteX42" fmla="*/ 522632 w 631412"/>
                <a:gd name="connsiteY42" fmla="*/ 587771 h 704850"/>
                <a:gd name="connsiteX43" fmla="*/ 111438 w 631412"/>
                <a:gd name="connsiteY43" fmla="*/ 587771 h 704850"/>
                <a:gd name="connsiteX44" fmla="*/ 45334 w 631412"/>
                <a:gd name="connsiteY44" fmla="*/ 521667 h 704850"/>
                <a:gd name="connsiteX45" fmla="*/ 45334 w 631412"/>
                <a:gd name="connsiteY45" fmla="*/ 483567 h 704850"/>
                <a:gd name="connsiteX46" fmla="*/ 74766 w 631412"/>
                <a:gd name="connsiteY46" fmla="*/ 483567 h 704850"/>
                <a:gd name="connsiteX47" fmla="*/ 74766 w 631412"/>
                <a:gd name="connsiteY47" fmla="*/ 507189 h 704850"/>
                <a:gd name="connsiteX48" fmla="*/ 126106 w 631412"/>
                <a:gd name="connsiteY48" fmla="*/ 558624 h 704850"/>
                <a:gd name="connsiteX49" fmla="*/ 508154 w 631412"/>
                <a:gd name="connsiteY49" fmla="*/ 558624 h 704850"/>
                <a:gd name="connsiteX50" fmla="*/ 559494 w 631412"/>
                <a:gd name="connsiteY50" fmla="*/ 507189 h 704850"/>
                <a:gd name="connsiteX51" fmla="*/ 559494 w 631412"/>
                <a:gd name="connsiteY51" fmla="*/ 395366 h 704850"/>
                <a:gd name="connsiteX52" fmla="*/ 588830 w 631412"/>
                <a:gd name="connsiteY52" fmla="*/ 395366 h 704850"/>
                <a:gd name="connsiteX53" fmla="*/ 132393 w 631412"/>
                <a:gd name="connsiteY53" fmla="*/ 351075 h 704850"/>
                <a:gd name="connsiteX54" fmla="*/ 118772 w 631412"/>
                <a:gd name="connsiteY54" fmla="*/ 351075 h 704850"/>
                <a:gd name="connsiteX55" fmla="*/ 118772 w 631412"/>
                <a:gd name="connsiteY55" fmla="*/ 281161 h 704850"/>
                <a:gd name="connsiteX56" fmla="*/ 132393 w 631412"/>
                <a:gd name="connsiteY56" fmla="*/ 281161 h 704850"/>
                <a:gd name="connsiteX57" fmla="*/ 154395 w 631412"/>
                <a:gd name="connsiteY57" fmla="*/ 259158 h 704850"/>
                <a:gd name="connsiteX58" fmla="*/ 154395 w 631412"/>
                <a:gd name="connsiteY58" fmla="*/ 170957 h 704850"/>
                <a:gd name="connsiteX59" fmla="*/ 132393 w 631412"/>
                <a:gd name="connsiteY59" fmla="*/ 148954 h 704850"/>
                <a:gd name="connsiteX60" fmla="*/ 118772 w 631412"/>
                <a:gd name="connsiteY60" fmla="*/ 148954 h 704850"/>
                <a:gd name="connsiteX61" fmla="*/ 118772 w 631412"/>
                <a:gd name="connsiteY61" fmla="*/ 125141 h 704850"/>
                <a:gd name="connsiteX62" fmla="*/ 126106 w 631412"/>
                <a:gd name="connsiteY62" fmla="*/ 117807 h 704850"/>
                <a:gd name="connsiteX63" fmla="*/ 508154 w 631412"/>
                <a:gd name="connsiteY63" fmla="*/ 117807 h 704850"/>
                <a:gd name="connsiteX64" fmla="*/ 515488 w 631412"/>
                <a:gd name="connsiteY64" fmla="*/ 125141 h 704850"/>
                <a:gd name="connsiteX65" fmla="*/ 515488 w 631412"/>
                <a:gd name="connsiteY65" fmla="*/ 506903 h 704850"/>
                <a:gd name="connsiteX66" fmla="*/ 508345 w 631412"/>
                <a:gd name="connsiteY66" fmla="*/ 514238 h 704850"/>
                <a:gd name="connsiteX67" fmla="*/ 508154 w 631412"/>
                <a:gd name="connsiteY67" fmla="*/ 514238 h 704850"/>
                <a:gd name="connsiteX68" fmla="*/ 126296 w 631412"/>
                <a:gd name="connsiteY68" fmla="*/ 514238 h 704850"/>
                <a:gd name="connsiteX69" fmla="*/ 118963 w 631412"/>
                <a:gd name="connsiteY69" fmla="*/ 507094 h 704850"/>
                <a:gd name="connsiteX70" fmla="*/ 118963 w 631412"/>
                <a:gd name="connsiteY70" fmla="*/ 506903 h 704850"/>
                <a:gd name="connsiteX71" fmla="*/ 118963 w 631412"/>
                <a:gd name="connsiteY71" fmla="*/ 483282 h 704850"/>
                <a:gd name="connsiteX72" fmla="*/ 132583 w 631412"/>
                <a:gd name="connsiteY72" fmla="*/ 483282 h 704850"/>
                <a:gd name="connsiteX73" fmla="*/ 154586 w 631412"/>
                <a:gd name="connsiteY73" fmla="*/ 461183 h 704850"/>
                <a:gd name="connsiteX74" fmla="*/ 154586 w 631412"/>
                <a:gd name="connsiteY74" fmla="*/ 373077 h 704850"/>
                <a:gd name="connsiteX75" fmla="*/ 132488 w 631412"/>
                <a:gd name="connsiteY75" fmla="*/ 351170 h 704850"/>
                <a:gd name="connsiteX76" fmla="*/ 132393 w 631412"/>
                <a:gd name="connsiteY76" fmla="*/ 351170 h 704850"/>
                <a:gd name="connsiteX77" fmla="*/ 588640 w 631412"/>
                <a:gd name="connsiteY77" fmla="*/ 351075 h 704850"/>
                <a:gd name="connsiteX78" fmla="*/ 559303 w 631412"/>
                <a:gd name="connsiteY78" fmla="*/ 351075 h 704850"/>
                <a:gd name="connsiteX79" fmla="*/ 559303 w 631412"/>
                <a:gd name="connsiteY79" fmla="*/ 281161 h 704850"/>
                <a:gd name="connsiteX80" fmla="*/ 588640 w 631412"/>
                <a:gd name="connsiteY80" fmla="*/ 281161 h 704850"/>
                <a:gd name="connsiteX81" fmla="*/ 588640 w 631412"/>
                <a:gd name="connsiteY81" fmla="*/ 236774 h 704850"/>
                <a:gd name="connsiteX82" fmla="*/ 559303 w 631412"/>
                <a:gd name="connsiteY82" fmla="*/ 236774 h 704850"/>
                <a:gd name="connsiteX83" fmla="*/ 559303 w 631412"/>
                <a:gd name="connsiteY83" fmla="*/ 124760 h 704850"/>
                <a:gd name="connsiteX84" fmla="*/ 507963 w 631412"/>
                <a:gd name="connsiteY84" fmla="*/ 73325 h 704850"/>
                <a:gd name="connsiteX85" fmla="*/ 126106 w 631412"/>
                <a:gd name="connsiteY85" fmla="*/ 73325 h 704850"/>
                <a:gd name="connsiteX86" fmla="*/ 74766 w 631412"/>
                <a:gd name="connsiteY86" fmla="*/ 124760 h 704850"/>
                <a:gd name="connsiteX87" fmla="*/ 74766 w 631412"/>
                <a:gd name="connsiteY87" fmla="*/ 148573 h 704850"/>
                <a:gd name="connsiteX88" fmla="*/ 45334 w 631412"/>
                <a:gd name="connsiteY88" fmla="*/ 148573 h 704850"/>
                <a:gd name="connsiteX89" fmla="*/ 45334 w 631412"/>
                <a:gd name="connsiteY89" fmla="*/ 110473 h 704850"/>
                <a:gd name="connsiteX90" fmla="*/ 111438 w 631412"/>
                <a:gd name="connsiteY90" fmla="*/ 44369 h 704850"/>
                <a:gd name="connsiteX91" fmla="*/ 522632 w 631412"/>
                <a:gd name="connsiteY91" fmla="*/ 44369 h 704850"/>
                <a:gd name="connsiteX92" fmla="*/ 588640 w 631412"/>
                <a:gd name="connsiteY92" fmla="*/ 110473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631412" h="704850">
                  <a:moveTo>
                    <a:pt x="522632" y="459"/>
                  </a:moveTo>
                  <a:lnTo>
                    <a:pt x="111438" y="459"/>
                  </a:lnTo>
                  <a:cubicBezTo>
                    <a:pt x="50611" y="516"/>
                    <a:pt x="1329" y="49837"/>
                    <a:pt x="1329" y="110664"/>
                  </a:cubicBezTo>
                  <a:lnTo>
                    <a:pt x="1329" y="521762"/>
                  </a:lnTo>
                  <a:cubicBezTo>
                    <a:pt x="1462" y="568302"/>
                    <a:pt x="30866" y="609726"/>
                    <a:pt x="74766" y="625204"/>
                  </a:cubicBezTo>
                  <a:lnTo>
                    <a:pt x="74766" y="683307"/>
                  </a:lnTo>
                  <a:cubicBezTo>
                    <a:pt x="74710" y="695403"/>
                    <a:pt x="84482" y="705252"/>
                    <a:pt x="96579" y="705309"/>
                  </a:cubicBezTo>
                  <a:cubicBezTo>
                    <a:pt x="96645" y="705309"/>
                    <a:pt x="96702" y="705309"/>
                    <a:pt x="96769" y="705309"/>
                  </a:cubicBezTo>
                  <a:lnTo>
                    <a:pt x="184875" y="705309"/>
                  </a:lnTo>
                  <a:cubicBezTo>
                    <a:pt x="196972" y="705366"/>
                    <a:pt x="206821" y="695594"/>
                    <a:pt x="206878" y="683497"/>
                  </a:cubicBezTo>
                  <a:cubicBezTo>
                    <a:pt x="206878" y="683430"/>
                    <a:pt x="206878" y="683373"/>
                    <a:pt x="206878" y="683307"/>
                  </a:cubicBezTo>
                  <a:lnTo>
                    <a:pt x="206878" y="631967"/>
                  </a:lnTo>
                  <a:lnTo>
                    <a:pt x="427096" y="631967"/>
                  </a:lnTo>
                  <a:lnTo>
                    <a:pt x="427096" y="683307"/>
                  </a:lnTo>
                  <a:cubicBezTo>
                    <a:pt x="427096" y="695460"/>
                    <a:pt x="436945" y="705309"/>
                    <a:pt x="449099" y="705309"/>
                  </a:cubicBezTo>
                  <a:lnTo>
                    <a:pt x="537300" y="705309"/>
                  </a:lnTo>
                  <a:cubicBezTo>
                    <a:pt x="549454" y="705309"/>
                    <a:pt x="559303" y="695460"/>
                    <a:pt x="559303" y="683307"/>
                  </a:cubicBezTo>
                  <a:lnTo>
                    <a:pt x="559303" y="625204"/>
                  </a:lnTo>
                  <a:cubicBezTo>
                    <a:pt x="603204" y="609726"/>
                    <a:pt x="632607" y="568302"/>
                    <a:pt x="632741" y="521762"/>
                  </a:cubicBezTo>
                  <a:lnTo>
                    <a:pt x="632741" y="110664"/>
                  </a:lnTo>
                  <a:cubicBezTo>
                    <a:pt x="632694" y="49856"/>
                    <a:pt x="583440" y="564"/>
                    <a:pt x="522632" y="459"/>
                  </a:cubicBezTo>
                  <a:close/>
                  <a:moveTo>
                    <a:pt x="45334" y="193150"/>
                  </a:moveTo>
                  <a:lnTo>
                    <a:pt x="110295" y="193150"/>
                  </a:lnTo>
                  <a:lnTo>
                    <a:pt x="110295" y="237251"/>
                  </a:lnTo>
                  <a:lnTo>
                    <a:pt x="45334" y="237251"/>
                  </a:lnTo>
                  <a:close/>
                  <a:moveTo>
                    <a:pt x="45334" y="281256"/>
                  </a:moveTo>
                  <a:lnTo>
                    <a:pt x="74766" y="281256"/>
                  </a:lnTo>
                  <a:lnTo>
                    <a:pt x="74766" y="351170"/>
                  </a:lnTo>
                  <a:lnTo>
                    <a:pt x="45334" y="351170"/>
                  </a:lnTo>
                  <a:close/>
                  <a:moveTo>
                    <a:pt x="45334" y="395556"/>
                  </a:moveTo>
                  <a:lnTo>
                    <a:pt x="110295" y="395556"/>
                  </a:lnTo>
                  <a:lnTo>
                    <a:pt x="110295" y="439657"/>
                  </a:lnTo>
                  <a:lnTo>
                    <a:pt x="45334" y="439657"/>
                  </a:lnTo>
                  <a:close/>
                  <a:moveTo>
                    <a:pt x="162873" y="661208"/>
                  </a:moveTo>
                  <a:lnTo>
                    <a:pt x="118772" y="661208"/>
                  </a:lnTo>
                  <a:lnTo>
                    <a:pt x="118772" y="631872"/>
                  </a:lnTo>
                  <a:lnTo>
                    <a:pt x="162873" y="631872"/>
                  </a:lnTo>
                  <a:close/>
                  <a:moveTo>
                    <a:pt x="515298" y="661208"/>
                  </a:moveTo>
                  <a:lnTo>
                    <a:pt x="471197" y="661208"/>
                  </a:lnTo>
                  <a:lnTo>
                    <a:pt x="471197" y="631872"/>
                  </a:lnTo>
                  <a:lnTo>
                    <a:pt x="515298" y="631872"/>
                  </a:lnTo>
                  <a:close/>
                  <a:moveTo>
                    <a:pt x="588640" y="521667"/>
                  </a:moveTo>
                  <a:cubicBezTo>
                    <a:pt x="588640" y="558138"/>
                    <a:pt x="559103" y="587714"/>
                    <a:pt x="522632" y="587771"/>
                  </a:cubicBezTo>
                  <a:lnTo>
                    <a:pt x="111438" y="587771"/>
                  </a:lnTo>
                  <a:cubicBezTo>
                    <a:pt x="74929" y="587771"/>
                    <a:pt x="45334" y="558177"/>
                    <a:pt x="45334" y="521667"/>
                  </a:cubicBezTo>
                  <a:lnTo>
                    <a:pt x="45334" y="483567"/>
                  </a:lnTo>
                  <a:lnTo>
                    <a:pt x="74766" y="483567"/>
                  </a:lnTo>
                  <a:lnTo>
                    <a:pt x="74766" y="507189"/>
                  </a:lnTo>
                  <a:cubicBezTo>
                    <a:pt x="74766" y="535555"/>
                    <a:pt x="97741" y="558567"/>
                    <a:pt x="126106" y="558624"/>
                  </a:cubicBezTo>
                  <a:lnTo>
                    <a:pt x="508154" y="558624"/>
                  </a:lnTo>
                  <a:cubicBezTo>
                    <a:pt x="536520" y="558567"/>
                    <a:pt x="559494" y="535555"/>
                    <a:pt x="559494" y="507189"/>
                  </a:cubicBezTo>
                  <a:lnTo>
                    <a:pt x="559494" y="395366"/>
                  </a:lnTo>
                  <a:lnTo>
                    <a:pt x="588830" y="395366"/>
                  </a:lnTo>
                  <a:close/>
                  <a:moveTo>
                    <a:pt x="132393" y="351075"/>
                  </a:moveTo>
                  <a:lnTo>
                    <a:pt x="118772" y="351075"/>
                  </a:lnTo>
                  <a:lnTo>
                    <a:pt x="118772" y="281161"/>
                  </a:lnTo>
                  <a:lnTo>
                    <a:pt x="132393" y="281161"/>
                  </a:lnTo>
                  <a:cubicBezTo>
                    <a:pt x="144518" y="281113"/>
                    <a:pt x="154338" y="271293"/>
                    <a:pt x="154395" y="259158"/>
                  </a:cubicBezTo>
                  <a:lnTo>
                    <a:pt x="154395" y="170957"/>
                  </a:lnTo>
                  <a:cubicBezTo>
                    <a:pt x="154338" y="158831"/>
                    <a:pt x="144518" y="149002"/>
                    <a:pt x="132393" y="148954"/>
                  </a:cubicBezTo>
                  <a:lnTo>
                    <a:pt x="118772" y="148954"/>
                  </a:lnTo>
                  <a:lnTo>
                    <a:pt x="118772" y="125141"/>
                  </a:lnTo>
                  <a:cubicBezTo>
                    <a:pt x="118820" y="121112"/>
                    <a:pt x="122077" y="117855"/>
                    <a:pt x="126106" y="117807"/>
                  </a:cubicBezTo>
                  <a:lnTo>
                    <a:pt x="508154" y="117807"/>
                  </a:lnTo>
                  <a:cubicBezTo>
                    <a:pt x="512183" y="117855"/>
                    <a:pt x="515441" y="121112"/>
                    <a:pt x="515488" y="125141"/>
                  </a:cubicBezTo>
                  <a:lnTo>
                    <a:pt x="515488" y="506903"/>
                  </a:lnTo>
                  <a:cubicBezTo>
                    <a:pt x="515545" y="510904"/>
                    <a:pt x="512345" y="514181"/>
                    <a:pt x="508345" y="514238"/>
                  </a:cubicBezTo>
                  <a:cubicBezTo>
                    <a:pt x="508278" y="514238"/>
                    <a:pt x="508221" y="514238"/>
                    <a:pt x="508154" y="514238"/>
                  </a:cubicBezTo>
                  <a:lnTo>
                    <a:pt x="126296" y="514238"/>
                  </a:lnTo>
                  <a:cubicBezTo>
                    <a:pt x="122296" y="514295"/>
                    <a:pt x="119020" y="511094"/>
                    <a:pt x="118963" y="507094"/>
                  </a:cubicBezTo>
                  <a:cubicBezTo>
                    <a:pt x="118963" y="507027"/>
                    <a:pt x="118963" y="506970"/>
                    <a:pt x="118963" y="506903"/>
                  </a:cubicBezTo>
                  <a:lnTo>
                    <a:pt x="118963" y="483282"/>
                  </a:lnTo>
                  <a:lnTo>
                    <a:pt x="132583" y="483282"/>
                  </a:lnTo>
                  <a:cubicBezTo>
                    <a:pt x="144747" y="483234"/>
                    <a:pt x="154586" y="473347"/>
                    <a:pt x="154586" y="461183"/>
                  </a:cubicBezTo>
                  <a:lnTo>
                    <a:pt x="154586" y="373077"/>
                  </a:lnTo>
                  <a:cubicBezTo>
                    <a:pt x="154538" y="360923"/>
                    <a:pt x="144642" y="351113"/>
                    <a:pt x="132488" y="351170"/>
                  </a:cubicBezTo>
                  <a:cubicBezTo>
                    <a:pt x="132459" y="351170"/>
                    <a:pt x="132421" y="351170"/>
                    <a:pt x="132393" y="351170"/>
                  </a:cubicBezTo>
                  <a:close/>
                  <a:moveTo>
                    <a:pt x="588640" y="351075"/>
                  </a:moveTo>
                  <a:lnTo>
                    <a:pt x="559303" y="351075"/>
                  </a:lnTo>
                  <a:lnTo>
                    <a:pt x="559303" y="281161"/>
                  </a:lnTo>
                  <a:lnTo>
                    <a:pt x="588640" y="281161"/>
                  </a:lnTo>
                  <a:close/>
                  <a:moveTo>
                    <a:pt x="588640" y="236774"/>
                  </a:moveTo>
                  <a:lnTo>
                    <a:pt x="559303" y="236774"/>
                  </a:lnTo>
                  <a:lnTo>
                    <a:pt x="559303" y="124760"/>
                  </a:lnTo>
                  <a:cubicBezTo>
                    <a:pt x="559303" y="96395"/>
                    <a:pt x="536329" y="73383"/>
                    <a:pt x="507963" y="73325"/>
                  </a:cubicBezTo>
                  <a:lnTo>
                    <a:pt x="126106" y="73325"/>
                  </a:lnTo>
                  <a:cubicBezTo>
                    <a:pt x="97741" y="73383"/>
                    <a:pt x="74766" y="96395"/>
                    <a:pt x="74766" y="124760"/>
                  </a:cubicBezTo>
                  <a:lnTo>
                    <a:pt x="74766" y="148573"/>
                  </a:lnTo>
                  <a:lnTo>
                    <a:pt x="45334" y="148573"/>
                  </a:lnTo>
                  <a:lnTo>
                    <a:pt x="45334" y="110473"/>
                  </a:lnTo>
                  <a:cubicBezTo>
                    <a:pt x="45334" y="73963"/>
                    <a:pt x="74929" y="44369"/>
                    <a:pt x="111438" y="44369"/>
                  </a:cubicBezTo>
                  <a:lnTo>
                    <a:pt x="522632" y="44369"/>
                  </a:lnTo>
                  <a:cubicBezTo>
                    <a:pt x="559103" y="44427"/>
                    <a:pt x="588640" y="74002"/>
                    <a:pt x="588640" y="110473"/>
                  </a:cubicBez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D053F612-58BF-41E9-63EC-3D84860DF0A8}"/>
                </a:ext>
              </a:extLst>
            </p:cNvPr>
            <p:cNvGrpSpPr/>
            <p:nvPr/>
          </p:nvGrpSpPr>
          <p:grpSpPr>
            <a:xfrm>
              <a:off x="2257622" y="5581649"/>
              <a:ext cx="353091" cy="353282"/>
              <a:chOff x="2257622" y="5581649"/>
              <a:chExt cx="353091" cy="353282"/>
            </a:xfrm>
          </p:grpSpPr>
          <p:sp>
            <p:nvSpPr>
              <p:cNvPr id="123" name="Freeform: Shape 43">
                <a:extLst>
                  <a:ext uri="{FF2B5EF4-FFF2-40B4-BE49-F238E27FC236}">
                    <a16:creationId xmlns:a16="http://schemas.microsoft.com/office/drawing/2014/main" id="{B26DA0FF-B470-42B6-7D7A-161D5BD0F765}"/>
                  </a:ext>
                </a:extLst>
              </p:cNvPr>
              <p:cNvSpPr/>
              <p:nvPr/>
            </p:nvSpPr>
            <p:spPr>
              <a:xfrm>
                <a:off x="2368493" y="5692615"/>
                <a:ext cx="131254" cy="131254"/>
              </a:xfrm>
              <a:custGeom>
                <a:avLst/>
                <a:gdLst>
                  <a:gd name="connsiteX0" fmla="*/ 66956 w 131254"/>
                  <a:gd name="connsiteY0" fmla="*/ 131714 h 131254"/>
                  <a:gd name="connsiteX1" fmla="*/ 132583 w 131254"/>
                  <a:gd name="connsiteY1" fmla="*/ 66086 h 131254"/>
                  <a:gd name="connsiteX2" fmla="*/ 66956 w 131254"/>
                  <a:gd name="connsiteY2" fmla="*/ 459 h 131254"/>
                  <a:gd name="connsiteX3" fmla="*/ 1329 w 131254"/>
                  <a:gd name="connsiteY3" fmla="*/ 66086 h 131254"/>
                  <a:gd name="connsiteX4" fmla="*/ 66956 w 131254"/>
                  <a:gd name="connsiteY4" fmla="*/ 131714 h 131254"/>
                  <a:gd name="connsiteX5" fmla="*/ 66956 w 131254"/>
                  <a:gd name="connsiteY5" fmla="*/ 44465 h 131254"/>
                  <a:gd name="connsiteX6" fmla="*/ 88578 w 131254"/>
                  <a:gd name="connsiteY6" fmla="*/ 66086 h 131254"/>
                  <a:gd name="connsiteX7" fmla="*/ 66956 w 131254"/>
                  <a:gd name="connsiteY7" fmla="*/ 87708 h 131254"/>
                  <a:gd name="connsiteX8" fmla="*/ 45429 w 131254"/>
                  <a:gd name="connsiteY8" fmla="*/ 66086 h 131254"/>
                  <a:gd name="connsiteX9" fmla="*/ 66956 w 131254"/>
                  <a:gd name="connsiteY9" fmla="*/ 44465 h 131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1254" h="131254">
                    <a:moveTo>
                      <a:pt x="66956" y="131714"/>
                    </a:moveTo>
                    <a:cubicBezTo>
                      <a:pt x="103179" y="131666"/>
                      <a:pt x="132536" y="102310"/>
                      <a:pt x="132583" y="66086"/>
                    </a:cubicBezTo>
                    <a:cubicBezTo>
                      <a:pt x="132536" y="29863"/>
                      <a:pt x="103179" y="516"/>
                      <a:pt x="66956" y="459"/>
                    </a:cubicBezTo>
                    <a:cubicBezTo>
                      <a:pt x="30733" y="507"/>
                      <a:pt x="1376" y="29863"/>
                      <a:pt x="1329" y="66086"/>
                    </a:cubicBezTo>
                    <a:cubicBezTo>
                      <a:pt x="1376" y="102310"/>
                      <a:pt x="30733" y="131656"/>
                      <a:pt x="66956" y="131714"/>
                    </a:cubicBezTo>
                    <a:close/>
                    <a:moveTo>
                      <a:pt x="66956" y="44465"/>
                    </a:moveTo>
                    <a:cubicBezTo>
                      <a:pt x="78901" y="44465"/>
                      <a:pt x="88578" y="54142"/>
                      <a:pt x="88578" y="66086"/>
                    </a:cubicBezTo>
                    <a:cubicBezTo>
                      <a:pt x="88578" y="78031"/>
                      <a:pt x="78901" y="87708"/>
                      <a:pt x="66956" y="87708"/>
                    </a:cubicBezTo>
                    <a:cubicBezTo>
                      <a:pt x="55050" y="87651"/>
                      <a:pt x="45429" y="77993"/>
                      <a:pt x="45429" y="66086"/>
                    </a:cubicBezTo>
                    <a:cubicBezTo>
                      <a:pt x="45429" y="54180"/>
                      <a:pt x="55050" y="44522"/>
                      <a:pt x="66956" y="44465"/>
                    </a:cubicBezTo>
                    <a:close/>
                  </a:path>
                </a:pathLst>
              </a:custGeom>
              <a:solidFill>
                <a:srgbClr val="35353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4" name="Freeform: Shape 44">
                <a:extLst>
                  <a:ext uri="{FF2B5EF4-FFF2-40B4-BE49-F238E27FC236}">
                    <a16:creationId xmlns:a16="http://schemas.microsoft.com/office/drawing/2014/main" id="{36EFEA15-18EE-BE8D-2D3A-E5EC4BF08192}"/>
                  </a:ext>
                </a:extLst>
              </p:cNvPr>
              <p:cNvSpPr/>
              <p:nvPr/>
            </p:nvSpPr>
            <p:spPr>
              <a:xfrm>
                <a:off x="2257622" y="5581649"/>
                <a:ext cx="353091" cy="353282"/>
              </a:xfrm>
              <a:custGeom>
                <a:avLst/>
                <a:gdLst>
                  <a:gd name="connsiteX0" fmla="*/ 42382 w 353091"/>
                  <a:gd name="connsiteY0" fmla="*/ 199056 h 353282"/>
                  <a:gd name="connsiteX1" fmla="*/ 66384 w 353091"/>
                  <a:gd name="connsiteY1" fmla="*/ 257349 h 353282"/>
                  <a:gd name="connsiteX2" fmla="*/ 52954 w 353091"/>
                  <a:gd name="connsiteY2" fmla="*/ 270779 h 353282"/>
                  <a:gd name="connsiteX3" fmla="*/ 52792 w 353091"/>
                  <a:gd name="connsiteY3" fmla="*/ 301764 h 353282"/>
                  <a:gd name="connsiteX4" fmla="*/ 52954 w 353091"/>
                  <a:gd name="connsiteY4" fmla="*/ 301926 h 353282"/>
                  <a:gd name="connsiteX5" fmla="*/ 68480 w 353091"/>
                  <a:gd name="connsiteY5" fmla="*/ 308403 h 353282"/>
                  <a:gd name="connsiteX6" fmla="*/ 84101 w 353091"/>
                  <a:gd name="connsiteY6" fmla="*/ 301926 h 353282"/>
                  <a:gd name="connsiteX7" fmla="*/ 97531 w 353091"/>
                  <a:gd name="connsiteY7" fmla="*/ 288495 h 353282"/>
                  <a:gd name="connsiteX8" fmla="*/ 155824 w 353091"/>
                  <a:gd name="connsiteY8" fmla="*/ 312594 h 353282"/>
                  <a:gd name="connsiteX9" fmla="*/ 155824 w 353091"/>
                  <a:gd name="connsiteY9" fmla="*/ 331644 h 353282"/>
                  <a:gd name="connsiteX10" fmla="*/ 177827 w 353091"/>
                  <a:gd name="connsiteY10" fmla="*/ 353741 h 353282"/>
                  <a:gd name="connsiteX11" fmla="*/ 199925 w 353091"/>
                  <a:gd name="connsiteY11" fmla="*/ 331644 h 353282"/>
                  <a:gd name="connsiteX12" fmla="*/ 199925 w 353091"/>
                  <a:gd name="connsiteY12" fmla="*/ 312594 h 353282"/>
                  <a:gd name="connsiteX13" fmla="*/ 258122 w 353091"/>
                  <a:gd name="connsiteY13" fmla="*/ 288495 h 353282"/>
                  <a:gd name="connsiteX14" fmla="*/ 271648 w 353091"/>
                  <a:gd name="connsiteY14" fmla="*/ 301926 h 353282"/>
                  <a:gd name="connsiteX15" fmla="*/ 287174 w 353091"/>
                  <a:gd name="connsiteY15" fmla="*/ 308403 h 353282"/>
                  <a:gd name="connsiteX16" fmla="*/ 302795 w 353091"/>
                  <a:gd name="connsiteY16" fmla="*/ 301926 h 353282"/>
                  <a:gd name="connsiteX17" fmla="*/ 302795 w 353091"/>
                  <a:gd name="connsiteY17" fmla="*/ 270779 h 353282"/>
                  <a:gd name="connsiteX18" fmla="*/ 289269 w 353091"/>
                  <a:gd name="connsiteY18" fmla="*/ 257349 h 353282"/>
                  <a:gd name="connsiteX19" fmla="*/ 313367 w 353091"/>
                  <a:gd name="connsiteY19" fmla="*/ 199056 h 353282"/>
                  <a:gd name="connsiteX20" fmla="*/ 332417 w 353091"/>
                  <a:gd name="connsiteY20" fmla="*/ 199056 h 353282"/>
                  <a:gd name="connsiteX21" fmla="*/ 354420 w 353091"/>
                  <a:gd name="connsiteY21" fmla="*/ 177053 h 353282"/>
                  <a:gd name="connsiteX22" fmla="*/ 332417 w 353091"/>
                  <a:gd name="connsiteY22" fmla="*/ 155050 h 353282"/>
                  <a:gd name="connsiteX23" fmla="*/ 313367 w 353091"/>
                  <a:gd name="connsiteY23" fmla="*/ 155050 h 353282"/>
                  <a:gd name="connsiteX24" fmla="*/ 289269 w 353091"/>
                  <a:gd name="connsiteY24" fmla="*/ 96757 h 353282"/>
                  <a:gd name="connsiteX25" fmla="*/ 302795 w 353091"/>
                  <a:gd name="connsiteY25" fmla="*/ 83232 h 353282"/>
                  <a:gd name="connsiteX26" fmla="*/ 302795 w 353091"/>
                  <a:gd name="connsiteY26" fmla="*/ 52085 h 353282"/>
                  <a:gd name="connsiteX27" fmla="*/ 271648 w 353091"/>
                  <a:gd name="connsiteY27" fmla="*/ 52085 h 353282"/>
                  <a:gd name="connsiteX28" fmla="*/ 258122 w 353091"/>
                  <a:gd name="connsiteY28" fmla="*/ 65610 h 353282"/>
                  <a:gd name="connsiteX29" fmla="*/ 199925 w 353091"/>
                  <a:gd name="connsiteY29" fmla="*/ 41512 h 353282"/>
                  <a:gd name="connsiteX30" fmla="*/ 199925 w 353091"/>
                  <a:gd name="connsiteY30" fmla="*/ 22462 h 353282"/>
                  <a:gd name="connsiteX31" fmla="*/ 177827 w 353091"/>
                  <a:gd name="connsiteY31" fmla="*/ 459 h 353282"/>
                  <a:gd name="connsiteX32" fmla="*/ 155824 w 353091"/>
                  <a:gd name="connsiteY32" fmla="*/ 22462 h 353282"/>
                  <a:gd name="connsiteX33" fmla="*/ 155824 w 353091"/>
                  <a:gd name="connsiteY33" fmla="*/ 41512 h 353282"/>
                  <a:gd name="connsiteX34" fmla="*/ 97531 w 353091"/>
                  <a:gd name="connsiteY34" fmla="*/ 65610 h 353282"/>
                  <a:gd name="connsiteX35" fmla="*/ 84101 w 353091"/>
                  <a:gd name="connsiteY35" fmla="*/ 52085 h 353282"/>
                  <a:gd name="connsiteX36" fmla="*/ 52954 w 353091"/>
                  <a:gd name="connsiteY36" fmla="*/ 52085 h 353282"/>
                  <a:gd name="connsiteX37" fmla="*/ 52792 w 353091"/>
                  <a:gd name="connsiteY37" fmla="*/ 83070 h 353282"/>
                  <a:gd name="connsiteX38" fmla="*/ 52954 w 353091"/>
                  <a:gd name="connsiteY38" fmla="*/ 83232 h 353282"/>
                  <a:gd name="connsiteX39" fmla="*/ 66384 w 353091"/>
                  <a:gd name="connsiteY39" fmla="*/ 96757 h 353282"/>
                  <a:gd name="connsiteX40" fmla="*/ 42382 w 353091"/>
                  <a:gd name="connsiteY40" fmla="*/ 155050 h 353282"/>
                  <a:gd name="connsiteX41" fmla="*/ 23332 w 353091"/>
                  <a:gd name="connsiteY41" fmla="*/ 155050 h 353282"/>
                  <a:gd name="connsiteX42" fmla="*/ 1329 w 353091"/>
                  <a:gd name="connsiteY42" fmla="*/ 176862 h 353282"/>
                  <a:gd name="connsiteX43" fmla="*/ 1329 w 353091"/>
                  <a:gd name="connsiteY43" fmla="*/ 177053 h 353282"/>
                  <a:gd name="connsiteX44" fmla="*/ 23141 w 353091"/>
                  <a:gd name="connsiteY44" fmla="*/ 199056 h 353282"/>
                  <a:gd name="connsiteX45" fmla="*/ 23332 w 353091"/>
                  <a:gd name="connsiteY45" fmla="*/ 199056 h 353282"/>
                  <a:gd name="connsiteX46" fmla="*/ 177827 w 353091"/>
                  <a:gd name="connsiteY46" fmla="*/ 83327 h 353282"/>
                  <a:gd name="connsiteX47" fmla="*/ 271553 w 353091"/>
                  <a:gd name="connsiteY47" fmla="*/ 177053 h 353282"/>
                  <a:gd name="connsiteX48" fmla="*/ 177827 w 353091"/>
                  <a:gd name="connsiteY48" fmla="*/ 270779 h 353282"/>
                  <a:gd name="connsiteX49" fmla="*/ 84196 w 353091"/>
                  <a:gd name="connsiteY49" fmla="*/ 177053 h 353282"/>
                  <a:gd name="connsiteX50" fmla="*/ 177827 w 353091"/>
                  <a:gd name="connsiteY50" fmla="*/ 83327 h 3532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</a:cxnLst>
                <a:rect l="l" t="t" r="r" b="b"/>
                <a:pathLst>
                  <a:path w="353091" h="353282">
                    <a:moveTo>
                      <a:pt x="42382" y="199056"/>
                    </a:moveTo>
                    <a:cubicBezTo>
                      <a:pt x="45724" y="220096"/>
                      <a:pt x="53945" y="240061"/>
                      <a:pt x="66384" y="257349"/>
                    </a:cubicBezTo>
                    <a:lnTo>
                      <a:pt x="52954" y="270779"/>
                    </a:lnTo>
                    <a:cubicBezTo>
                      <a:pt x="44353" y="279285"/>
                      <a:pt x="44277" y="293163"/>
                      <a:pt x="52792" y="301764"/>
                    </a:cubicBezTo>
                    <a:cubicBezTo>
                      <a:pt x="52840" y="301811"/>
                      <a:pt x="52897" y="301868"/>
                      <a:pt x="52954" y="301926"/>
                    </a:cubicBezTo>
                    <a:cubicBezTo>
                      <a:pt x="57040" y="306098"/>
                      <a:pt x="62641" y="308441"/>
                      <a:pt x="68480" y="308403"/>
                    </a:cubicBezTo>
                    <a:cubicBezTo>
                      <a:pt x="74347" y="308441"/>
                      <a:pt x="79986" y="306107"/>
                      <a:pt x="84101" y="301926"/>
                    </a:cubicBezTo>
                    <a:lnTo>
                      <a:pt x="97531" y="288495"/>
                    </a:lnTo>
                    <a:cubicBezTo>
                      <a:pt x="114819" y="300964"/>
                      <a:pt x="134783" y="309222"/>
                      <a:pt x="155824" y="312594"/>
                    </a:cubicBezTo>
                    <a:lnTo>
                      <a:pt x="155824" y="331644"/>
                    </a:lnTo>
                    <a:cubicBezTo>
                      <a:pt x="155824" y="343807"/>
                      <a:pt x="165664" y="353685"/>
                      <a:pt x="177827" y="353741"/>
                    </a:cubicBezTo>
                    <a:cubicBezTo>
                      <a:pt x="190028" y="353741"/>
                      <a:pt x="199925" y="343845"/>
                      <a:pt x="199925" y="331644"/>
                    </a:cubicBezTo>
                    <a:lnTo>
                      <a:pt x="199925" y="312594"/>
                    </a:lnTo>
                    <a:cubicBezTo>
                      <a:pt x="220937" y="309203"/>
                      <a:pt x="240863" y="300954"/>
                      <a:pt x="258122" y="288495"/>
                    </a:cubicBezTo>
                    <a:lnTo>
                      <a:pt x="271648" y="301926"/>
                    </a:lnTo>
                    <a:cubicBezTo>
                      <a:pt x="275734" y="306098"/>
                      <a:pt x="281335" y="308441"/>
                      <a:pt x="287174" y="308403"/>
                    </a:cubicBezTo>
                    <a:cubicBezTo>
                      <a:pt x="293041" y="308422"/>
                      <a:pt x="298661" y="306088"/>
                      <a:pt x="302795" y="301926"/>
                    </a:cubicBezTo>
                    <a:cubicBezTo>
                      <a:pt x="311358" y="293305"/>
                      <a:pt x="311358" y="279399"/>
                      <a:pt x="302795" y="270779"/>
                    </a:cubicBezTo>
                    <a:lnTo>
                      <a:pt x="289269" y="257349"/>
                    </a:lnTo>
                    <a:cubicBezTo>
                      <a:pt x="301738" y="240061"/>
                      <a:pt x="309996" y="220096"/>
                      <a:pt x="313367" y="199056"/>
                    </a:cubicBezTo>
                    <a:lnTo>
                      <a:pt x="332417" y="199056"/>
                    </a:lnTo>
                    <a:cubicBezTo>
                      <a:pt x="344571" y="199056"/>
                      <a:pt x="354420" y="189207"/>
                      <a:pt x="354420" y="177053"/>
                    </a:cubicBezTo>
                    <a:cubicBezTo>
                      <a:pt x="354420" y="164899"/>
                      <a:pt x="344571" y="155050"/>
                      <a:pt x="332417" y="155050"/>
                    </a:cubicBezTo>
                    <a:lnTo>
                      <a:pt x="313367" y="155050"/>
                    </a:lnTo>
                    <a:cubicBezTo>
                      <a:pt x="309996" y="134009"/>
                      <a:pt x="301738" y="114045"/>
                      <a:pt x="289269" y="96757"/>
                    </a:cubicBezTo>
                    <a:lnTo>
                      <a:pt x="302795" y="83232"/>
                    </a:lnTo>
                    <a:cubicBezTo>
                      <a:pt x="311358" y="74611"/>
                      <a:pt x="311358" y="60705"/>
                      <a:pt x="302795" y="52085"/>
                    </a:cubicBezTo>
                    <a:cubicBezTo>
                      <a:pt x="294175" y="43522"/>
                      <a:pt x="280268" y="43522"/>
                      <a:pt x="271648" y="52085"/>
                    </a:cubicBezTo>
                    <a:lnTo>
                      <a:pt x="258122" y="65610"/>
                    </a:lnTo>
                    <a:cubicBezTo>
                      <a:pt x="240863" y="53152"/>
                      <a:pt x="220937" y="44903"/>
                      <a:pt x="199925" y="41512"/>
                    </a:cubicBezTo>
                    <a:lnTo>
                      <a:pt x="199925" y="22462"/>
                    </a:lnTo>
                    <a:cubicBezTo>
                      <a:pt x="199877" y="10299"/>
                      <a:pt x="189990" y="459"/>
                      <a:pt x="177827" y="459"/>
                    </a:cubicBezTo>
                    <a:cubicBezTo>
                      <a:pt x="165692" y="507"/>
                      <a:pt x="155872" y="10327"/>
                      <a:pt x="155824" y="22462"/>
                    </a:cubicBezTo>
                    <a:lnTo>
                      <a:pt x="155824" y="41512"/>
                    </a:lnTo>
                    <a:cubicBezTo>
                      <a:pt x="134783" y="44903"/>
                      <a:pt x="114828" y="53152"/>
                      <a:pt x="97531" y="65610"/>
                    </a:cubicBezTo>
                    <a:lnTo>
                      <a:pt x="84101" y="52085"/>
                    </a:lnTo>
                    <a:cubicBezTo>
                      <a:pt x="75481" y="43522"/>
                      <a:pt x="61574" y="43522"/>
                      <a:pt x="52954" y="52085"/>
                    </a:cubicBezTo>
                    <a:cubicBezTo>
                      <a:pt x="44353" y="60591"/>
                      <a:pt x="44277" y="74469"/>
                      <a:pt x="52792" y="83070"/>
                    </a:cubicBezTo>
                    <a:cubicBezTo>
                      <a:pt x="52840" y="83117"/>
                      <a:pt x="52897" y="83175"/>
                      <a:pt x="52954" y="83232"/>
                    </a:cubicBezTo>
                    <a:lnTo>
                      <a:pt x="66384" y="96757"/>
                    </a:lnTo>
                    <a:cubicBezTo>
                      <a:pt x="53945" y="114045"/>
                      <a:pt x="45724" y="134009"/>
                      <a:pt x="42382" y="155050"/>
                    </a:cubicBezTo>
                    <a:lnTo>
                      <a:pt x="23332" y="155050"/>
                    </a:lnTo>
                    <a:cubicBezTo>
                      <a:pt x="11235" y="154993"/>
                      <a:pt x="1386" y="164766"/>
                      <a:pt x="1329" y="176862"/>
                    </a:cubicBezTo>
                    <a:cubicBezTo>
                      <a:pt x="1329" y="176929"/>
                      <a:pt x="1329" y="176986"/>
                      <a:pt x="1329" y="177053"/>
                    </a:cubicBezTo>
                    <a:cubicBezTo>
                      <a:pt x="1271" y="189149"/>
                      <a:pt x="11044" y="198999"/>
                      <a:pt x="23141" y="199056"/>
                    </a:cubicBezTo>
                    <a:cubicBezTo>
                      <a:pt x="23208" y="199056"/>
                      <a:pt x="23265" y="199056"/>
                      <a:pt x="23332" y="199056"/>
                    </a:cubicBezTo>
                    <a:close/>
                    <a:moveTo>
                      <a:pt x="177827" y="83327"/>
                    </a:moveTo>
                    <a:cubicBezTo>
                      <a:pt x="229567" y="83384"/>
                      <a:pt x="271495" y="125313"/>
                      <a:pt x="271553" y="177053"/>
                    </a:cubicBezTo>
                    <a:cubicBezTo>
                      <a:pt x="271505" y="228793"/>
                      <a:pt x="229567" y="270722"/>
                      <a:pt x="177827" y="270779"/>
                    </a:cubicBezTo>
                    <a:cubicBezTo>
                      <a:pt x="126125" y="270674"/>
                      <a:pt x="84243" y="228755"/>
                      <a:pt x="84196" y="177053"/>
                    </a:cubicBezTo>
                    <a:cubicBezTo>
                      <a:pt x="84243" y="125351"/>
                      <a:pt x="126125" y="83432"/>
                      <a:pt x="177827" y="83327"/>
                    </a:cubicBezTo>
                    <a:close/>
                  </a:path>
                </a:pathLst>
              </a:custGeom>
              <a:solidFill>
                <a:srgbClr val="35353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1B0C1DE5-0A53-68BD-E7D1-B1E671266197}"/>
              </a:ext>
            </a:extLst>
          </p:cNvPr>
          <p:cNvGrpSpPr/>
          <p:nvPr/>
        </p:nvGrpSpPr>
        <p:grpSpPr>
          <a:xfrm>
            <a:off x="5194702" y="6117975"/>
            <a:ext cx="617712" cy="545487"/>
            <a:chOff x="7640954" y="8860465"/>
            <a:chExt cx="705135" cy="517684"/>
          </a:xfrm>
        </p:grpSpPr>
        <p:sp>
          <p:nvSpPr>
            <p:cNvPr id="130" name="Freeform: Shape 48">
              <a:extLst>
                <a:ext uri="{FF2B5EF4-FFF2-40B4-BE49-F238E27FC236}">
                  <a16:creationId xmlns:a16="http://schemas.microsoft.com/office/drawing/2014/main" id="{9986CC7F-BCB5-9CD5-CA09-A6B6E49C0673}"/>
                </a:ext>
              </a:extLst>
            </p:cNvPr>
            <p:cNvSpPr/>
            <p:nvPr/>
          </p:nvSpPr>
          <p:spPr>
            <a:xfrm>
              <a:off x="7711916" y="8934570"/>
              <a:ext cx="563784" cy="369379"/>
            </a:xfrm>
            <a:custGeom>
              <a:avLst/>
              <a:gdLst>
                <a:gd name="connsiteX0" fmla="*/ 543015 w 563784"/>
                <a:gd name="connsiteY0" fmla="*/ 369839 h 369379"/>
                <a:gd name="connsiteX1" fmla="*/ 521013 w 563784"/>
                <a:gd name="connsiteY1" fmla="*/ 347836 h 369379"/>
                <a:gd name="connsiteX2" fmla="*/ 521013 w 563784"/>
                <a:gd name="connsiteY2" fmla="*/ 44560 h 369379"/>
                <a:gd name="connsiteX3" fmla="*/ 23331 w 563784"/>
                <a:gd name="connsiteY3" fmla="*/ 44560 h 369379"/>
                <a:gd name="connsiteX4" fmla="*/ 1329 w 563784"/>
                <a:gd name="connsiteY4" fmla="*/ 22557 h 369379"/>
                <a:gd name="connsiteX5" fmla="*/ 23236 w 563784"/>
                <a:gd name="connsiteY5" fmla="*/ 459 h 369379"/>
                <a:gd name="connsiteX6" fmla="*/ 23331 w 563784"/>
                <a:gd name="connsiteY6" fmla="*/ 459 h 369379"/>
                <a:gd name="connsiteX7" fmla="*/ 543015 w 563784"/>
                <a:gd name="connsiteY7" fmla="*/ 459 h 369379"/>
                <a:gd name="connsiteX8" fmla="*/ 565113 w 563784"/>
                <a:gd name="connsiteY8" fmla="*/ 22557 h 369379"/>
                <a:gd name="connsiteX9" fmla="*/ 565113 w 563784"/>
                <a:gd name="connsiteY9" fmla="*/ 347836 h 369379"/>
                <a:gd name="connsiteX10" fmla="*/ 543015 w 563784"/>
                <a:gd name="connsiteY10" fmla="*/ 369839 h 369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63784" h="369379">
                  <a:moveTo>
                    <a:pt x="543015" y="369839"/>
                  </a:moveTo>
                  <a:cubicBezTo>
                    <a:pt x="530890" y="369791"/>
                    <a:pt x="521060" y="359961"/>
                    <a:pt x="521013" y="347836"/>
                  </a:cubicBezTo>
                  <a:lnTo>
                    <a:pt x="521013" y="44560"/>
                  </a:lnTo>
                  <a:lnTo>
                    <a:pt x="23331" y="44560"/>
                  </a:lnTo>
                  <a:cubicBezTo>
                    <a:pt x="11178" y="44560"/>
                    <a:pt x="1329" y="34711"/>
                    <a:pt x="1329" y="22557"/>
                  </a:cubicBezTo>
                  <a:cubicBezTo>
                    <a:pt x="1281" y="10403"/>
                    <a:pt x="11082" y="517"/>
                    <a:pt x="23236" y="459"/>
                  </a:cubicBezTo>
                  <a:cubicBezTo>
                    <a:pt x="23265" y="459"/>
                    <a:pt x="23303" y="459"/>
                    <a:pt x="23331" y="459"/>
                  </a:cubicBezTo>
                  <a:lnTo>
                    <a:pt x="543015" y="459"/>
                  </a:lnTo>
                  <a:cubicBezTo>
                    <a:pt x="555217" y="459"/>
                    <a:pt x="565113" y="10356"/>
                    <a:pt x="565113" y="22557"/>
                  </a:cubicBezTo>
                  <a:lnTo>
                    <a:pt x="565113" y="347836"/>
                  </a:lnTo>
                  <a:cubicBezTo>
                    <a:pt x="565066" y="359999"/>
                    <a:pt x="555179" y="369839"/>
                    <a:pt x="543015" y="369839"/>
                  </a:cubicBez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49">
              <a:extLst>
                <a:ext uri="{FF2B5EF4-FFF2-40B4-BE49-F238E27FC236}">
                  <a16:creationId xmlns:a16="http://schemas.microsoft.com/office/drawing/2014/main" id="{3B27E28D-3D89-71E8-298B-25CC771F71F0}"/>
                </a:ext>
              </a:extLst>
            </p:cNvPr>
            <p:cNvSpPr/>
            <p:nvPr/>
          </p:nvSpPr>
          <p:spPr>
            <a:xfrm>
              <a:off x="7782400" y="8860465"/>
              <a:ext cx="563689" cy="369284"/>
            </a:xfrm>
            <a:custGeom>
              <a:avLst/>
              <a:gdLst>
                <a:gd name="connsiteX0" fmla="*/ 543016 w 563689"/>
                <a:gd name="connsiteY0" fmla="*/ 369744 h 369284"/>
                <a:gd name="connsiteX1" fmla="*/ 521013 w 563689"/>
                <a:gd name="connsiteY1" fmla="*/ 347741 h 369284"/>
                <a:gd name="connsiteX2" fmla="*/ 521013 w 563689"/>
                <a:gd name="connsiteY2" fmla="*/ 44465 h 369284"/>
                <a:gd name="connsiteX3" fmla="*/ 23331 w 563689"/>
                <a:gd name="connsiteY3" fmla="*/ 44465 h 369284"/>
                <a:gd name="connsiteX4" fmla="*/ 1329 w 563689"/>
                <a:gd name="connsiteY4" fmla="*/ 22653 h 369284"/>
                <a:gd name="connsiteX5" fmla="*/ 1329 w 563689"/>
                <a:gd name="connsiteY5" fmla="*/ 22462 h 369284"/>
                <a:gd name="connsiteX6" fmla="*/ 23141 w 563689"/>
                <a:gd name="connsiteY6" fmla="*/ 460 h 369284"/>
                <a:gd name="connsiteX7" fmla="*/ 23331 w 563689"/>
                <a:gd name="connsiteY7" fmla="*/ 460 h 369284"/>
                <a:gd name="connsiteX8" fmla="*/ 543016 w 563689"/>
                <a:gd name="connsiteY8" fmla="*/ 460 h 369284"/>
                <a:gd name="connsiteX9" fmla="*/ 565018 w 563689"/>
                <a:gd name="connsiteY9" fmla="*/ 22272 h 369284"/>
                <a:gd name="connsiteX10" fmla="*/ 565018 w 563689"/>
                <a:gd name="connsiteY10" fmla="*/ 22462 h 369284"/>
                <a:gd name="connsiteX11" fmla="*/ 565018 w 563689"/>
                <a:gd name="connsiteY11" fmla="*/ 347741 h 369284"/>
                <a:gd name="connsiteX12" fmla="*/ 543206 w 563689"/>
                <a:gd name="connsiteY12" fmla="*/ 369744 h 369284"/>
                <a:gd name="connsiteX13" fmla="*/ 543016 w 563689"/>
                <a:gd name="connsiteY13" fmla="*/ 369744 h 369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63689" h="369284">
                  <a:moveTo>
                    <a:pt x="543016" y="369744"/>
                  </a:moveTo>
                  <a:cubicBezTo>
                    <a:pt x="530862" y="369744"/>
                    <a:pt x="521013" y="359895"/>
                    <a:pt x="521013" y="347741"/>
                  </a:cubicBezTo>
                  <a:lnTo>
                    <a:pt x="521013" y="44465"/>
                  </a:lnTo>
                  <a:lnTo>
                    <a:pt x="23331" y="44465"/>
                  </a:lnTo>
                  <a:cubicBezTo>
                    <a:pt x="11235" y="44522"/>
                    <a:pt x="1386" y="34750"/>
                    <a:pt x="1329" y="22653"/>
                  </a:cubicBezTo>
                  <a:cubicBezTo>
                    <a:pt x="1329" y="22586"/>
                    <a:pt x="1329" y="22529"/>
                    <a:pt x="1329" y="22462"/>
                  </a:cubicBezTo>
                  <a:cubicBezTo>
                    <a:pt x="1272" y="10366"/>
                    <a:pt x="11044" y="517"/>
                    <a:pt x="23141" y="460"/>
                  </a:cubicBezTo>
                  <a:cubicBezTo>
                    <a:pt x="23208" y="460"/>
                    <a:pt x="23265" y="460"/>
                    <a:pt x="23331" y="460"/>
                  </a:cubicBezTo>
                  <a:lnTo>
                    <a:pt x="543016" y="460"/>
                  </a:lnTo>
                  <a:cubicBezTo>
                    <a:pt x="555112" y="402"/>
                    <a:pt x="564961" y="10175"/>
                    <a:pt x="565018" y="22272"/>
                  </a:cubicBezTo>
                  <a:cubicBezTo>
                    <a:pt x="565018" y="22338"/>
                    <a:pt x="565018" y="22396"/>
                    <a:pt x="565018" y="22462"/>
                  </a:cubicBezTo>
                  <a:lnTo>
                    <a:pt x="565018" y="347741"/>
                  </a:lnTo>
                  <a:cubicBezTo>
                    <a:pt x="565075" y="359838"/>
                    <a:pt x="555303" y="369687"/>
                    <a:pt x="543206" y="369744"/>
                  </a:cubicBezTo>
                  <a:cubicBezTo>
                    <a:pt x="543139" y="369744"/>
                    <a:pt x="543082" y="369744"/>
                    <a:pt x="543016" y="369744"/>
                  </a:cubicBez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50">
              <a:extLst>
                <a:ext uri="{FF2B5EF4-FFF2-40B4-BE49-F238E27FC236}">
                  <a16:creationId xmlns:a16="http://schemas.microsoft.com/office/drawing/2014/main" id="{B26C62F3-AD25-469A-7969-226C0971DC51}"/>
                </a:ext>
              </a:extLst>
            </p:cNvPr>
            <p:cNvSpPr/>
            <p:nvPr/>
          </p:nvSpPr>
          <p:spPr>
            <a:xfrm>
              <a:off x="7640954" y="9008865"/>
              <a:ext cx="563880" cy="369284"/>
            </a:xfrm>
            <a:custGeom>
              <a:avLst/>
              <a:gdLst>
                <a:gd name="connsiteX0" fmla="*/ 543492 w 563880"/>
                <a:gd name="connsiteY0" fmla="*/ 460 h 369284"/>
                <a:gd name="connsiteX1" fmla="*/ 23427 w 563880"/>
                <a:gd name="connsiteY1" fmla="*/ 460 h 369284"/>
                <a:gd name="connsiteX2" fmla="*/ 1329 w 563880"/>
                <a:gd name="connsiteY2" fmla="*/ 22367 h 369284"/>
                <a:gd name="connsiteX3" fmla="*/ 1329 w 563880"/>
                <a:gd name="connsiteY3" fmla="*/ 22462 h 369284"/>
                <a:gd name="connsiteX4" fmla="*/ 1329 w 563880"/>
                <a:gd name="connsiteY4" fmla="*/ 347646 h 369284"/>
                <a:gd name="connsiteX5" fmla="*/ 23427 w 563880"/>
                <a:gd name="connsiteY5" fmla="*/ 369744 h 369284"/>
                <a:gd name="connsiteX6" fmla="*/ 543206 w 563880"/>
                <a:gd name="connsiteY6" fmla="*/ 369744 h 369284"/>
                <a:gd name="connsiteX7" fmla="*/ 565209 w 563880"/>
                <a:gd name="connsiteY7" fmla="*/ 347741 h 369284"/>
                <a:gd name="connsiteX8" fmla="*/ 565209 w 563880"/>
                <a:gd name="connsiteY8" fmla="*/ 347646 h 369284"/>
                <a:gd name="connsiteX9" fmla="*/ 565209 w 563880"/>
                <a:gd name="connsiteY9" fmla="*/ 22557 h 369284"/>
                <a:gd name="connsiteX10" fmla="*/ 543492 w 563880"/>
                <a:gd name="connsiteY10" fmla="*/ 460 h 369284"/>
                <a:gd name="connsiteX11" fmla="*/ 543492 w 563880"/>
                <a:gd name="connsiteY11" fmla="*/ 460 h 369284"/>
                <a:gd name="connsiteX12" fmla="*/ 45715 w 563880"/>
                <a:gd name="connsiteY12" fmla="*/ 44465 h 369284"/>
                <a:gd name="connsiteX13" fmla="*/ 123534 w 563880"/>
                <a:gd name="connsiteY13" fmla="*/ 44465 h 369284"/>
                <a:gd name="connsiteX14" fmla="*/ 45715 w 563880"/>
                <a:gd name="connsiteY14" fmla="*/ 122284 h 369284"/>
                <a:gd name="connsiteX15" fmla="*/ 45715 w 563880"/>
                <a:gd name="connsiteY15" fmla="*/ 325548 h 369284"/>
                <a:gd name="connsiteX16" fmla="*/ 45715 w 563880"/>
                <a:gd name="connsiteY16" fmla="*/ 247728 h 369284"/>
                <a:gd name="connsiteX17" fmla="*/ 123534 w 563880"/>
                <a:gd name="connsiteY17" fmla="*/ 325548 h 369284"/>
                <a:gd name="connsiteX18" fmla="*/ 521489 w 563880"/>
                <a:gd name="connsiteY18" fmla="*/ 325548 h 369284"/>
                <a:gd name="connsiteX19" fmla="*/ 443384 w 563880"/>
                <a:gd name="connsiteY19" fmla="*/ 325548 h 369284"/>
                <a:gd name="connsiteX20" fmla="*/ 521489 w 563880"/>
                <a:gd name="connsiteY20" fmla="*/ 247728 h 369284"/>
                <a:gd name="connsiteX21" fmla="*/ 521489 w 563880"/>
                <a:gd name="connsiteY21" fmla="*/ 203532 h 369284"/>
                <a:gd name="connsiteX22" fmla="*/ 399188 w 563880"/>
                <a:gd name="connsiteY22" fmla="*/ 325548 h 369284"/>
                <a:gd name="connsiteX23" fmla="*/ 167730 w 563880"/>
                <a:gd name="connsiteY23" fmla="*/ 325548 h 369284"/>
                <a:gd name="connsiteX24" fmla="*/ 45715 w 563880"/>
                <a:gd name="connsiteY24" fmla="*/ 203532 h 369284"/>
                <a:gd name="connsiteX25" fmla="*/ 45715 w 563880"/>
                <a:gd name="connsiteY25" fmla="*/ 166671 h 369284"/>
                <a:gd name="connsiteX26" fmla="*/ 167730 w 563880"/>
                <a:gd name="connsiteY26" fmla="*/ 44656 h 369284"/>
                <a:gd name="connsiteX27" fmla="*/ 399188 w 563880"/>
                <a:gd name="connsiteY27" fmla="*/ 44656 h 369284"/>
                <a:gd name="connsiteX28" fmla="*/ 521489 w 563880"/>
                <a:gd name="connsiteY28" fmla="*/ 166671 h 369284"/>
                <a:gd name="connsiteX29" fmla="*/ 521489 w 563880"/>
                <a:gd name="connsiteY29" fmla="*/ 122284 h 369284"/>
                <a:gd name="connsiteX30" fmla="*/ 443384 w 563880"/>
                <a:gd name="connsiteY30" fmla="*/ 44465 h 369284"/>
                <a:gd name="connsiteX31" fmla="*/ 521489 w 563880"/>
                <a:gd name="connsiteY31" fmla="*/ 44465 h 369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563880" h="369284">
                  <a:moveTo>
                    <a:pt x="543492" y="460"/>
                  </a:moveTo>
                  <a:lnTo>
                    <a:pt x="23427" y="460"/>
                  </a:lnTo>
                  <a:cubicBezTo>
                    <a:pt x="11273" y="402"/>
                    <a:pt x="1385" y="10213"/>
                    <a:pt x="1329" y="22367"/>
                  </a:cubicBezTo>
                  <a:cubicBezTo>
                    <a:pt x="1329" y="22396"/>
                    <a:pt x="1329" y="22434"/>
                    <a:pt x="1329" y="22462"/>
                  </a:cubicBezTo>
                  <a:lnTo>
                    <a:pt x="1329" y="347646"/>
                  </a:lnTo>
                  <a:cubicBezTo>
                    <a:pt x="1329" y="359847"/>
                    <a:pt x="11225" y="369744"/>
                    <a:pt x="23427" y="369744"/>
                  </a:cubicBezTo>
                  <a:lnTo>
                    <a:pt x="543206" y="369744"/>
                  </a:lnTo>
                  <a:cubicBezTo>
                    <a:pt x="555360" y="369744"/>
                    <a:pt x="565209" y="359895"/>
                    <a:pt x="565209" y="347741"/>
                  </a:cubicBezTo>
                  <a:cubicBezTo>
                    <a:pt x="565209" y="347712"/>
                    <a:pt x="565209" y="347674"/>
                    <a:pt x="565209" y="347646"/>
                  </a:cubicBezTo>
                  <a:lnTo>
                    <a:pt x="565209" y="22557"/>
                  </a:lnTo>
                  <a:cubicBezTo>
                    <a:pt x="565313" y="10461"/>
                    <a:pt x="555588" y="564"/>
                    <a:pt x="543492" y="460"/>
                  </a:cubicBezTo>
                  <a:cubicBezTo>
                    <a:pt x="543492" y="460"/>
                    <a:pt x="543492" y="460"/>
                    <a:pt x="543492" y="460"/>
                  </a:cubicBezTo>
                  <a:close/>
                  <a:moveTo>
                    <a:pt x="45715" y="44465"/>
                  </a:moveTo>
                  <a:lnTo>
                    <a:pt x="123534" y="44465"/>
                  </a:lnTo>
                  <a:cubicBezTo>
                    <a:pt x="114857" y="83289"/>
                    <a:pt x="84539" y="113607"/>
                    <a:pt x="45715" y="122284"/>
                  </a:cubicBezTo>
                  <a:close/>
                  <a:moveTo>
                    <a:pt x="45715" y="325548"/>
                  </a:moveTo>
                  <a:lnTo>
                    <a:pt x="45715" y="247728"/>
                  </a:lnTo>
                  <a:cubicBezTo>
                    <a:pt x="84520" y="256444"/>
                    <a:pt x="114819" y="286743"/>
                    <a:pt x="123534" y="325548"/>
                  </a:cubicBezTo>
                  <a:close/>
                  <a:moveTo>
                    <a:pt x="521489" y="325548"/>
                  </a:moveTo>
                  <a:lnTo>
                    <a:pt x="443384" y="325548"/>
                  </a:lnTo>
                  <a:cubicBezTo>
                    <a:pt x="452147" y="286667"/>
                    <a:pt x="482579" y="256349"/>
                    <a:pt x="521489" y="247728"/>
                  </a:cubicBezTo>
                  <a:close/>
                  <a:moveTo>
                    <a:pt x="521489" y="203532"/>
                  </a:moveTo>
                  <a:cubicBezTo>
                    <a:pt x="458443" y="213115"/>
                    <a:pt x="408913" y="262521"/>
                    <a:pt x="399188" y="325548"/>
                  </a:cubicBezTo>
                  <a:lnTo>
                    <a:pt x="167730" y="325548"/>
                  </a:lnTo>
                  <a:cubicBezTo>
                    <a:pt x="158043" y="262607"/>
                    <a:pt x="108656" y="213219"/>
                    <a:pt x="45715" y="203532"/>
                  </a:cubicBezTo>
                  <a:lnTo>
                    <a:pt x="45715" y="166671"/>
                  </a:lnTo>
                  <a:cubicBezTo>
                    <a:pt x="108666" y="157012"/>
                    <a:pt x="158072" y="107606"/>
                    <a:pt x="167730" y="44656"/>
                  </a:cubicBezTo>
                  <a:lnTo>
                    <a:pt x="399188" y="44656"/>
                  </a:lnTo>
                  <a:cubicBezTo>
                    <a:pt x="408913" y="107682"/>
                    <a:pt x="458443" y="157089"/>
                    <a:pt x="521489" y="166671"/>
                  </a:cubicBezTo>
                  <a:close/>
                  <a:moveTo>
                    <a:pt x="521489" y="122284"/>
                  </a:moveTo>
                  <a:cubicBezTo>
                    <a:pt x="482541" y="113731"/>
                    <a:pt x="452080" y="83384"/>
                    <a:pt x="443384" y="44465"/>
                  </a:cubicBezTo>
                  <a:lnTo>
                    <a:pt x="521489" y="44465"/>
                  </a:ln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51">
              <a:extLst>
                <a:ext uri="{FF2B5EF4-FFF2-40B4-BE49-F238E27FC236}">
                  <a16:creationId xmlns:a16="http://schemas.microsoft.com/office/drawing/2014/main" id="{84FAE7B0-DDB3-907B-CB7E-F1C85708A152}"/>
                </a:ext>
              </a:extLst>
            </p:cNvPr>
            <p:cNvSpPr/>
            <p:nvPr/>
          </p:nvSpPr>
          <p:spPr>
            <a:xfrm>
              <a:off x="7803451" y="9073635"/>
              <a:ext cx="239553" cy="239553"/>
            </a:xfrm>
            <a:custGeom>
              <a:avLst/>
              <a:gdLst>
                <a:gd name="connsiteX0" fmla="*/ 121058 w 239553"/>
                <a:gd name="connsiteY0" fmla="*/ 240013 h 239553"/>
                <a:gd name="connsiteX1" fmla="*/ 1329 w 239553"/>
                <a:gd name="connsiteY1" fmla="*/ 120284 h 239553"/>
                <a:gd name="connsiteX2" fmla="*/ 121058 w 239553"/>
                <a:gd name="connsiteY2" fmla="*/ 459 h 239553"/>
                <a:gd name="connsiteX3" fmla="*/ 240883 w 239553"/>
                <a:gd name="connsiteY3" fmla="*/ 120284 h 239553"/>
                <a:gd name="connsiteX4" fmla="*/ 121058 w 239553"/>
                <a:gd name="connsiteY4" fmla="*/ 240013 h 239553"/>
                <a:gd name="connsiteX5" fmla="*/ 121058 w 239553"/>
                <a:gd name="connsiteY5" fmla="*/ 44560 h 239553"/>
                <a:gd name="connsiteX6" fmla="*/ 45334 w 239553"/>
                <a:gd name="connsiteY6" fmla="*/ 120760 h 239553"/>
                <a:gd name="connsiteX7" fmla="*/ 121058 w 239553"/>
                <a:gd name="connsiteY7" fmla="*/ 196484 h 239553"/>
                <a:gd name="connsiteX8" fmla="*/ 196782 w 239553"/>
                <a:gd name="connsiteY8" fmla="*/ 120760 h 239553"/>
                <a:gd name="connsiteX9" fmla="*/ 121058 w 239553"/>
                <a:gd name="connsiteY9" fmla="*/ 44750 h 239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9553" h="239553">
                  <a:moveTo>
                    <a:pt x="121058" y="240013"/>
                  </a:moveTo>
                  <a:cubicBezTo>
                    <a:pt x="54974" y="239908"/>
                    <a:pt x="1433" y="186368"/>
                    <a:pt x="1329" y="120284"/>
                  </a:cubicBezTo>
                  <a:cubicBezTo>
                    <a:pt x="1376" y="54161"/>
                    <a:pt x="54935" y="564"/>
                    <a:pt x="121058" y="459"/>
                  </a:cubicBezTo>
                  <a:cubicBezTo>
                    <a:pt x="187209" y="507"/>
                    <a:pt x="240825" y="54133"/>
                    <a:pt x="240883" y="120284"/>
                  </a:cubicBezTo>
                  <a:cubicBezTo>
                    <a:pt x="240778" y="186406"/>
                    <a:pt x="187181" y="239956"/>
                    <a:pt x="121058" y="240013"/>
                  </a:cubicBezTo>
                  <a:close/>
                  <a:moveTo>
                    <a:pt x="121058" y="44560"/>
                  </a:moveTo>
                  <a:cubicBezTo>
                    <a:pt x="79157" y="44817"/>
                    <a:pt x="45334" y="78859"/>
                    <a:pt x="45334" y="120760"/>
                  </a:cubicBezTo>
                  <a:cubicBezTo>
                    <a:pt x="45591" y="162470"/>
                    <a:pt x="79348" y="196227"/>
                    <a:pt x="121058" y="196484"/>
                  </a:cubicBezTo>
                  <a:cubicBezTo>
                    <a:pt x="162768" y="196227"/>
                    <a:pt x="196524" y="162470"/>
                    <a:pt x="196782" y="120760"/>
                  </a:cubicBezTo>
                  <a:cubicBezTo>
                    <a:pt x="196677" y="78936"/>
                    <a:pt x="162882" y="45008"/>
                    <a:pt x="121058" y="44750"/>
                  </a:cubicBez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52">
              <a:extLst>
                <a:ext uri="{FF2B5EF4-FFF2-40B4-BE49-F238E27FC236}">
                  <a16:creationId xmlns:a16="http://schemas.microsoft.com/office/drawing/2014/main" id="{A9C79F3F-6EC4-7598-CE0A-1391181E803F}"/>
                </a:ext>
              </a:extLst>
            </p:cNvPr>
            <p:cNvSpPr/>
            <p:nvPr/>
          </p:nvSpPr>
          <p:spPr>
            <a:xfrm>
              <a:off x="7889176" y="9137833"/>
              <a:ext cx="68108" cy="111918"/>
            </a:xfrm>
            <a:custGeom>
              <a:avLst/>
              <a:gdLst>
                <a:gd name="connsiteX0" fmla="*/ 26094 w 68108"/>
                <a:gd name="connsiteY0" fmla="*/ 112092 h 111918"/>
                <a:gd name="connsiteX1" fmla="*/ 26094 w 68108"/>
                <a:gd name="connsiteY1" fmla="*/ 100377 h 111918"/>
                <a:gd name="connsiteX2" fmla="*/ 1329 w 68108"/>
                <a:gd name="connsiteY2" fmla="*/ 74659 h 111918"/>
                <a:gd name="connsiteX3" fmla="*/ 1329 w 68108"/>
                <a:gd name="connsiteY3" fmla="*/ 71706 h 111918"/>
                <a:gd name="connsiteX4" fmla="*/ 22855 w 68108"/>
                <a:gd name="connsiteY4" fmla="*/ 71706 h 111918"/>
                <a:gd name="connsiteX5" fmla="*/ 23331 w 68108"/>
                <a:gd name="connsiteY5" fmla="*/ 73897 h 111918"/>
                <a:gd name="connsiteX6" fmla="*/ 36476 w 68108"/>
                <a:gd name="connsiteY6" fmla="*/ 84089 h 111918"/>
                <a:gd name="connsiteX7" fmla="*/ 48192 w 68108"/>
                <a:gd name="connsiteY7" fmla="*/ 75516 h 111918"/>
                <a:gd name="connsiteX8" fmla="*/ 33523 w 68108"/>
                <a:gd name="connsiteY8" fmla="*/ 63705 h 111918"/>
                <a:gd name="connsiteX9" fmla="*/ 3615 w 68108"/>
                <a:gd name="connsiteY9" fmla="*/ 35130 h 111918"/>
                <a:gd name="connsiteX10" fmla="*/ 25712 w 68108"/>
                <a:gd name="connsiteY10" fmla="*/ 9984 h 111918"/>
                <a:gd name="connsiteX11" fmla="*/ 25712 w 68108"/>
                <a:gd name="connsiteY11" fmla="*/ 459 h 111918"/>
                <a:gd name="connsiteX12" fmla="*/ 44762 w 68108"/>
                <a:gd name="connsiteY12" fmla="*/ 459 h 111918"/>
                <a:gd name="connsiteX13" fmla="*/ 44762 w 68108"/>
                <a:gd name="connsiteY13" fmla="*/ 9984 h 111918"/>
                <a:gd name="connsiteX14" fmla="*/ 67718 w 68108"/>
                <a:gd name="connsiteY14" fmla="*/ 33606 h 111918"/>
                <a:gd name="connsiteX15" fmla="*/ 67718 w 68108"/>
                <a:gd name="connsiteY15" fmla="*/ 36654 h 111918"/>
                <a:gd name="connsiteX16" fmla="*/ 46287 w 68108"/>
                <a:gd name="connsiteY16" fmla="*/ 36654 h 111918"/>
                <a:gd name="connsiteX17" fmla="*/ 45810 w 68108"/>
                <a:gd name="connsiteY17" fmla="*/ 34559 h 111918"/>
                <a:gd name="connsiteX18" fmla="*/ 34380 w 68108"/>
                <a:gd name="connsiteY18" fmla="*/ 26272 h 111918"/>
                <a:gd name="connsiteX19" fmla="*/ 24855 w 68108"/>
                <a:gd name="connsiteY19" fmla="*/ 33511 h 111918"/>
                <a:gd name="connsiteX20" fmla="*/ 40381 w 68108"/>
                <a:gd name="connsiteY20" fmla="*/ 44179 h 111918"/>
                <a:gd name="connsiteX21" fmla="*/ 69433 w 68108"/>
                <a:gd name="connsiteY21" fmla="*/ 73992 h 111918"/>
                <a:gd name="connsiteX22" fmla="*/ 45239 w 68108"/>
                <a:gd name="connsiteY22" fmla="*/ 100758 h 111918"/>
                <a:gd name="connsiteX23" fmla="*/ 45239 w 68108"/>
                <a:gd name="connsiteY23" fmla="*/ 112378 h 111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8108" h="111918">
                  <a:moveTo>
                    <a:pt x="26094" y="112092"/>
                  </a:moveTo>
                  <a:lnTo>
                    <a:pt x="26094" y="100377"/>
                  </a:lnTo>
                  <a:cubicBezTo>
                    <a:pt x="12844" y="98653"/>
                    <a:pt x="2557" y="87965"/>
                    <a:pt x="1329" y="74659"/>
                  </a:cubicBezTo>
                  <a:lnTo>
                    <a:pt x="1329" y="71706"/>
                  </a:lnTo>
                  <a:lnTo>
                    <a:pt x="22855" y="71706"/>
                  </a:lnTo>
                  <a:lnTo>
                    <a:pt x="23331" y="73897"/>
                  </a:lnTo>
                  <a:cubicBezTo>
                    <a:pt x="24436" y="80174"/>
                    <a:pt x="30123" y="84575"/>
                    <a:pt x="36476" y="84089"/>
                  </a:cubicBezTo>
                  <a:cubicBezTo>
                    <a:pt x="44286" y="84089"/>
                    <a:pt x="48192" y="81231"/>
                    <a:pt x="48192" y="75516"/>
                  </a:cubicBezTo>
                  <a:cubicBezTo>
                    <a:pt x="48192" y="71040"/>
                    <a:pt x="47144" y="67611"/>
                    <a:pt x="33523" y="63705"/>
                  </a:cubicBezTo>
                  <a:cubicBezTo>
                    <a:pt x="11996" y="57514"/>
                    <a:pt x="3615" y="49418"/>
                    <a:pt x="3615" y="35130"/>
                  </a:cubicBezTo>
                  <a:cubicBezTo>
                    <a:pt x="3767" y="22443"/>
                    <a:pt x="13149" y="11765"/>
                    <a:pt x="25712" y="9984"/>
                  </a:cubicBezTo>
                  <a:lnTo>
                    <a:pt x="25712" y="459"/>
                  </a:lnTo>
                  <a:lnTo>
                    <a:pt x="44762" y="459"/>
                  </a:lnTo>
                  <a:lnTo>
                    <a:pt x="44762" y="9984"/>
                  </a:lnTo>
                  <a:cubicBezTo>
                    <a:pt x="57031" y="11461"/>
                    <a:pt x="66594" y="21300"/>
                    <a:pt x="67718" y="33606"/>
                  </a:cubicBezTo>
                  <a:lnTo>
                    <a:pt x="67718" y="36654"/>
                  </a:lnTo>
                  <a:lnTo>
                    <a:pt x="46287" y="36654"/>
                  </a:lnTo>
                  <a:lnTo>
                    <a:pt x="45810" y="34559"/>
                  </a:lnTo>
                  <a:cubicBezTo>
                    <a:pt x="44762" y="30558"/>
                    <a:pt x="42953" y="26272"/>
                    <a:pt x="34380" y="26272"/>
                  </a:cubicBezTo>
                  <a:cubicBezTo>
                    <a:pt x="25808" y="26272"/>
                    <a:pt x="24855" y="30844"/>
                    <a:pt x="24855" y="33511"/>
                  </a:cubicBezTo>
                  <a:cubicBezTo>
                    <a:pt x="24855" y="36178"/>
                    <a:pt x="25617" y="39988"/>
                    <a:pt x="40381" y="44179"/>
                  </a:cubicBezTo>
                  <a:cubicBezTo>
                    <a:pt x="61050" y="49894"/>
                    <a:pt x="69433" y="58562"/>
                    <a:pt x="69433" y="73992"/>
                  </a:cubicBezTo>
                  <a:cubicBezTo>
                    <a:pt x="69680" y="87899"/>
                    <a:pt x="59098" y="99605"/>
                    <a:pt x="45239" y="100758"/>
                  </a:cubicBezTo>
                  <a:lnTo>
                    <a:pt x="45239" y="112378"/>
                  </a:ln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5D0451E9-94EE-0C59-C929-3D0D7B171D38}"/>
              </a:ext>
            </a:extLst>
          </p:cNvPr>
          <p:cNvGrpSpPr/>
          <p:nvPr/>
        </p:nvGrpSpPr>
        <p:grpSpPr>
          <a:xfrm>
            <a:off x="5191919" y="828619"/>
            <a:ext cx="495609" cy="445427"/>
            <a:chOff x="2387155" y="8902185"/>
            <a:chExt cx="704850" cy="704850"/>
          </a:xfrm>
        </p:grpSpPr>
        <p:sp>
          <p:nvSpPr>
            <p:cNvPr id="136" name="Freeform: Shape 53">
              <a:extLst>
                <a:ext uri="{FF2B5EF4-FFF2-40B4-BE49-F238E27FC236}">
                  <a16:creationId xmlns:a16="http://schemas.microsoft.com/office/drawing/2014/main" id="{FC922CBE-9F39-B9C6-4A19-FA31E6AEEA66}"/>
                </a:ext>
              </a:extLst>
            </p:cNvPr>
            <p:cNvSpPr/>
            <p:nvPr/>
          </p:nvSpPr>
          <p:spPr>
            <a:xfrm>
              <a:off x="2387155" y="8902185"/>
              <a:ext cx="704850" cy="704850"/>
            </a:xfrm>
            <a:custGeom>
              <a:avLst/>
              <a:gdLst>
                <a:gd name="connsiteX0" fmla="*/ 537300 w 704850"/>
                <a:gd name="connsiteY0" fmla="*/ 128285 h 704850"/>
                <a:gd name="connsiteX1" fmla="*/ 503297 w 704850"/>
                <a:gd name="connsiteY1" fmla="*/ 128285 h 704850"/>
                <a:gd name="connsiteX2" fmla="*/ 503297 w 704850"/>
                <a:gd name="connsiteY2" fmla="*/ 81231 h 704850"/>
                <a:gd name="connsiteX3" fmla="*/ 422524 w 704850"/>
                <a:gd name="connsiteY3" fmla="*/ 459 h 704850"/>
                <a:gd name="connsiteX4" fmla="*/ 284983 w 704850"/>
                <a:gd name="connsiteY4" fmla="*/ 459 h 704850"/>
                <a:gd name="connsiteX5" fmla="*/ 204211 w 704850"/>
                <a:gd name="connsiteY5" fmla="*/ 81231 h 704850"/>
                <a:gd name="connsiteX6" fmla="*/ 204211 w 704850"/>
                <a:gd name="connsiteY6" fmla="*/ 128285 h 704850"/>
                <a:gd name="connsiteX7" fmla="*/ 170207 w 704850"/>
                <a:gd name="connsiteY7" fmla="*/ 128285 h 704850"/>
                <a:gd name="connsiteX8" fmla="*/ 1329 w 704850"/>
                <a:gd name="connsiteY8" fmla="*/ 297163 h 704850"/>
                <a:gd name="connsiteX9" fmla="*/ 1329 w 704850"/>
                <a:gd name="connsiteY9" fmla="*/ 536431 h 704850"/>
                <a:gd name="connsiteX10" fmla="*/ 170207 w 704850"/>
                <a:gd name="connsiteY10" fmla="*/ 705309 h 704850"/>
                <a:gd name="connsiteX11" fmla="*/ 537300 w 704850"/>
                <a:gd name="connsiteY11" fmla="*/ 705309 h 704850"/>
                <a:gd name="connsiteX12" fmla="*/ 706179 w 704850"/>
                <a:gd name="connsiteY12" fmla="*/ 536431 h 704850"/>
                <a:gd name="connsiteX13" fmla="*/ 706179 w 704850"/>
                <a:gd name="connsiteY13" fmla="*/ 297163 h 704850"/>
                <a:gd name="connsiteX14" fmla="*/ 537300 w 704850"/>
                <a:gd name="connsiteY14" fmla="*/ 128285 h 704850"/>
                <a:gd name="connsiteX15" fmla="*/ 248217 w 704850"/>
                <a:gd name="connsiteY15" fmla="*/ 81231 h 704850"/>
                <a:gd name="connsiteX16" fmla="*/ 284983 w 704850"/>
                <a:gd name="connsiteY16" fmla="*/ 44465 h 704850"/>
                <a:gd name="connsiteX17" fmla="*/ 422524 w 704850"/>
                <a:gd name="connsiteY17" fmla="*/ 44465 h 704850"/>
                <a:gd name="connsiteX18" fmla="*/ 459291 w 704850"/>
                <a:gd name="connsiteY18" fmla="*/ 81231 h 704850"/>
                <a:gd name="connsiteX19" fmla="*/ 459291 w 704850"/>
                <a:gd name="connsiteY19" fmla="*/ 128285 h 704850"/>
                <a:gd name="connsiteX20" fmla="*/ 248026 w 704850"/>
                <a:gd name="connsiteY20" fmla="*/ 128285 h 704850"/>
                <a:gd name="connsiteX21" fmla="*/ 537300 w 704850"/>
                <a:gd name="connsiteY21" fmla="*/ 661208 h 704850"/>
                <a:gd name="connsiteX22" fmla="*/ 170207 w 704850"/>
                <a:gd name="connsiteY22" fmla="*/ 661208 h 704850"/>
                <a:gd name="connsiteX23" fmla="*/ 45334 w 704850"/>
                <a:gd name="connsiteY23" fmla="*/ 536431 h 704850"/>
                <a:gd name="connsiteX24" fmla="*/ 45334 w 704850"/>
                <a:gd name="connsiteY24" fmla="*/ 362790 h 704850"/>
                <a:gd name="connsiteX25" fmla="*/ 178684 w 704850"/>
                <a:gd name="connsiteY25" fmla="*/ 362790 h 704850"/>
                <a:gd name="connsiteX26" fmla="*/ 200687 w 704850"/>
                <a:gd name="connsiteY26" fmla="*/ 340978 h 704850"/>
                <a:gd name="connsiteX27" fmla="*/ 200687 w 704850"/>
                <a:gd name="connsiteY27" fmla="*/ 340787 h 704850"/>
                <a:gd name="connsiteX28" fmla="*/ 178875 w 704850"/>
                <a:gd name="connsiteY28" fmla="*/ 318785 h 704850"/>
                <a:gd name="connsiteX29" fmla="*/ 178684 w 704850"/>
                <a:gd name="connsiteY29" fmla="*/ 318785 h 704850"/>
                <a:gd name="connsiteX30" fmla="*/ 45334 w 704850"/>
                <a:gd name="connsiteY30" fmla="*/ 318785 h 704850"/>
                <a:gd name="connsiteX31" fmla="*/ 45334 w 704850"/>
                <a:gd name="connsiteY31" fmla="*/ 297163 h 704850"/>
                <a:gd name="connsiteX32" fmla="*/ 170207 w 704850"/>
                <a:gd name="connsiteY32" fmla="*/ 172385 h 704850"/>
                <a:gd name="connsiteX33" fmla="*/ 537300 w 704850"/>
                <a:gd name="connsiteY33" fmla="*/ 172385 h 704850"/>
                <a:gd name="connsiteX34" fmla="*/ 662078 w 704850"/>
                <a:gd name="connsiteY34" fmla="*/ 297163 h 704850"/>
                <a:gd name="connsiteX35" fmla="*/ 662078 w 704850"/>
                <a:gd name="connsiteY35" fmla="*/ 318785 h 704850"/>
                <a:gd name="connsiteX36" fmla="*/ 528728 w 704850"/>
                <a:gd name="connsiteY36" fmla="*/ 318785 h 704850"/>
                <a:gd name="connsiteX37" fmla="*/ 506726 w 704850"/>
                <a:gd name="connsiteY37" fmla="*/ 340597 h 704850"/>
                <a:gd name="connsiteX38" fmla="*/ 506726 w 704850"/>
                <a:gd name="connsiteY38" fmla="*/ 340787 h 704850"/>
                <a:gd name="connsiteX39" fmla="*/ 528538 w 704850"/>
                <a:gd name="connsiteY39" fmla="*/ 362790 h 704850"/>
                <a:gd name="connsiteX40" fmla="*/ 528728 w 704850"/>
                <a:gd name="connsiteY40" fmla="*/ 362790 h 704850"/>
                <a:gd name="connsiteX41" fmla="*/ 662078 w 704850"/>
                <a:gd name="connsiteY41" fmla="*/ 362790 h 704850"/>
                <a:gd name="connsiteX42" fmla="*/ 662078 w 704850"/>
                <a:gd name="connsiteY42" fmla="*/ 536431 h 704850"/>
                <a:gd name="connsiteX43" fmla="*/ 537300 w 704850"/>
                <a:gd name="connsiteY43" fmla="*/ 661208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704850" h="704850">
                  <a:moveTo>
                    <a:pt x="537300" y="128285"/>
                  </a:moveTo>
                  <a:lnTo>
                    <a:pt x="503297" y="128285"/>
                  </a:lnTo>
                  <a:lnTo>
                    <a:pt x="503297" y="81231"/>
                  </a:lnTo>
                  <a:cubicBezTo>
                    <a:pt x="503297" y="36626"/>
                    <a:pt x="467101" y="459"/>
                    <a:pt x="422524" y="459"/>
                  </a:cubicBezTo>
                  <a:lnTo>
                    <a:pt x="284983" y="459"/>
                  </a:lnTo>
                  <a:cubicBezTo>
                    <a:pt x="240406" y="459"/>
                    <a:pt x="204211" y="36626"/>
                    <a:pt x="204211" y="81231"/>
                  </a:cubicBezTo>
                  <a:lnTo>
                    <a:pt x="204211" y="128285"/>
                  </a:lnTo>
                  <a:lnTo>
                    <a:pt x="170207" y="128285"/>
                  </a:lnTo>
                  <a:cubicBezTo>
                    <a:pt x="76958" y="128390"/>
                    <a:pt x="1424" y="203942"/>
                    <a:pt x="1329" y="297163"/>
                  </a:cubicBezTo>
                  <a:lnTo>
                    <a:pt x="1329" y="536431"/>
                  </a:lnTo>
                  <a:cubicBezTo>
                    <a:pt x="1424" y="629652"/>
                    <a:pt x="76958" y="705205"/>
                    <a:pt x="170207" y="705309"/>
                  </a:cubicBezTo>
                  <a:lnTo>
                    <a:pt x="537300" y="705309"/>
                  </a:lnTo>
                  <a:cubicBezTo>
                    <a:pt x="630550" y="705205"/>
                    <a:pt x="706084" y="629652"/>
                    <a:pt x="706179" y="536431"/>
                  </a:cubicBezTo>
                  <a:lnTo>
                    <a:pt x="706179" y="297163"/>
                  </a:lnTo>
                  <a:cubicBezTo>
                    <a:pt x="706084" y="203942"/>
                    <a:pt x="630550" y="128390"/>
                    <a:pt x="537300" y="128285"/>
                  </a:cubicBezTo>
                  <a:close/>
                  <a:moveTo>
                    <a:pt x="248217" y="81231"/>
                  </a:moveTo>
                  <a:cubicBezTo>
                    <a:pt x="248217" y="60924"/>
                    <a:pt x="264695" y="44465"/>
                    <a:pt x="284983" y="44465"/>
                  </a:cubicBezTo>
                  <a:lnTo>
                    <a:pt x="422524" y="44465"/>
                  </a:lnTo>
                  <a:cubicBezTo>
                    <a:pt x="442812" y="44465"/>
                    <a:pt x="459291" y="60924"/>
                    <a:pt x="459291" y="81231"/>
                  </a:cubicBezTo>
                  <a:lnTo>
                    <a:pt x="459291" y="128285"/>
                  </a:lnTo>
                  <a:lnTo>
                    <a:pt x="248026" y="128285"/>
                  </a:lnTo>
                  <a:close/>
                  <a:moveTo>
                    <a:pt x="537300" y="661208"/>
                  </a:moveTo>
                  <a:lnTo>
                    <a:pt x="170207" y="661208"/>
                  </a:lnTo>
                  <a:cubicBezTo>
                    <a:pt x="101246" y="661208"/>
                    <a:pt x="45429" y="605363"/>
                    <a:pt x="45334" y="536431"/>
                  </a:cubicBezTo>
                  <a:lnTo>
                    <a:pt x="45334" y="362790"/>
                  </a:lnTo>
                  <a:lnTo>
                    <a:pt x="178684" y="362790"/>
                  </a:lnTo>
                  <a:cubicBezTo>
                    <a:pt x="190781" y="362847"/>
                    <a:pt x="200592" y="353075"/>
                    <a:pt x="200687" y="340978"/>
                  </a:cubicBezTo>
                  <a:cubicBezTo>
                    <a:pt x="200687" y="340911"/>
                    <a:pt x="200687" y="340854"/>
                    <a:pt x="200687" y="340787"/>
                  </a:cubicBezTo>
                  <a:cubicBezTo>
                    <a:pt x="200783" y="328691"/>
                    <a:pt x="190972" y="318842"/>
                    <a:pt x="178875" y="318785"/>
                  </a:cubicBezTo>
                  <a:cubicBezTo>
                    <a:pt x="178779" y="318785"/>
                    <a:pt x="178779" y="318785"/>
                    <a:pt x="178684" y="318785"/>
                  </a:cubicBezTo>
                  <a:lnTo>
                    <a:pt x="45334" y="318785"/>
                  </a:lnTo>
                  <a:lnTo>
                    <a:pt x="45334" y="297163"/>
                  </a:lnTo>
                  <a:cubicBezTo>
                    <a:pt x="45429" y="228259"/>
                    <a:pt x="101341" y="172443"/>
                    <a:pt x="170207" y="172385"/>
                  </a:cubicBezTo>
                  <a:lnTo>
                    <a:pt x="537300" y="172385"/>
                  </a:lnTo>
                  <a:cubicBezTo>
                    <a:pt x="606166" y="172443"/>
                    <a:pt x="661983" y="228269"/>
                    <a:pt x="662078" y="297163"/>
                  </a:cubicBezTo>
                  <a:lnTo>
                    <a:pt x="662078" y="318785"/>
                  </a:lnTo>
                  <a:lnTo>
                    <a:pt x="528728" y="318785"/>
                  </a:lnTo>
                  <a:cubicBezTo>
                    <a:pt x="516631" y="318728"/>
                    <a:pt x="506821" y="328500"/>
                    <a:pt x="506726" y="340597"/>
                  </a:cubicBezTo>
                  <a:cubicBezTo>
                    <a:pt x="506726" y="340664"/>
                    <a:pt x="506726" y="340721"/>
                    <a:pt x="506726" y="340787"/>
                  </a:cubicBezTo>
                  <a:cubicBezTo>
                    <a:pt x="506630" y="352884"/>
                    <a:pt x="516441" y="362733"/>
                    <a:pt x="528538" y="362790"/>
                  </a:cubicBezTo>
                  <a:cubicBezTo>
                    <a:pt x="528633" y="362790"/>
                    <a:pt x="528633" y="362790"/>
                    <a:pt x="528728" y="362790"/>
                  </a:cubicBezTo>
                  <a:lnTo>
                    <a:pt x="662078" y="362790"/>
                  </a:lnTo>
                  <a:lnTo>
                    <a:pt x="662078" y="536431"/>
                  </a:lnTo>
                  <a:cubicBezTo>
                    <a:pt x="661983" y="605325"/>
                    <a:pt x="606166" y="661151"/>
                    <a:pt x="537300" y="661208"/>
                  </a:cubicBez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54">
              <a:extLst>
                <a:ext uri="{FF2B5EF4-FFF2-40B4-BE49-F238E27FC236}">
                  <a16:creationId xmlns:a16="http://schemas.microsoft.com/office/drawing/2014/main" id="{F44FF2D6-C532-3C8C-AC10-120AA4C99382}"/>
                </a:ext>
              </a:extLst>
            </p:cNvPr>
            <p:cNvSpPr/>
            <p:nvPr/>
          </p:nvSpPr>
          <p:spPr>
            <a:xfrm>
              <a:off x="2656522" y="9183553"/>
              <a:ext cx="165171" cy="270605"/>
            </a:xfrm>
            <a:custGeom>
              <a:avLst/>
              <a:gdLst>
                <a:gd name="connsiteX0" fmla="*/ 97055 w 165171"/>
                <a:gd name="connsiteY0" fmla="*/ 106282 h 270605"/>
                <a:gd name="connsiteX1" fmla="*/ 59526 w 165171"/>
                <a:gd name="connsiteY1" fmla="*/ 80660 h 270605"/>
                <a:gd name="connsiteX2" fmla="*/ 82386 w 165171"/>
                <a:gd name="connsiteY2" fmla="*/ 63039 h 270605"/>
                <a:gd name="connsiteX3" fmla="*/ 109914 w 165171"/>
                <a:gd name="connsiteY3" fmla="*/ 83136 h 270605"/>
                <a:gd name="connsiteX4" fmla="*/ 111247 w 165171"/>
                <a:gd name="connsiteY4" fmla="*/ 88185 h 270605"/>
                <a:gd name="connsiteX5" fmla="*/ 162777 w 165171"/>
                <a:gd name="connsiteY5" fmla="*/ 88185 h 270605"/>
                <a:gd name="connsiteX6" fmla="*/ 162111 w 165171"/>
                <a:gd name="connsiteY6" fmla="*/ 80850 h 270605"/>
                <a:gd name="connsiteX7" fmla="*/ 106770 w 165171"/>
                <a:gd name="connsiteY7" fmla="*/ 23700 h 270605"/>
                <a:gd name="connsiteX8" fmla="*/ 106770 w 165171"/>
                <a:gd name="connsiteY8" fmla="*/ 459 h 270605"/>
                <a:gd name="connsiteX9" fmla="*/ 60194 w 165171"/>
                <a:gd name="connsiteY9" fmla="*/ 459 h 270605"/>
                <a:gd name="connsiteX10" fmla="*/ 60194 w 165171"/>
                <a:gd name="connsiteY10" fmla="*/ 23605 h 270605"/>
                <a:gd name="connsiteX11" fmla="*/ 6853 w 165171"/>
                <a:gd name="connsiteY11" fmla="*/ 84374 h 270605"/>
                <a:gd name="connsiteX12" fmla="*/ 79148 w 165171"/>
                <a:gd name="connsiteY12" fmla="*/ 154002 h 270605"/>
                <a:gd name="connsiteX13" fmla="*/ 114390 w 165171"/>
                <a:gd name="connsiteY13" fmla="*/ 182577 h 270605"/>
                <a:gd name="connsiteX14" fmla="*/ 85815 w 165171"/>
                <a:gd name="connsiteY14" fmla="*/ 203151 h 270605"/>
                <a:gd name="connsiteX15" fmla="*/ 54002 w 165171"/>
                <a:gd name="connsiteY15" fmla="*/ 178577 h 270605"/>
                <a:gd name="connsiteX16" fmla="*/ 52859 w 165171"/>
                <a:gd name="connsiteY16" fmla="*/ 173338 h 270605"/>
                <a:gd name="connsiteX17" fmla="*/ 1329 w 165171"/>
                <a:gd name="connsiteY17" fmla="*/ 173338 h 270605"/>
                <a:gd name="connsiteX18" fmla="*/ 1899 w 165171"/>
                <a:gd name="connsiteY18" fmla="*/ 180577 h 270605"/>
                <a:gd name="connsiteX19" fmla="*/ 61526 w 165171"/>
                <a:gd name="connsiteY19" fmla="*/ 242490 h 270605"/>
                <a:gd name="connsiteX20" fmla="*/ 61526 w 165171"/>
                <a:gd name="connsiteY20" fmla="*/ 271065 h 270605"/>
                <a:gd name="connsiteX21" fmla="*/ 108294 w 165171"/>
                <a:gd name="connsiteY21" fmla="*/ 271065 h 270605"/>
                <a:gd name="connsiteX22" fmla="*/ 108294 w 165171"/>
                <a:gd name="connsiteY22" fmla="*/ 243061 h 270605"/>
                <a:gd name="connsiteX23" fmla="*/ 166492 w 165171"/>
                <a:gd name="connsiteY23" fmla="*/ 178482 h 270605"/>
                <a:gd name="connsiteX24" fmla="*/ 97055 w 165171"/>
                <a:gd name="connsiteY24" fmla="*/ 106282 h 2706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5171" h="270605">
                  <a:moveTo>
                    <a:pt x="97055" y="106282"/>
                  </a:moveTo>
                  <a:cubicBezTo>
                    <a:pt x="61241" y="96757"/>
                    <a:pt x="59526" y="90280"/>
                    <a:pt x="59526" y="80660"/>
                  </a:cubicBezTo>
                  <a:cubicBezTo>
                    <a:pt x="59526" y="74087"/>
                    <a:pt x="62479" y="63039"/>
                    <a:pt x="82386" y="63039"/>
                  </a:cubicBezTo>
                  <a:cubicBezTo>
                    <a:pt x="102293" y="63039"/>
                    <a:pt x="107437" y="73421"/>
                    <a:pt x="109914" y="83136"/>
                  </a:cubicBezTo>
                  <a:lnTo>
                    <a:pt x="111247" y="88185"/>
                  </a:lnTo>
                  <a:lnTo>
                    <a:pt x="162777" y="88185"/>
                  </a:lnTo>
                  <a:lnTo>
                    <a:pt x="162111" y="80850"/>
                  </a:lnTo>
                  <a:cubicBezTo>
                    <a:pt x="160777" y="66658"/>
                    <a:pt x="152586" y="33225"/>
                    <a:pt x="106770" y="23700"/>
                  </a:cubicBezTo>
                  <a:lnTo>
                    <a:pt x="106770" y="459"/>
                  </a:lnTo>
                  <a:lnTo>
                    <a:pt x="60194" y="459"/>
                  </a:lnTo>
                  <a:lnTo>
                    <a:pt x="60194" y="23605"/>
                  </a:lnTo>
                  <a:cubicBezTo>
                    <a:pt x="27141" y="31320"/>
                    <a:pt x="6853" y="54180"/>
                    <a:pt x="6853" y="84374"/>
                  </a:cubicBezTo>
                  <a:cubicBezTo>
                    <a:pt x="6853" y="119522"/>
                    <a:pt x="27141" y="138953"/>
                    <a:pt x="79148" y="154002"/>
                  </a:cubicBezTo>
                  <a:cubicBezTo>
                    <a:pt x="111818" y="163527"/>
                    <a:pt x="114390" y="171719"/>
                    <a:pt x="114390" y="182577"/>
                  </a:cubicBezTo>
                  <a:cubicBezTo>
                    <a:pt x="114390" y="196293"/>
                    <a:pt x="104865" y="203151"/>
                    <a:pt x="85815" y="203151"/>
                  </a:cubicBezTo>
                  <a:cubicBezTo>
                    <a:pt x="70480" y="204371"/>
                    <a:pt x="56668" y="193741"/>
                    <a:pt x="54002" y="178577"/>
                  </a:cubicBezTo>
                  <a:lnTo>
                    <a:pt x="52859" y="173338"/>
                  </a:lnTo>
                  <a:lnTo>
                    <a:pt x="1329" y="173338"/>
                  </a:lnTo>
                  <a:lnTo>
                    <a:pt x="1899" y="180577"/>
                  </a:lnTo>
                  <a:cubicBezTo>
                    <a:pt x="4471" y="212486"/>
                    <a:pt x="26665" y="235346"/>
                    <a:pt x="61526" y="242490"/>
                  </a:cubicBezTo>
                  <a:lnTo>
                    <a:pt x="61526" y="271065"/>
                  </a:lnTo>
                  <a:lnTo>
                    <a:pt x="108294" y="271065"/>
                  </a:lnTo>
                  <a:lnTo>
                    <a:pt x="108294" y="243061"/>
                  </a:lnTo>
                  <a:cubicBezTo>
                    <a:pt x="145346" y="235917"/>
                    <a:pt x="166492" y="212676"/>
                    <a:pt x="166492" y="178482"/>
                  </a:cubicBezTo>
                  <a:cubicBezTo>
                    <a:pt x="166968" y="140762"/>
                    <a:pt x="146680" y="119903"/>
                    <a:pt x="97055" y="106282"/>
                  </a:cubicBez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4CFF6CCC-1B37-0BA4-7ADE-EFCB9AEF9A2E}"/>
              </a:ext>
            </a:extLst>
          </p:cNvPr>
          <p:cNvGrpSpPr/>
          <p:nvPr/>
        </p:nvGrpSpPr>
        <p:grpSpPr>
          <a:xfrm>
            <a:off x="5192569" y="1383082"/>
            <a:ext cx="518685" cy="470516"/>
            <a:chOff x="4460938" y="9906310"/>
            <a:chExt cx="704469" cy="704849"/>
          </a:xfrm>
        </p:grpSpPr>
        <p:sp>
          <p:nvSpPr>
            <p:cNvPr id="139" name="Freeform: Shape 55">
              <a:extLst>
                <a:ext uri="{FF2B5EF4-FFF2-40B4-BE49-F238E27FC236}">
                  <a16:creationId xmlns:a16="http://schemas.microsoft.com/office/drawing/2014/main" id="{7C84933F-1B7A-89FB-E1BC-74D7A7DB3908}"/>
                </a:ext>
              </a:extLst>
            </p:cNvPr>
            <p:cNvSpPr/>
            <p:nvPr/>
          </p:nvSpPr>
          <p:spPr>
            <a:xfrm>
              <a:off x="4460938" y="9906310"/>
              <a:ext cx="704469" cy="704849"/>
            </a:xfrm>
            <a:custGeom>
              <a:avLst/>
              <a:gdLst>
                <a:gd name="connsiteX0" fmla="*/ 537300 w 704469"/>
                <a:gd name="connsiteY0" fmla="*/ 459 h 704849"/>
                <a:gd name="connsiteX1" fmla="*/ 170207 w 704469"/>
                <a:gd name="connsiteY1" fmla="*/ 459 h 704849"/>
                <a:gd name="connsiteX2" fmla="*/ 1329 w 704469"/>
                <a:gd name="connsiteY2" fmla="*/ 169337 h 704849"/>
                <a:gd name="connsiteX3" fmla="*/ 1329 w 704469"/>
                <a:gd name="connsiteY3" fmla="*/ 402129 h 704849"/>
                <a:gd name="connsiteX4" fmla="*/ 170207 w 704469"/>
                <a:gd name="connsiteY4" fmla="*/ 571007 h 704849"/>
                <a:gd name="connsiteX5" fmla="*/ 285078 w 704469"/>
                <a:gd name="connsiteY5" fmla="*/ 571007 h 704849"/>
                <a:gd name="connsiteX6" fmla="*/ 285078 w 704469"/>
                <a:gd name="connsiteY6" fmla="*/ 604630 h 704849"/>
                <a:gd name="connsiteX7" fmla="*/ 253170 w 704469"/>
                <a:gd name="connsiteY7" fmla="*/ 661780 h 704849"/>
                <a:gd name="connsiteX8" fmla="*/ 177922 w 704469"/>
                <a:gd name="connsiteY8" fmla="*/ 661780 h 704849"/>
                <a:gd name="connsiteX9" fmla="*/ 155443 w 704469"/>
                <a:gd name="connsiteY9" fmla="*/ 683296 h 704849"/>
                <a:gd name="connsiteX10" fmla="*/ 155443 w 704469"/>
                <a:gd name="connsiteY10" fmla="*/ 683306 h 704849"/>
                <a:gd name="connsiteX11" fmla="*/ 177446 w 704469"/>
                <a:gd name="connsiteY11" fmla="*/ 705309 h 704849"/>
                <a:gd name="connsiteX12" fmla="*/ 177541 w 704469"/>
                <a:gd name="connsiteY12" fmla="*/ 705309 h 704849"/>
                <a:gd name="connsiteX13" fmla="*/ 529299 w 704469"/>
                <a:gd name="connsiteY13" fmla="*/ 705309 h 704849"/>
                <a:gd name="connsiteX14" fmla="*/ 551302 w 704469"/>
                <a:gd name="connsiteY14" fmla="*/ 683306 h 704849"/>
                <a:gd name="connsiteX15" fmla="*/ 529299 w 704469"/>
                <a:gd name="connsiteY15" fmla="*/ 661304 h 704849"/>
                <a:gd name="connsiteX16" fmla="*/ 454051 w 704469"/>
                <a:gd name="connsiteY16" fmla="*/ 661304 h 704849"/>
                <a:gd name="connsiteX17" fmla="*/ 422143 w 704469"/>
                <a:gd name="connsiteY17" fmla="*/ 604154 h 704849"/>
                <a:gd name="connsiteX18" fmla="*/ 422143 w 704469"/>
                <a:gd name="connsiteY18" fmla="*/ 570531 h 704849"/>
                <a:gd name="connsiteX19" fmla="*/ 536919 w 704469"/>
                <a:gd name="connsiteY19" fmla="*/ 570531 h 704849"/>
                <a:gd name="connsiteX20" fmla="*/ 705798 w 704469"/>
                <a:gd name="connsiteY20" fmla="*/ 401652 h 704849"/>
                <a:gd name="connsiteX21" fmla="*/ 705798 w 704469"/>
                <a:gd name="connsiteY21" fmla="*/ 169337 h 704849"/>
                <a:gd name="connsiteX22" fmla="*/ 537300 w 704469"/>
                <a:gd name="connsiteY22" fmla="*/ 459 h 704849"/>
                <a:gd name="connsiteX23" fmla="*/ 303747 w 704469"/>
                <a:gd name="connsiteY23" fmla="*/ 661304 h 704849"/>
                <a:gd name="connsiteX24" fmla="*/ 326321 w 704469"/>
                <a:gd name="connsiteY24" fmla="*/ 621204 h 704849"/>
                <a:gd name="connsiteX25" fmla="*/ 329084 w 704469"/>
                <a:gd name="connsiteY25" fmla="*/ 610345 h 704849"/>
                <a:gd name="connsiteX26" fmla="*/ 329084 w 704469"/>
                <a:gd name="connsiteY26" fmla="*/ 571007 h 704849"/>
                <a:gd name="connsiteX27" fmla="*/ 378423 w 704469"/>
                <a:gd name="connsiteY27" fmla="*/ 571007 h 704849"/>
                <a:gd name="connsiteX28" fmla="*/ 378423 w 704469"/>
                <a:gd name="connsiteY28" fmla="*/ 610345 h 704849"/>
                <a:gd name="connsiteX29" fmla="*/ 381281 w 704469"/>
                <a:gd name="connsiteY29" fmla="*/ 621204 h 704849"/>
                <a:gd name="connsiteX30" fmla="*/ 403855 w 704469"/>
                <a:gd name="connsiteY30" fmla="*/ 661304 h 704849"/>
                <a:gd name="connsiteX31" fmla="*/ 662173 w 704469"/>
                <a:gd name="connsiteY31" fmla="*/ 402129 h 704849"/>
                <a:gd name="connsiteX32" fmla="*/ 537300 w 704469"/>
                <a:gd name="connsiteY32" fmla="*/ 526525 h 704849"/>
                <a:gd name="connsiteX33" fmla="*/ 170207 w 704469"/>
                <a:gd name="connsiteY33" fmla="*/ 526525 h 704849"/>
                <a:gd name="connsiteX34" fmla="*/ 45429 w 704469"/>
                <a:gd name="connsiteY34" fmla="*/ 401747 h 704849"/>
                <a:gd name="connsiteX35" fmla="*/ 45429 w 704469"/>
                <a:gd name="connsiteY35" fmla="*/ 169337 h 704849"/>
                <a:gd name="connsiteX36" fmla="*/ 170207 w 704469"/>
                <a:gd name="connsiteY36" fmla="*/ 44560 h 704849"/>
                <a:gd name="connsiteX37" fmla="*/ 537300 w 704469"/>
                <a:gd name="connsiteY37" fmla="*/ 44560 h 704849"/>
                <a:gd name="connsiteX38" fmla="*/ 662173 w 704469"/>
                <a:gd name="connsiteY38" fmla="*/ 169337 h 704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04469" h="704849">
                  <a:moveTo>
                    <a:pt x="537300" y="459"/>
                  </a:moveTo>
                  <a:lnTo>
                    <a:pt x="170207" y="459"/>
                  </a:lnTo>
                  <a:cubicBezTo>
                    <a:pt x="76986" y="564"/>
                    <a:pt x="1433" y="76116"/>
                    <a:pt x="1329" y="169337"/>
                  </a:cubicBezTo>
                  <a:lnTo>
                    <a:pt x="1329" y="402129"/>
                  </a:lnTo>
                  <a:cubicBezTo>
                    <a:pt x="1433" y="495350"/>
                    <a:pt x="76986" y="570902"/>
                    <a:pt x="170207" y="571007"/>
                  </a:cubicBezTo>
                  <a:lnTo>
                    <a:pt x="285078" y="571007"/>
                  </a:lnTo>
                  <a:lnTo>
                    <a:pt x="285078" y="604630"/>
                  </a:lnTo>
                  <a:lnTo>
                    <a:pt x="253170" y="661780"/>
                  </a:lnTo>
                  <a:lnTo>
                    <a:pt x="177922" y="661780"/>
                  </a:lnTo>
                  <a:cubicBezTo>
                    <a:pt x="165778" y="661514"/>
                    <a:pt x="155710" y="671147"/>
                    <a:pt x="155443" y="683296"/>
                  </a:cubicBezTo>
                  <a:cubicBezTo>
                    <a:pt x="155443" y="683300"/>
                    <a:pt x="155443" y="683303"/>
                    <a:pt x="155443" y="683306"/>
                  </a:cubicBezTo>
                  <a:cubicBezTo>
                    <a:pt x="155443" y="695459"/>
                    <a:pt x="165292" y="705309"/>
                    <a:pt x="177446" y="705309"/>
                  </a:cubicBezTo>
                  <a:cubicBezTo>
                    <a:pt x="177474" y="705309"/>
                    <a:pt x="177513" y="705309"/>
                    <a:pt x="177541" y="705309"/>
                  </a:cubicBezTo>
                  <a:lnTo>
                    <a:pt x="529299" y="705309"/>
                  </a:lnTo>
                  <a:cubicBezTo>
                    <a:pt x="541453" y="705309"/>
                    <a:pt x="551302" y="695459"/>
                    <a:pt x="551302" y="683306"/>
                  </a:cubicBezTo>
                  <a:cubicBezTo>
                    <a:pt x="551302" y="671154"/>
                    <a:pt x="541453" y="661304"/>
                    <a:pt x="529299" y="661304"/>
                  </a:cubicBezTo>
                  <a:lnTo>
                    <a:pt x="454051" y="661304"/>
                  </a:lnTo>
                  <a:lnTo>
                    <a:pt x="422143" y="604154"/>
                  </a:lnTo>
                  <a:lnTo>
                    <a:pt x="422143" y="570531"/>
                  </a:lnTo>
                  <a:lnTo>
                    <a:pt x="536919" y="570531"/>
                  </a:lnTo>
                  <a:cubicBezTo>
                    <a:pt x="630140" y="570426"/>
                    <a:pt x="705693" y="494873"/>
                    <a:pt x="705798" y="401652"/>
                  </a:cubicBezTo>
                  <a:lnTo>
                    <a:pt x="705798" y="169337"/>
                  </a:lnTo>
                  <a:cubicBezTo>
                    <a:pt x="705693" y="76259"/>
                    <a:pt x="630379" y="773"/>
                    <a:pt x="537300" y="459"/>
                  </a:cubicBezTo>
                  <a:close/>
                  <a:moveTo>
                    <a:pt x="303747" y="661304"/>
                  </a:moveTo>
                  <a:lnTo>
                    <a:pt x="326321" y="621204"/>
                  </a:lnTo>
                  <a:cubicBezTo>
                    <a:pt x="328141" y="617873"/>
                    <a:pt x="329084" y="614139"/>
                    <a:pt x="329084" y="610345"/>
                  </a:cubicBezTo>
                  <a:lnTo>
                    <a:pt x="329084" y="571007"/>
                  </a:lnTo>
                  <a:lnTo>
                    <a:pt x="378423" y="571007"/>
                  </a:lnTo>
                  <a:lnTo>
                    <a:pt x="378423" y="610345"/>
                  </a:lnTo>
                  <a:cubicBezTo>
                    <a:pt x="378414" y="614152"/>
                    <a:pt x="379395" y="617895"/>
                    <a:pt x="381281" y="621204"/>
                  </a:cubicBezTo>
                  <a:lnTo>
                    <a:pt x="403855" y="661304"/>
                  </a:lnTo>
                  <a:close/>
                  <a:moveTo>
                    <a:pt x="662173" y="402129"/>
                  </a:moveTo>
                  <a:cubicBezTo>
                    <a:pt x="661906" y="470909"/>
                    <a:pt x="606080" y="526525"/>
                    <a:pt x="537300" y="526525"/>
                  </a:cubicBezTo>
                  <a:lnTo>
                    <a:pt x="170207" y="526525"/>
                  </a:lnTo>
                  <a:cubicBezTo>
                    <a:pt x="101313" y="526468"/>
                    <a:pt x="45486" y="470642"/>
                    <a:pt x="45429" y="401747"/>
                  </a:cubicBezTo>
                  <a:lnTo>
                    <a:pt x="45429" y="169337"/>
                  </a:lnTo>
                  <a:cubicBezTo>
                    <a:pt x="45534" y="100472"/>
                    <a:pt x="101341" y="44665"/>
                    <a:pt x="170207" y="44560"/>
                  </a:cubicBezTo>
                  <a:lnTo>
                    <a:pt x="537300" y="44560"/>
                  </a:lnTo>
                  <a:cubicBezTo>
                    <a:pt x="606204" y="44617"/>
                    <a:pt x="662068" y="100434"/>
                    <a:pt x="662173" y="169337"/>
                  </a:cubicBez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56">
              <a:extLst>
                <a:ext uri="{FF2B5EF4-FFF2-40B4-BE49-F238E27FC236}">
                  <a16:creationId xmlns:a16="http://schemas.microsoft.com/office/drawing/2014/main" id="{CE998E43-FB9F-9ACE-0049-1739B0B9A14E}"/>
                </a:ext>
              </a:extLst>
            </p:cNvPr>
            <p:cNvSpPr/>
            <p:nvPr/>
          </p:nvSpPr>
          <p:spPr>
            <a:xfrm>
              <a:off x="4730495" y="10056710"/>
              <a:ext cx="165166" cy="270700"/>
            </a:xfrm>
            <a:custGeom>
              <a:avLst/>
              <a:gdLst>
                <a:gd name="connsiteX0" fmla="*/ 96865 w 165166"/>
                <a:gd name="connsiteY0" fmla="*/ 105996 h 270700"/>
                <a:gd name="connsiteX1" fmla="*/ 59336 w 165166"/>
                <a:gd name="connsiteY1" fmla="*/ 80374 h 270700"/>
                <a:gd name="connsiteX2" fmla="*/ 82196 w 165166"/>
                <a:gd name="connsiteY2" fmla="*/ 62753 h 270700"/>
                <a:gd name="connsiteX3" fmla="*/ 109723 w 165166"/>
                <a:gd name="connsiteY3" fmla="*/ 82851 h 270700"/>
                <a:gd name="connsiteX4" fmla="*/ 111057 w 165166"/>
                <a:gd name="connsiteY4" fmla="*/ 87899 h 270700"/>
                <a:gd name="connsiteX5" fmla="*/ 162587 w 165166"/>
                <a:gd name="connsiteY5" fmla="*/ 87899 h 270700"/>
                <a:gd name="connsiteX6" fmla="*/ 162111 w 165166"/>
                <a:gd name="connsiteY6" fmla="*/ 80850 h 270700"/>
                <a:gd name="connsiteX7" fmla="*/ 106770 w 165166"/>
                <a:gd name="connsiteY7" fmla="*/ 23700 h 270700"/>
                <a:gd name="connsiteX8" fmla="*/ 106770 w 165166"/>
                <a:gd name="connsiteY8" fmla="*/ 459 h 270700"/>
                <a:gd name="connsiteX9" fmla="*/ 60193 w 165166"/>
                <a:gd name="connsiteY9" fmla="*/ 459 h 270700"/>
                <a:gd name="connsiteX10" fmla="*/ 60193 w 165166"/>
                <a:gd name="connsiteY10" fmla="*/ 23700 h 270700"/>
                <a:gd name="connsiteX11" fmla="*/ 6853 w 165166"/>
                <a:gd name="connsiteY11" fmla="*/ 84470 h 270700"/>
                <a:gd name="connsiteX12" fmla="*/ 79148 w 165166"/>
                <a:gd name="connsiteY12" fmla="*/ 154098 h 270700"/>
                <a:gd name="connsiteX13" fmla="*/ 114390 w 165166"/>
                <a:gd name="connsiteY13" fmla="*/ 182673 h 270700"/>
                <a:gd name="connsiteX14" fmla="*/ 85815 w 165166"/>
                <a:gd name="connsiteY14" fmla="*/ 203247 h 270700"/>
                <a:gd name="connsiteX15" fmla="*/ 54002 w 165166"/>
                <a:gd name="connsiteY15" fmla="*/ 178672 h 270700"/>
                <a:gd name="connsiteX16" fmla="*/ 52859 w 165166"/>
                <a:gd name="connsiteY16" fmla="*/ 173338 h 270700"/>
                <a:gd name="connsiteX17" fmla="*/ 1329 w 165166"/>
                <a:gd name="connsiteY17" fmla="*/ 173338 h 270700"/>
                <a:gd name="connsiteX18" fmla="*/ 1900 w 165166"/>
                <a:gd name="connsiteY18" fmla="*/ 180672 h 270700"/>
                <a:gd name="connsiteX19" fmla="*/ 61527 w 165166"/>
                <a:gd name="connsiteY19" fmla="*/ 242585 h 270700"/>
                <a:gd name="connsiteX20" fmla="*/ 61527 w 165166"/>
                <a:gd name="connsiteY20" fmla="*/ 271160 h 270700"/>
                <a:gd name="connsiteX21" fmla="*/ 108294 w 165166"/>
                <a:gd name="connsiteY21" fmla="*/ 271160 h 270700"/>
                <a:gd name="connsiteX22" fmla="*/ 108294 w 165166"/>
                <a:gd name="connsiteY22" fmla="*/ 242775 h 270700"/>
                <a:gd name="connsiteX23" fmla="*/ 166492 w 165166"/>
                <a:gd name="connsiteY23" fmla="*/ 178291 h 270700"/>
                <a:gd name="connsiteX24" fmla="*/ 96865 w 165166"/>
                <a:gd name="connsiteY24" fmla="*/ 105996 h 270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5166" h="270700">
                  <a:moveTo>
                    <a:pt x="96865" y="105996"/>
                  </a:moveTo>
                  <a:cubicBezTo>
                    <a:pt x="61050" y="96471"/>
                    <a:pt x="59336" y="89994"/>
                    <a:pt x="59336" y="80374"/>
                  </a:cubicBezTo>
                  <a:cubicBezTo>
                    <a:pt x="59336" y="73802"/>
                    <a:pt x="62384" y="62753"/>
                    <a:pt x="82196" y="62753"/>
                  </a:cubicBezTo>
                  <a:cubicBezTo>
                    <a:pt x="102008" y="62753"/>
                    <a:pt x="107246" y="73135"/>
                    <a:pt x="109723" y="82851"/>
                  </a:cubicBezTo>
                  <a:lnTo>
                    <a:pt x="111057" y="87899"/>
                  </a:lnTo>
                  <a:lnTo>
                    <a:pt x="162587" y="87899"/>
                  </a:lnTo>
                  <a:lnTo>
                    <a:pt x="162111" y="80850"/>
                  </a:lnTo>
                  <a:cubicBezTo>
                    <a:pt x="160777" y="66563"/>
                    <a:pt x="152586" y="33225"/>
                    <a:pt x="106770" y="23700"/>
                  </a:cubicBezTo>
                  <a:lnTo>
                    <a:pt x="106770" y="459"/>
                  </a:lnTo>
                  <a:lnTo>
                    <a:pt x="60193" y="459"/>
                  </a:lnTo>
                  <a:lnTo>
                    <a:pt x="60193" y="23700"/>
                  </a:lnTo>
                  <a:cubicBezTo>
                    <a:pt x="27141" y="31416"/>
                    <a:pt x="6853" y="54276"/>
                    <a:pt x="6853" y="84470"/>
                  </a:cubicBezTo>
                  <a:cubicBezTo>
                    <a:pt x="6853" y="119522"/>
                    <a:pt x="27141" y="139048"/>
                    <a:pt x="79148" y="154098"/>
                  </a:cubicBezTo>
                  <a:cubicBezTo>
                    <a:pt x="111818" y="163623"/>
                    <a:pt x="114390" y="171814"/>
                    <a:pt x="114390" y="182673"/>
                  </a:cubicBezTo>
                  <a:cubicBezTo>
                    <a:pt x="114390" y="196293"/>
                    <a:pt x="104865" y="203247"/>
                    <a:pt x="85815" y="203247"/>
                  </a:cubicBezTo>
                  <a:cubicBezTo>
                    <a:pt x="70471" y="204466"/>
                    <a:pt x="56697" y="193836"/>
                    <a:pt x="54002" y="178672"/>
                  </a:cubicBezTo>
                  <a:lnTo>
                    <a:pt x="52859" y="173338"/>
                  </a:lnTo>
                  <a:lnTo>
                    <a:pt x="1329" y="173338"/>
                  </a:lnTo>
                  <a:lnTo>
                    <a:pt x="1900" y="180672"/>
                  </a:lnTo>
                  <a:cubicBezTo>
                    <a:pt x="4472" y="212581"/>
                    <a:pt x="26665" y="235441"/>
                    <a:pt x="61527" y="242585"/>
                  </a:cubicBezTo>
                  <a:lnTo>
                    <a:pt x="61527" y="271160"/>
                  </a:lnTo>
                  <a:lnTo>
                    <a:pt x="108294" y="271160"/>
                  </a:lnTo>
                  <a:lnTo>
                    <a:pt x="108294" y="242775"/>
                  </a:lnTo>
                  <a:cubicBezTo>
                    <a:pt x="145442" y="235727"/>
                    <a:pt x="166492" y="212486"/>
                    <a:pt x="166492" y="178291"/>
                  </a:cubicBezTo>
                  <a:cubicBezTo>
                    <a:pt x="166778" y="140667"/>
                    <a:pt x="146489" y="119808"/>
                    <a:pt x="96865" y="105996"/>
                  </a:cubicBez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AA5CF2EF-4E90-589A-08CA-07F5150B95E0}"/>
              </a:ext>
            </a:extLst>
          </p:cNvPr>
          <p:cNvGrpSpPr/>
          <p:nvPr/>
        </p:nvGrpSpPr>
        <p:grpSpPr>
          <a:xfrm>
            <a:off x="6649085" y="3441236"/>
            <a:ext cx="704852" cy="704853"/>
            <a:chOff x="5502783" y="8830554"/>
            <a:chExt cx="704852" cy="704853"/>
          </a:xfrm>
        </p:grpSpPr>
        <p:sp>
          <p:nvSpPr>
            <p:cNvPr id="142" name="Freeform: Shape 57">
              <a:extLst>
                <a:ext uri="{FF2B5EF4-FFF2-40B4-BE49-F238E27FC236}">
                  <a16:creationId xmlns:a16="http://schemas.microsoft.com/office/drawing/2014/main" id="{667FDDF1-43DD-8C1E-1EC1-B3D8D58BC71C}"/>
                </a:ext>
              </a:extLst>
            </p:cNvPr>
            <p:cNvSpPr/>
            <p:nvPr/>
          </p:nvSpPr>
          <p:spPr>
            <a:xfrm>
              <a:off x="5502783" y="8830554"/>
              <a:ext cx="704852" cy="704853"/>
            </a:xfrm>
            <a:custGeom>
              <a:avLst/>
              <a:gdLst>
                <a:gd name="connsiteX0" fmla="*/ 678080 w 704852"/>
                <a:gd name="connsiteY0" fmla="*/ 287832 h 704853"/>
                <a:gd name="connsiteX1" fmla="*/ 659001 w 704852"/>
                <a:gd name="connsiteY1" fmla="*/ 312587 h 704853"/>
                <a:gd name="connsiteX2" fmla="*/ 659030 w 704852"/>
                <a:gd name="connsiteY2" fmla="*/ 312787 h 704853"/>
                <a:gd name="connsiteX3" fmla="*/ 661792 w 704852"/>
                <a:gd name="connsiteY3" fmla="*/ 353078 h 704853"/>
                <a:gd name="connsiteX4" fmla="*/ 353372 w 704852"/>
                <a:gd name="connsiteY4" fmla="*/ 661402 h 704853"/>
                <a:gd name="connsiteX5" fmla="*/ 45048 w 704852"/>
                <a:gd name="connsiteY5" fmla="*/ 353078 h 704853"/>
                <a:gd name="connsiteX6" fmla="*/ 353754 w 704852"/>
                <a:gd name="connsiteY6" fmla="*/ 44944 h 704853"/>
                <a:gd name="connsiteX7" fmla="*/ 394044 w 704852"/>
                <a:gd name="connsiteY7" fmla="*/ 47706 h 704853"/>
                <a:gd name="connsiteX8" fmla="*/ 418923 w 704852"/>
                <a:gd name="connsiteY8" fmla="*/ 29238 h 704853"/>
                <a:gd name="connsiteX9" fmla="*/ 419000 w 704852"/>
                <a:gd name="connsiteY9" fmla="*/ 28656 h 704853"/>
                <a:gd name="connsiteX10" fmla="*/ 400521 w 704852"/>
                <a:gd name="connsiteY10" fmla="*/ 3615 h 704853"/>
                <a:gd name="connsiteX11" fmla="*/ 400426 w 704852"/>
                <a:gd name="connsiteY11" fmla="*/ 3606 h 704853"/>
                <a:gd name="connsiteX12" fmla="*/ 353754 w 704852"/>
                <a:gd name="connsiteY12" fmla="*/ 462 h 704853"/>
                <a:gd name="connsiteX13" fmla="*/ 1329 w 704852"/>
                <a:gd name="connsiteY13" fmla="*/ 352887 h 704853"/>
                <a:gd name="connsiteX14" fmla="*/ 353754 w 704852"/>
                <a:gd name="connsiteY14" fmla="*/ 705312 h 704853"/>
                <a:gd name="connsiteX15" fmla="*/ 706179 w 704852"/>
                <a:gd name="connsiteY15" fmla="*/ 352887 h 704853"/>
                <a:gd name="connsiteX16" fmla="*/ 703035 w 704852"/>
                <a:gd name="connsiteY16" fmla="*/ 306215 h 704853"/>
                <a:gd name="connsiteX17" fmla="*/ 678080 w 704852"/>
                <a:gd name="connsiteY17" fmla="*/ 287832 h 70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04852" h="704853">
                  <a:moveTo>
                    <a:pt x="678080" y="287832"/>
                  </a:moveTo>
                  <a:cubicBezTo>
                    <a:pt x="665973" y="289403"/>
                    <a:pt x="657439" y="300481"/>
                    <a:pt x="659001" y="312587"/>
                  </a:cubicBezTo>
                  <a:cubicBezTo>
                    <a:pt x="659011" y="312654"/>
                    <a:pt x="659020" y="312721"/>
                    <a:pt x="659030" y="312787"/>
                  </a:cubicBezTo>
                  <a:cubicBezTo>
                    <a:pt x="660925" y="326132"/>
                    <a:pt x="661849" y="339600"/>
                    <a:pt x="661792" y="353078"/>
                  </a:cubicBezTo>
                  <a:cubicBezTo>
                    <a:pt x="661582" y="523309"/>
                    <a:pt x="523603" y="661240"/>
                    <a:pt x="353372" y="661402"/>
                  </a:cubicBezTo>
                  <a:cubicBezTo>
                    <a:pt x="183180" y="661193"/>
                    <a:pt x="45258" y="523271"/>
                    <a:pt x="45048" y="353078"/>
                  </a:cubicBezTo>
                  <a:cubicBezTo>
                    <a:pt x="45362" y="182809"/>
                    <a:pt x="183484" y="44944"/>
                    <a:pt x="353754" y="44944"/>
                  </a:cubicBezTo>
                  <a:cubicBezTo>
                    <a:pt x="367231" y="44887"/>
                    <a:pt x="380700" y="45811"/>
                    <a:pt x="394044" y="47706"/>
                  </a:cubicBezTo>
                  <a:cubicBezTo>
                    <a:pt x="406017" y="49478"/>
                    <a:pt x="417152" y="41210"/>
                    <a:pt x="418923" y="29238"/>
                  </a:cubicBezTo>
                  <a:cubicBezTo>
                    <a:pt x="418952" y="29047"/>
                    <a:pt x="418971" y="28847"/>
                    <a:pt x="419000" y="28656"/>
                  </a:cubicBezTo>
                  <a:cubicBezTo>
                    <a:pt x="420809" y="16636"/>
                    <a:pt x="412542" y="5434"/>
                    <a:pt x="400521" y="3615"/>
                  </a:cubicBezTo>
                  <a:cubicBezTo>
                    <a:pt x="400493" y="3615"/>
                    <a:pt x="400455" y="3606"/>
                    <a:pt x="400426" y="3606"/>
                  </a:cubicBezTo>
                  <a:cubicBezTo>
                    <a:pt x="384967" y="1444"/>
                    <a:pt x="369365" y="396"/>
                    <a:pt x="353754" y="462"/>
                  </a:cubicBezTo>
                  <a:cubicBezTo>
                    <a:pt x="159110" y="462"/>
                    <a:pt x="1329" y="158244"/>
                    <a:pt x="1329" y="352887"/>
                  </a:cubicBezTo>
                  <a:cubicBezTo>
                    <a:pt x="1329" y="547531"/>
                    <a:pt x="159110" y="705312"/>
                    <a:pt x="353754" y="705312"/>
                  </a:cubicBezTo>
                  <a:cubicBezTo>
                    <a:pt x="548387" y="705312"/>
                    <a:pt x="706179" y="547531"/>
                    <a:pt x="706179" y="352887"/>
                  </a:cubicBezTo>
                  <a:cubicBezTo>
                    <a:pt x="706245" y="337276"/>
                    <a:pt x="705197" y="321674"/>
                    <a:pt x="703035" y="306215"/>
                  </a:cubicBezTo>
                  <a:cubicBezTo>
                    <a:pt x="701178" y="294270"/>
                    <a:pt x="690034" y="286070"/>
                    <a:pt x="678080" y="287832"/>
                  </a:cubicBez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58">
              <a:extLst>
                <a:ext uri="{FF2B5EF4-FFF2-40B4-BE49-F238E27FC236}">
                  <a16:creationId xmlns:a16="http://schemas.microsoft.com/office/drawing/2014/main" id="{E1683CC6-FDEA-00E1-B576-DAF995C8B609}"/>
                </a:ext>
              </a:extLst>
            </p:cNvPr>
            <p:cNvSpPr/>
            <p:nvPr/>
          </p:nvSpPr>
          <p:spPr>
            <a:xfrm>
              <a:off x="5772149" y="9048393"/>
              <a:ext cx="165259" cy="270700"/>
            </a:xfrm>
            <a:custGeom>
              <a:avLst/>
              <a:gdLst>
                <a:gd name="connsiteX0" fmla="*/ 106770 w 165259"/>
                <a:gd name="connsiteY0" fmla="*/ 23700 h 270700"/>
                <a:gd name="connsiteX1" fmla="*/ 106770 w 165259"/>
                <a:gd name="connsiteY1" fmla="*/ 459 h 270700"/>
                <a:gd name="connsiteX2" fmla="*/ 60193 w 165259"/>
                <a:gd name="connsiteY2" fmla="*/ 459 h 270700"/>
                <a:gd name="connsiteX3" fmla="*/ 60193 w 165259"/>
                <a:gd name="connsiteY3" fmla="*/ 23605 h 270700"/>
                <a:gd name="connsiteX4" fmla="*/ 6853 w 165259"/>
                <a:gd name="connsiteY4" fmla="*/ 84374 h 270700"/>
                <a:gd name="connsiteX5" fmla="*/ 79148 w 165259"/>
                <a:gd name="connsiteY5" fmla="*/ 154002 h 270700"/>
                <a:gd name="connsiteX6" fmla="*/ 114390 w 165259"/>
                <a:gd name="connsiteY6" fmla="*/ 182577 h 270700"/>
                <a:gd name="connsiteX7" fmla="*/ 85815 w 165259"/>
                <a:gd name="connsiteY7" fmla="*/ 203247 h 270700"/>
                <a:gd name="connsiteX8" fmla="*/ 54002 w 165259"/>
                <a:gd name="connsiteY8" fmla="*/ 178672 h 270700"/>
                <a:gd name="connsiteX9" fmla="*/ 52954 w 165259"/>
                <a:gd name="connsiteY9" fmla="*/ 173338 h 270700"/>
                <a:gd name="connsiteX10" fmla="*/ 1329 w 165259"/>
                <a:gd name="connsiteY10" fmla="*/ 173338 h 270700"/>
                <a:gd name="connsiteX11" fmla="*/ 1900 w 165259"/>
                <a:gd name="connsiteY11" fmla="*/ 180577 h 270700"/>
                <a:gd name="connsiteX12" fmla="*/ 61527 w 165259"/>
                <a:gd name="connsiteY12" fmla="*/ 242585 h 270700"/>
                <a:gd name="connsiteX13" fmla="*/ 61527 w 165259"/>
                <a:gd name="connsiteY13" fmla="*/ 271160 h 270700"/>
                <a:gd name="connsiteX14" fmla="*/ 108295 w 165259"/>
                <a:gd name="connsiteY14" fmla="*/ 271160 h 270700"/>
                <a:gd name="connsiteX15" fmla="*/ 108295 w 165259"/>
                <a:gd name="connsiteY15" fmla="*/ 243156 h 270700"/>
                <a:gd name="connsiteX16" fmla="*/ 166588 w 165259"/>
                <a:gd name="connsiteY16" fmla="*/ 178672 h 270700"/>
                <a:gd name="connsiteX17" fmla="*/ 96579 w 165259"/>
                <a:gd name="connsiteY17" fmla="*/ 106758 h 270700"/>
                <a:gd name="connsiteX18" fmla="*/ 59145 w 165259"/>
                <a:gd name="connsiteY18" fmla="*/ 81136 h 270700"/>
                <a:gd name="connsiteX19" fmla="*/ 81910 w 165259"/>
                <a:gd name="connsiteY19" fmla="*/ 63515 h 270700"/>
                <a:gd name="connsiteX20" fmla="*/ 109533 w 165259"/>
                <a:gd name="connsiteY20" fmla="*/ 83612 h 270700"/>
                <a:gd name="connsiteX21" fmla="*/ 110771 w 165259"/>
                <a:gd name="connsiteY21" fmla="*/ 88661 h 270700"/>
                <a:gd name="connsiteX22" fmla="*/ 162397 w 165259"/>
                <a:gd name="connsiteY22" fmla="*/ 88661 h 270700"/>
                <a:gd name="connsiteX23" fmla="*/ 161634 w 165259"/>
                <a:gd name="connsiteY23" fmla="*/ 81327 h 270700"/>
                <a:gd name="connsiteX24" fmla="*/ 106770 w 165259"/>
                <a:gd name="connsiteY24" fmla="*/ 23700 h 270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5259" h="270700">
                  <a:moveTo>
                    <a:pt x="106770" y="23700"/>
                  </a:moveTo>
                  <a:lnTo>
                    <a:pt x="106770" y="459"/>
                  </a:lnTo>
                  <a:lnTo>
                    <a:pt x="60193" y="459"/>
                  </a:lnTo>
                  <a:lnTo>
                    <a:pt x="60193" y="23605"/>
                  </a:lnTo>
                  <a:cubicBezTo>
                    <a:pt x="27141" y="31225"/>
                    <a:pt x="6853" y="54180"/>
                    <a:pt x="6853" y="84374"/>
                  </a:cubicBezTo>
                  <a:cubicBezTo>
                    <a:pt x="6853" y="119427"/>
                    <a:pt x="27141" y="138953"/>
                    <a:pt x="79148" y="154002"/>
                  </a:cubicBezTo>
                  <a:cubicBezTo>
                    <a:pt x="111914" y="163527"/>
                    <a:pt x="114390" y="171719"/>
                    <a:pt x="114390" y="182577"/>
                  </a:cubicBezTo>
                  <a:cubicBezTo>
                    <a:pt x="114390" y="196293"/>
                    <a:pt x="104865" y="203247"/>
                    <a:pt x="85815" y="203247"/>
                  </a:cubicBezTo>
                  <a:cubicBezTo>
                    <a:pt x="70480" y="204418"/>
                    <a:pt x="56736" y="193807"/>
                    <a:pt x="54002" y="178672"/>
                  </a:cubicBezTo>
                  <a:lnTo>
                    <a:pt x="52954" y="173338"/>
                  </a:lnTo>
                  <a:lnTo>
                    <a:pt x="1329" y="173338"/>
                  </a:lnTo>
                  <a:lnTo>
                    <a:pt x="1900" y="180577"/>
                  </a:lnTo>
                  <a:cubicBezTo>
                    <a:pt x="4472" y="212581"/>
                    <a:pt x="26665" y="235441"/>
                    <a:pt x="61527" y="242585"/>
                  </a:cubicBezTo>
                  <a:lnTo>
                    <a:pt x="61527" y="271160"/>
                  </a:lnTo>
                  <a:lnTo>
                    <a:pt x="108295" y="271160"/>
                  </a:lnTo>
                  <a:lnTo>
                    <a:pt x="108295" y="243156"/>
                  </a:lnTo>
                  <a:cubicBezTo>
                    <a:pt x="145442" y="236108"/>
                    <a:pt x="166588" y="212867"/>
                    <a:pt x="166588" y="178672"/>
                  </a:cubicBezTo>
                  <a:cubicBezTo>
                    <a:pt x="166588" y="141429"/>
                    <a:pt x="146299" y="120570"/>
                    <a:pt x="96579" y="106758"/>
                  </a:cubicBezTo>
                  <a:cubicBezTo>
                    <a:pt x="60860" y="96662"/>
                    <a:pt x="59145" y="90756"/>
                    <a:pt x="59145" y="81136"/>
                  </a:cubicBezTo>
                  <a:cubicBezTo>
                    <a:pt x="59145" y="74564"/>
                    <a:pt x="62098" y="63515"/>
                    <a:pt x="81910" y="63515"/>
                  </a:cubicBezTo>
                  <a:cubicBezTo>
                    <a:pt x="101722" y="63515"/>
                    <a:pt x="107056" y="73897"/>
                    <a:pt x="109533" y="83612"/>
                  </a:cubicBezTo>
                  <a:lnTo>
                    <a:pt x="110771" y="88661"/>
                  </a:lnTo>
                  <a:lnTo>
                    <a:pt x="162397" y="88661"/>
                  </a:lnTo>
                  <a:lnTo>
                    <a:pt x="161634" y="81327"/>
                  </a:lnTo>
                  <a:cubicBezTo>
                    <a:pt x="160777" y="66468"/>
                    <a:pt x="152681" y="33225"/>
                    <a:pt x="106770" y="23700"/>
                  </a:cubicBez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62">
              <a:extLst>
                <a:ext uri="{FF2B5EF4-FFF2-40B4-BE49-F238E27FC236}">
                  <a16:creationId xmlns:a16="http://schemas.microsoft.com/office/drawing/2014/main" id="{09284361-C271-F95C-A09D-497C68AED88F}"/>
                </a:ext>
              </a:extLst>
            </p:cNvPr>
            <p:cNvSpPr/>
            <p:nvPr/>
          </p:nvSpPr>
          <p:spPr>
            <a:xfrm>
              <a:off x="5961602" y="8831010"/>
              <a:ext cx="245690" cy="246529"/>
            </a:xfrm>
            <a:custGeom>
              <a:avLst/>
              <a:gdLst>
                <a:gd name="connsiteX0" fmla="*/ 14473 w 245690"/>
                <a:gd name="connsiteY0" fmla="*/ 245275 h 246529"/>
                <a:gd name="connsiteX1" fmla="*/ 22950 w 245690"/>
                <a:gd name="connsiteY1" fmla="*/ 246989 h 246529"/>
                <a:gd name="connsiteX2" fmla="*/ 197829 w 245690"/>
                <a:gd name="connsiteY2" fmla="*/ 246989 h 246529"/>
                <a:gd name="connsiteX3" fmla="*/ 219832 w 245690"/>
                <a:gd name="connsiteY3" fmla="*/ 224986 h 246529"/>
                <a:gd name="connsiteX4" fmla="*/ 197925 w 245690"/>
                <a:gd name="connsiteY4" fmla="*/ 202889 h 246529"/>
                <a:gd name="connsiteX5" fmla="*/ 197829 w 245690"/>
                <a:gd name="connsiteY5" fmla="*/ 202889 h 246529"/>
                <a:gd name="connsiteX6" fmla="*/ 75719 w 245690"/>
                <a:gd name="connsiteY6" fmla="*/ 202889 h 246529"/>
                <a:gd name="connsiteX7" fmla="*/ 240596 w 245690"/>
                <a:gd name="connsiteY7" fmla="*/ 38106 h 246529"/>
                <a:gd name="connsiteX8" fmla="*/ 240596 w 245690"/>
                <a:gd name="connsiteY8" fmla="*/ 6959 h 246529"/>
                <a:gd name="connsiteX9" fmla="*/ 209612 w 245690"/>
                <a:gd name="connsiteY9" fmla="*/ 6797 h 246529"/>
                <a:gd name="connsiteX10" fmla="*/ 209450 w 245690"/>
                <a:gd name="connsiteY10" fmla="*/ 6959 h 246529"/>
                <a:gd name="connsiteX11" fmla="*/ 45429 w 245690"/>
                <a:gd name="connsiteY11" fmla="*/ 171742 h 246529"/>
                <a:gd name="connsiteX12" fmla="*/ 45429 w 245690"/>
                <a:gd name="connsiteY12" fmla="*/ 49726 h 246529"/>
                <a:gd name="connsiteX13" fmla="*/ 23427 w 245690"/>
                <a:gd name="connsiteY13" fmla="*/ 27629 h 246529"/>
                <a:gd name="connsiteX14" fmla="*/ 1329 w 245690"/>
                <a:gd name="connsiteY14" fmla="*/ 49726 h 246529"/>
                <a:gd name="connsiteX15" fmla="*/ 1329 w 245690"/>
                <a:gd name="connsiteY15" fmla="*/ 224986 h 246529"/>
                <a:gd name="connsiteX16" fmla="*/ 3043 w 245690"/>
                <a:gd name="connsiteY16" fmla="*/ 233368 h 246529"/>
                <a:gd name="connsiteX17" fmla="*/ 14473 w 245690"/>
                <a:gd name="connsiteY17" fmla="*/ 245275 h 24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5690" h="246529">
                  <a:moveTo>
                    <a:pt x="14473" y="245275"/>
                  </a:moveTo>
                  <a:cubicBezTo>
                    <a:pt x="17159" y="246399"/>
                    <a:pt x="20036" y="246980"/>
                    <a:pt x="22950" y="246989"/>
                  </a:cubicBezTo>
                  <a:lnTo>
                    <a:pt x="197829" y="246989"/>
                  </a:lnTo>
                  <a:cubicBezTo>
                    <a:pt x="209983" y="246989"/>
                    <a:pt x="219832" y="237140"/>
                    <a:pt x="219832" y="224986"/>
                  </a:cubicBezTo>
                  <a:cubicBezTo>
                    <a:pt x="219880" y="212833"/>
                    <a:pt x="210079" y="202946"/>
                    <a:pt x="197925" y="202889"/>
                  </a:cubicBezTo>
                  <a:cubicBezTo>
                    <a:pt x="197896" y="202889"/>
                    <a:pt x="197858" y="202889"/>
                    <a:pt x="197829" y="202889"/>
                  </a:cubicBezTo>
                  <a:lnTo>
                    <a:pt x="75719" y="202889"/>
                  </a:lnTo>
                  <a:lnTo>
                    <a:pt x="240596" y="38106"/>
                  </a:lnTo>
                  <a:cubicBezTo>
                    <a:pt x="249159" y="29486"/>
                    <a:pt x="249159" y="15579"/>
                    <a:pt x="240596" y="6959"/>
                  </a:cubicBezTo>
                  <a:cubicBezTo>
                    <a:pt x="232091" y="-1642"/>
                    <a:pt x="218213" y="-1718"/>
                    <a:pt x="209612" y="6797"/>
                  </a:cubicBezTo>
                  <a:cubicBezTo>
                    <a:pt x="209564" y="6845"/>
                    <a:pt x="209507" y="6902"/>
                    <a:pt x="209450" y="6959"/>
                  </a:cubicBezTo>
                  <a:lnTo>
                    <a:pt x="45429" y="171742"/>
                  </a:lnTo>
                  <a:lnTo>
                    <a:pt x="45429" y="49726"/>
                  </a:lnTo>
                  <a:cubicBezTo>
                    <a:pt x="45429" y="37563"/>
                    <a:pt x="35590" y="27686"/>
                    <a:pt x="23427" y="27629"/>
                  </a:cubicBezTo>
                  <a:cubicBezTo>
                    <a:pt x="11225" y="27629"/>
                    <a:pt x="1329" y="37525"/>
                    <a:pt x="1329" y="49726"/>
                  </a:cubicBezTo>
                  <a:lnTo>
                    <a:pt x="1329" y="224986"/>
                  </a:lnTo>
                  <a:cubicBezTo>
                    <a:pt x="1376" y="227863"/>
                    <a:pt x="1957" y="230701"/>
                    <a:pt x="3043" y="233368"/>
                  </a:cubicBezTo>
                  <a:cubicBezTo>
                    <a:pt x="5177" y="238664"/>
                    <a:pt x="9272" y="242932"/>
                    <a:pt x="14473" y="245275"/>
                  </a:cubicBez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E10D0AB6-573D-679A-5595-978E1CA0D660}"/>
              </a:ext>
            </a:extLst>
          </p:cNvPr>
          <p:cNvGrpSpPr/>
          <p:nvPr/>
        </p:nvGrpSpPr>
        <p:grpSpPr>
          <a:xfrm>
            <a:off x="5897682" y="5865749"/>
            <a:ext cx="705231" cy="704853"/>
            <a:chOff x="5502401" y="7827095"/>
            <a:chExt cx="705231" cy="704853"/>
          </a:xfrm>
        </p:grpSpPr>
        <p:sp>
          <p:nvSpPr>
            <p:cNvPr id="146" name="Freeform: Shape 63">
              <a:extLst>
                <a:ext uri="{FF2B5EF4-FFF2-40B4-BE49-F238E27FC236}">
                  <a16:creationId xmlns:a16="http://schemas.microsoft.com/office/drawing/2014/main" id="{077615BF-4F06-52CA-8616-21C0944B407D}"/>
                </a:ext>
              </a:extLst>
            </p:cNvPr>
            <p:cNvSpPr/>
            <p:nvPr/>
          </p:nvSpPr>
          <p:spPr>
            <a:xfrm>
              <a:off x="5502401" y="7827095"/>
              <a:ext cx="704853" cy="704853"/>
            </a:xfrm>
            <a:custGeom>
              <a:avLst/>
              <a:gdLst>
                <a:gd name="connsiteX0" fmla="*/ 678461 w 704853"/>
                <a:gd name="connsiteY0" fmla="*/ 288022 h 704853"/>
                <a:gd name="connsiteX1" fmla="*/ 659354 w 704853"/>
                <a:gd name="connsiteY1" fmla="*/ 312587 h 704853"/>
                <a:gd name="connsiteX2" fmla="*/ 659411 w 704853"/>
                <a:gd name="connsiteY2" fmla="*/ 312978 h 704853"/>
                <a:gd name="connsiteX3" fmla="*/ 662173 w 704853"/>
                <a:gd name="connsiteY3" fmla="*/ 353268 h 704853"/>
                <a:gd name="connsiteX4" fmla="*/ 353754 w 704853"/>
                <a:gd name="connsiteY4" fmla="*/ 661593 h 704853"/>
                <a:gd name="connsiteX5" fmla="*/ 45429 w 704853"/>
                <a:gd name="connsiteY5" fmla="*/ 353268 h 704853"/>
                <a:gd name="connsiteX6" fmla="*/ 353754 w 704853"/>
                <a:gd name="connsiteY6" fmla="*/ 44849 h 704853"/>
                <a:gd name="connsiteX7" fmla="*/ 394045 w 704853"/>
                <a:gd name="connsiteY7" fmla="*/ 47611 h 704853"/>
                <a:gd name="connsiteX8" fmla="*/ 418924 w 704853"/>
                <a:gd name="connsiteY8" fmla="*/ 29142 h 704853"/>
                <a:gd name="connsiteX9" fmla="*/ 419000 w 704853"/>
                <a:gd name="connsiteY9" fmla="*/ 28561 h 704853"/>
                <a:gd name="connsiteX10" fmla="*/ 400607 w 704853"/>
                <a:gd name="connsiteY10" fmla="*/ 3634 h 704853"/>
                <a:gd name="connsiteX11" fmla="*/ 400426 w 704853"/>
                <a:gd name="connsiteY11" fmla="*/ 3605 h 704853"/>
                <a:gd name="connsiteX12" fmla="*/ 353754 w 704853"/>
                <a:gd name="connsiteY12" fmla="*/ 462 h 704853"/>
                <a:gd name="connsiteX13" fmla="*/ 1329 w 704853"/>
                <a:gd name="connsiteY13" fmla="*/ 352887 h 704853"/>
                <a:gd name="connsiteX14" fmla="*/ 353754 w 704853"/>
                <a:gd name="connsiteY14" fmla="*/ 705312 h 704853"/>
                <a:gd name="connsiteX15" fmla="*/ 706179 w 704853"/>
                <a:gd name="connsiteY15" fmla="*/ 352887 h 704853"/>
                <a:gd name="connsiteX16" fmla="*/ 703036 w 704853"/>
                <a:gd name="connsiteY16" fmla="*/ 306215 h 704853"/>
                <a:gd name="connsiteX17" fmla="*/ 678461 w 704853"/>
                <a:gd name="connsiteY17" fmla="*/ 288022 h 70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04853" h="704853">
                  <a:moveTo>
                    <a:pt x="678461" y="288022"/>
                  </a:moveTo>
                  <a:cubicBezTo>
                    <a:pt x="666402" y="289527"/>
                    <a:pt x="657849" y="300528"/>
                    <a:pt x="659354" y="312587"/>
                  </a:cubicBezTo>
                  <a:cubicBezTo>
                    <a:pt x="659373" y="312720"/>
                    <a:pt x="659392" y="312844"/>
                    <a:pt x="659411" y="312978"/>
                  </a:cubicBezTo>
                  <a:cubicBezTo>
                    <a:pt x="661306" y="326322"/>
                    <a:pt x="662231" y="339790"/>
                    <a:pt x="662173" y="353268"/>
                  </a:cubicBezTo>
                  <a:cubicBezTo>
                    <a:pt x="661964" y="523499"/>
                    <a:pt x="523984" y="661440"/>
                    <a:pt x="353754" y="661593"/>
                  </a:cubicBezTo>
                  <a:cubicBezTo>
                    <a:pt x="183561" y="661383"/>
                    <a:pt x="45639" y="523461"/>
                    <a:pt x="45429" y="353268"/>
                  </a:cubicBezTo>
                  <a:cubicBezTo>
                    <a:pt x="45592" y="183037"/>
                    <a:pt x="183523" y="45058"/>
                    <a:pt x="353754" y="44849"/>
                  </a:cubicBezTo>
                  <a:cubicBezTo>
                    <a:pt x="367232" y="44792"/>
                    <a:pt x="380700" y="45715"/>
                    <a:pt x="394045" y="47611"/>
                  </a:cubicBezTo>
                  <a:cubicBezTo>
                    <a:pt x="406017" y="49383"/>
                    <a:pt x="417152" y="41115"/>
                    <a:pt x="418924" y="29142"/>
                  </a:cubicBezTo>
                  <a:cubicBezTo>
                    <a:pt x="418952" y="28952"/>
                    <a:pt x="418972" y="28752"/>
                    <a:pt x="419000" y="28561"/>
                  </a:cubicBezTo>
                  <a:cubicBezTo>
                    <a:pt x="420800" y="16598"/>
                    <a:pt x="412571" y="5434"/>
                    <a:pt x="400607" y="3634"/>
                  </a:cubicBezTo>
                  <a:cubicBezTo>
                    <a:pt x="400541" y="3625"/>
                    <a:pt x="400483" y="3615"/>
                    <a:pt x="400426" y="3605"/>
                  </a:cubicBezTo>
                  <a:cubicBezTo>
                    <a:pt x="384967" y="1443"/>
                    <a:pt x="369365" y="395"/>
                    <a:pt x="353754" y="462"/>
                  </a:cubicBezTo>
                  <a:cubicBezTo>
                    <a:pt x="159110" y="462"/>
                    <a:pt x="1329" y="158253"/>
                    <a:pt x="1329" y="352887"/>
                  </a:cubicBezTo>
                  <a:cubicBezTo>
                    <a:pt x="1329" y="547531"/>
                    <a:pt x="159110" y="705312"/>
                    <a:pt x="353754" y="705312"/>
                  </a:cubicBezTo>
                  <a:cubicBezTo>
                    <a:pt x="548388" y="705312"/>
                    <a:pt x="706179" y="547531"/>
                    <a:pt x="706179" y="352887"/>
                  </a:cubicBezTo>
                  <a:cubicBezTo>
                    <a:pt x="706255" y="337276"/>
                    <a:pt x="705198" y="321674"/>
                    <a:pt x="703036" y="306215"/>
                  </a:cubicBezTo>
                  <a:cubicBezTo>
                    <a:pt x="701083" y="294518"/>
                    <a:pt x="690215" y="286479"/>
                    <a:pt x="678461" y="288022"/>
                  </a:cubicBez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64">
              <a:extLst>
                <a:ext uri="{FF2B5EF4-FFF2-40B4-BE49-F238E27FC236}">
                  <a16:creationId xmlns:a16="http://schemas.microsoft.com/office/drawing/2014/main" id="{AE86AAB6-CA7B-D1F7-F5ED-2C3EDA125A50}"/>
                </a:ext>
              </a:extLst>
            </p:cNvPr>
            <p:cNvSpPr/>
            <p:nvPr/>
          </p:nvSpPr>
          <p:spPr>
            <a:xfrm>
              <a:off x="5772149" y="8044744"/>
              <a:ext cx="165259" cy="270700"/>
            </a:xfrm>
            <a:custGeom>
              <a:avLst/>
              <a:gdLst>
                <a:gd name="connsiteX0" fmla="*/ 106770 w 165259"/>
                <a:gd name="connsiteY0" fmla="*/ 23796 h 270700"/>
                <a:gd name="connsiteX1" fmla="*/ 106770 w 165259"/>
                <a:gd name="connsiteY1" fmla="*/ 459 h 270700"/>
                <a:gd name="connsiteX2" fmla="*/ 60193 w 165259"/>
                <a:gd name="connsiteY2" fmla="*/ 459 h 270700"/>
                <a:gd name="connsiteX3" fmla="*/ 60193 w 165259"/>
                <a:gd name="connsiteY3" fmla="*/ 23700 h 270700"/>
                <a:gd name="connsiteX4" fmla="*/ 6853 w 165259"/>
                <a:gd name="connsiteY4" fmla="*/ 84470 h 270700"/>
                <a:gd name="connsiteX5" fmla="*/ 79148 w 165259"/>
                <a:gd name="connsiteY5" fmla="*/ 154003 h 270700"/>
                <a:gd name="connsiteX6" fmla="*/ 114390 w 165259"/>
                <a:gd name="connsiteY6" fmla="*/ 182578 h 270700"/>
                <a:gd name="connsiteX7" fmla="*/ 85815 w 165259"/>
                <a:gd name="connsiteY7" fmla="*/ 203247 h 270700"/>
                <a:gd name="connsiteX8" fmla="*/ 54002 w 165259"/>
                <a:gd name="connsiteY8" fmla="*/ 178672 h 270700"/>
                <a:gd name="connsiteX9" fmla="*/ 52954 w 165259"/>
                <a:gd name="connsiteY9" fmla="*/ 173338 h 270700"/>
                <a:gd name="connsiteX10" fmla="*/ 1329 w 165259"/>
                <a:gd name="connsiteY10" fmla="*/ 173338 h 270700"/>
                <a:gd name="connsiteX11" fmla="*/ 1900 w 165259"/>
                <a:gd name="connsiteY11" fmla="*/ 180577 h 270700"/>
                <a:gd name="connsiteX12" fmla="*/ 61527 w 165259"/>
                <a:gd name="connsiteY12" fmla="*/ 242585 h 270700"/>
                <a:gd name="connsiteX13" fmla="*/ 61527 w 165259"/>
                <a:gd name="connsiteY13" fmla="*/ 271160 h 270700"/>
                <a:gd name="connsiteX14" fmla="*/ 108295 w 165259"/>
                <a:gd name="connsiteY14" fmla="*/ 271160 h 270700"/>
                <a:gd name="connsiteX15" fmla="*/ 108295 w 165259"/>
                <a:gd name="connsiteY15" fmla="*/ 243156 h 270700"/>
                <a:gd name="connsiteX16" fmla="*/ 166588 w 165259"/>
                <a:gd name="connsiteY16" fmla="*/ 178672 h 270700"/>
                <a:gd name="connsiteX17" fmla="*/ 96579 w 165259"/>
                <a:gd name="connsiteY17" fmla="*/ 106758 h 270700"/>
                <a:gd name="connsiteX18" fmla="*/ 59145 w 165259"/>
                <a:gd name="connsiteY18" fmla="*/ 81136 h 270700"/>
                <a:gd name="connsiteX19" fmla="*/ 81910 w 165259"/>
                <a:gd name="connsiteY19" fmla="*/ 63515 h 270700"/>
                <a:gd name="connsiteX20" fmla="*/ 109533 w 165259"/>
                <a:gd name="connsiteY20" fmla="*/ 83613 h 270700"/>
                <a:gd name="connsiteX21" fmla="*/ 110771 w 165259"/>
                <a:gd name="connsiteY21" fmla="*/ 88661 h 270700"/>
                <a:gd name="connsiteX22" fmla="*/ 162397 w 165259"/>
                <a:gd name="connsiteY22" fmla="*/ 88661 h 270700"/>
                <a:gd name="connsiteX23" fmla="*/ 161634 w 165259"/>
                <a:gd name="connsiteY23" fmla="*/ 81327 h 270700"/>
                <a:gd name="connsiteX24" fmla="*/ 106770 w 165259"/>
                <a:gd name="connsiteY24" fmla="*/ 23796 h 270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5259" h="270700">
                  <a:moveTo>
                    <a:pt x="106770" y="23796"/>
                  </a:moveTo>
                  <a:lnTo>
                    <a:pt x="106770" y="459"/>
                  </a:lnTo>
                  <a:lnTo>
                    <a:pt x="60193" y="459"/>
                  </a:lnTo>
                  <a:lnTo>
                    <a:pt x="60193" y="23700"/>
                  </a:lnTo>
                  <a:cubicBezTo>
                    <a:pt x="27141" y="31320"/>
                    <a:pt x="6853" y="54276"/>
                    <a:pt x="6853" y="84470"/>
                  </a:cubicBezTo>
                  <a:cubicBezTo>
                    <a:pt x="6853" y="119522"/>
                    <a:pt x="27141" y="139048"/>
                    <a:pt x="79148" y="154003"/>
                  </a:cubicBezTo>
                  <a:cubicBezTo>
                    <a:pt x="111914" y="163528"/>
                    <a:pt x="114390" y="171814"/>
                    <a:pt x="114390" y="182578"/>
                  </a:cubicBezTo>
                  <a:cubicBezTo>
                    <a:pt x="114390" y="196294"/>
                    <a:pt x="104865" y="203247"/>
                    <a:pt x="85815" y="203247"/>
                  </a:cubicBezTo>
                  <a:cubicBezTo>
                    <a:pt x="70480" y="204418"/>
                    <a:pt x="56736" y="193807"/>
                    <a:pt x="54002" y="178672"/>
                  </a:cubicBezTo>
                  <a:lnTo>
                    <a:pt x="52954" y="173338"/>
                  </a:lnTo>
                  <a:lnTo>
                    <a:pt x="1329" y="173338"/>
                  </a:lnTo>
                  <a:lnTo>
                    <a:pt x="1900" y="180577"/>
                  </a:lnTo>
                  <a:cubicBezTo>
                    <a:pt x="4472" y="212581"/>
                    <a:pt x="26665" y="235346"/>
                    <a:pt x="61527" y="242585"/>
                  </a:cubicBezTo>
                  <a:lnTo>
                    <a:pt x="61527" y="271160"/>
                  </a:lnTo>
                  <a:lnTo>
                    <a:pt x="108295" y="271160"/>
                  </a:lnTo>
                  <a:lnTo>
                    <a:pt x="108295" y="243156"/>
                  </a:lnTo>
                  <a:cubicBezTo>
                    <a:pt x="145442" y="236108"/>
                    <a:pt x="166588" y="212772"/>
                    <a:pt x="166588" y="178672"/>
                  </a:cubicBezTo>
                  <a:cubicBezTo>
                    <a:pt x="166588" y="141334"/>
                    <a:pt x="146299" y="120570"/>
                    <a:pt x="96579" y="106758"/>
                  </a:cubicBezTo>
                  <a:cubicBezTo>
                    <a:pt x="60860" y="96662"/>
                    <a:pt x="59145" y="90756"/>
                    <a:pt x="59145" y="81136"/>
                  </a:cubicBezTo>
                  <a:cubicBezTo>
                    <a:pt x="59145" y="74564"/>
                    <a:pt x="62098" y="63515"/>
                    <a:pt x="81910" y="63515"/>
                  </a:cubicBezTo>
                  <a:cubicBezTo>
                    <a:pt x="101722" y="63515"/>
                    <a:pt x="107056" y="73897"/>
                    <a:pt x="109533" y="83613"/>
                  </a:cubicBezTo>
                  <a:lnTo>
                    <a:pt x="110771" y="88661"/>
                  </a:lnTo>
                  <a:lnTo>
                    <a:pt x="162397" y="88661"/>
                  </a:lnTo>
                  <a:lnTo>
                    <a:pt x="161634" y="81327"/>
                  </a:lnTo>
                  <a:cubicBezTo>
                    <a:pt x="160777" y="66563"/>
                    <a:pt x="152681" y="33321"/>
                    <a:pt x="106770" y="23796"/>
                  </a:cubicBez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74">
              <a:extLst>
                <a:ext uri="{FF2B5EF4-FFF2-40B4-BE49-F238E27FC236}">
                  <a16:creationId xmlns:a16="http://schemas.microsoft.com/office/drawing/2014/main" id="{3477EA28-C084-FF14-40B9-4FEE954BEBA7}"/>
                </a:ext>
              </a:extLst>
            </p:cNvPr>
            <p:cNvSpPr/>
            <p:nvPr/>
          </p:nvSpPr>
          <p:spPr>
            <a:xfrm>
              <a:off x="5961180" y="7827479"/>
              <a:ext cx="246452" cy="246452"/>
            </a:xfrm>
            <a:custGeom>
              <a:avLst/>
              <a:gdLst>
                <a:gd name="connsiteX0" fmla="*/ 234160 w 246452"/>
                <a:gd name="connsiteY0" fmla="*/ 2174 h 246452"/>
                <a:gd name="connsiteX1" fmla="*/ 225778 w 246452"/>
                <a:gd name="connsiteY1" fmla="*/ 460 h 246452"/>
                <a:gd name="connsiteX2" fmla="*/ 50518 w 246452"/>
                <a:gd name="connsiteY2" fmla="*/ 460 h 246452"/>
                <a:gd name="connsiteX3" fmla="*/ 28515 w 246452"/>
                <a:gd name="connsiteY3" fmla="*/ 22272 h 246452"/>
                <a:gd name="connsiteX4" fmla="*/ 28515 w 246452"/>
                <a:gd name="connsiteY4" fmla="*/ 22462 h 246452"/>
                <a:gd name="connsiteX5" fmla="*/ 50327 w 246452"/>
                <a:gd name="connsiteY5" fmla="*/ 44465 h 246452"/>
                <a:gd name="connsiteX6" fmla="*/ 50518 w 246452"/>
                <a:gd name="connsiteY6" fmla="*/ 44465 h 246452"/>
                <a:gd name="connsiteX7" fmla="*/ 172628 w 246452"/>
                <a:gd name="connsiteY7" fmla="*/ 44465 h 246452"/>
                <a:gd name="connsiteX8" fmla="*/ 7751 w 246452"/>
                <a:gd name="connsiteY8" fmla="*/ 209343 h 246452"/>
                <a:gd name="connsiteX9" fmla="*/ 7751 w 246452"/>
                <a:gd name="connsiteY9" fmla="*/ 240490 h 246452"/>
                <a:gd name="connsiteX10" fmla="*/ 38898 w 246452"/>
                <a:gd name="connsiteY10" fmla="*/ 240490 h 246452"/>
                <a:gd name="connsiteX11" fmla="*/ 203775 w 246452"/>
                <a:gd name="connsiteY11" fmla="*/ 75612 h 246452"/>
                <a:gd name="connsiteX12" fmla="*/ 203775 w 246452"/>
                <a:gd name="connsiteY12" fmla="*/ 197722 h 246452"/>
                <a:gd name="connsiteX13" fmla="*/ 225587 w 246452"/>
                <a:gd name="connsiteY13" fmla="*/ 219725 h 246452"/>
                <a:gd name="connsiteX14" fmla="*/ 225778 w 246452"/>
                <a:gd name="connsiteY14" fmla="*/ 219725 h 246452"/>
                <a:gd name="connsiteX15" fmla="*/ 247781 w 246452"/>
                <a:gd name="connsiteY15" fmla="*/ 197913 h 246452"/>
                <a:gd name="connsiteX16" fmla="*/ 247781 w 246452"/>
                <a:gd name="connsiteY16" fmla="*/ 197722 h 246452"/>
                <a:gd name="connsiteX17" fmla="*/ 247781 w 246452"/>
                <a:gd name="connsiteY17" fmla="*/ 22462 h 246452"/>
                <a:gd name="connsiteX18" fmla="*/ 245876 w 246452"/>
                <a:gd name="connsiteY18" fmla="*/ 14557 h 246452"/>
                <a:gd name="connsiteX19" fmla="*/ 234160 w 246452"/>
                <a:gd name="connsiteY19" fmla="*/ 2174 h 246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46452" h="246452">
                  <a:moveTo>
                    <a:pt x="234160" y="2174"/>
                  </a:moveTo>
                  <a:cubicBezTo>
                    <a:pt x="231512" y="1041"/>
                    <a:pt x="228664" y="460"/>
                    <a:pt x="225778" y="460"/>
                  </a:cubicBezTo>
                  <a:lnTo>
                    <a:pt x="50518" y="460"/>
                  </a:lnTo>
                  <a:cubicBezTo>
                    <a:pt x="38421" y="403"/>
                    <a:pt x="28572" y="10175"/>
                    <a:pt x="28515" y="22272"/>
                  </a:cubicBezTo>
                  <a:cubicBezTo>
                    <a:pt x="28515" y="22338"/>
                    <a:pt x="28515" y="22396"/>
                    <a:pt x="28515" y="22462"/>
                  </a:cubicBezTo>
                  <a:cubicBezTo>
                    <a:pt x="28458" y="34559"/>
                    <a:pt x="38231" y="44408"/>
                    <a:pt x="50327" y="44465"/>
                  </a:cubicBezTo>
                  <a:cubicBezTo>
                    <a:pt x="50394" y="44465"/>
                    <a:pt x="50451" y="44465"/>
                    <a:pt x="50518" y="44465"/>
                  </a:cubicBezTo>
                  <a:lnTo>
                    <a:pt x="172628" y="44465"/>
                  </a:lnTo>
                  <a:lnTo>
                    <a:pt x="7751" y="209343"/>
                  </a:lnTo>
                  <a:cubicBezTo>
                    <a:pt x="-812" y="217963"/>
                    <a:pt x="-812" y="231870"/>
                    <a:pt x="7751" y="240490"/>
                  </a:cubicBezTo>
                  <a:cubicBezTo>
                    <a:pt x="16371" y="249052"/>
                    <a:pt x="30277" y="249052"/>
                    <a:pt x="38898" y="240490"/>
                  </a:cubicBezTo>
                  <a:lnTo>
                    <a:pt x="203775" y="75612"/>
                  </a:lnTo>
                  <a:lnTo>
                    <a:pt x="203775" y="197722"/>
                  </a:lnTo>
                  <a:cubicBezTo>
                    <a:pt x="203718" y="209819"/>
                    <a:pt x="213490" y="219668"/>
                    <a:pt x="225587" y="219725"/>
                  </a:cubicBezTo>
                  <a:cubicBezTo>
                    <a:pt x="225654" y="219725"/>
                    <a:pt x="225711" y="219725"/>
                    <a:pt x="225778" y="219725"/>
                  </a:cubicBezTo>
                  <a:cubicBezTo>
                    <a:pt x="237874" y="219782"/>
                    <a:pt x="247723" y="210010"/>
                    <a:pt x="247781" y="197913"/>
                  </a:cubicBezTo>
                  <a:cubicBezTo>
                    <a:pt x="247781" y="197846"/>
                    <a:pt x="247781" y="197789"/>
                    <a:pt x="247781" y="197722"/>
                  </a:cubicBezTo>
                  <a:lnTo>
                    <a:pt x="247781" y="22462"/>
                  </a:lnTo>
                  <a:cubicBezTo>
                    <a:pt x="247657" y="19729"/>
                    <a:pt x="247019" y="17043"/>
                    <a:pt x="245876" y="14557"/>
                  </a:cubicBezTo>
                  <a:cubicBezTo>
                    <a:pt x="243837" y="8994"/>
                    <a:pt x="239599" y="4517"/>
                    <a:pt x="234160" y="2174"/>
                  </a:cubicBez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3A8A92FF-6BA2-FC9A-F877-62FFF91959B3}"/>
              </a:ext>
            </a:extLst>
          </p:cNvPr>
          <p:cNvGrpSpPr/>
          <p:nvPr/>
        </p:nvGrpSpPr>
        <p:grpSpPr>
          <a:xfrm>
            <a:off x="5786467" y="208928"/>
            <a:ext cx="704087" cy="704850"/>
            <a:chOff x="8724042" y="10021753"/>
            <a:chExt cx="704087" cy="704850"/>
          </a:xfrm>
        </p:grpSpPr>
        <p:sp>
          <p:nvSpPr>
            <p:cNvPr id="154" name="Freeform: Shape 78">
              <a:extLst>
                <a:ext uri="{FF2B5EF4-FFF2-40B4-BE49-F238E27FC236}">
                  <a16:creationId xmlns:a16="http://schemas.microsoft.com/office/drawing/2014/main" id="{A0136A1F-B3A9-8D15-1C8F-8A46FECB06DA}"/>
                </a:ext>
              </a:extLst>
            </p:cNvPr>
            <p:cNvSpPr/>
            <p:nvPr/>
          </p:nvSpPr>
          <p:spPr>
            <a:xfrm>
              <a:off x="8724042" y="10021753"/>
              <a:ext cx="704087" cy="704850"/>
            </a:xfrm>
            <a:custGeom>
              <a:avLst/>
              <a:gdLst>
                <a:gd name="connsiteX0" fmla="*/ 654839 w 704087"/>
                <a:gd name="connsiteY0" fmla="*/ 459 h 704850"/>
                <a:gd name="connsiteX1" fmla="*/ 52763 w 704087"/>
                <a:gd name="connsiteY1" fmla="*/ 459 h 704850"/>
                <a:gd name="connsiteX2" fmla="*/ 1329 w 704087"/>
                <a:gd name="connsiteY2" fmla="*/ 51894 h 704850"/>
                <a:gd name="connsiteX3" fmla="*/ 1329 w 704087"/>
                <a:gd name="connsiteY3" fmla="*/ 101234 h 704850"/>
                <a:gd name="connsiteX4" fmla="*/ 38095 w 704087"/>
                <a:gd name="connsiteY4" fmla="*/ 150287 h 704850"/>
                <a:gd name="connsiteX5" fmla="*/ 38095 w 704087"/>
                <a:gd name="connsiteY5" fmla="*/ 497379 h 704850"/>
                <a:gd name="connsiteX6" fmla="*/ 89435 w 704087"/>
                <a:gd name="connsiteY6" fmla="*/ 548814 h 704850"/>
                <a:gd name="connsiteX7" fmla="*/ 311463 w 704087"/>
                <a:gd name="connsiteY7" fmla="*/ 548814 h 704850"/>
                <a:gd name="connsiteX8" fmla="*/ 225738 w 704087"/>
                <a:gd name="connsiteY8" fmla="*/ 670638 h 704850"/>
                <a:gd name="connsiteX9" fmla="*/ 231167 w 704087"/>
                <a:gd name="connsiteY9" fmla="*/ 701404 h 704850"/>
                <a:gd name="connsiteX10" fmla="*/ 243740 w 704087"/>
                <a:gd name="connsiteY10" fmla="*/ 705309 h 704850"/>
                <a:gd name="connsiteX11" fmla="*/ 261837 w 704087"/>
                <a:gd name="connsiteY11" fmla="*/ 695784 h 704850"/>
                <a:gd name="connsiteX12" fmla="*/ 331370 w 704087"/>
                <a:gd name="connsiteY12" fmla="*/ 596439 h 704850"/>
                <a:gd name="connsiteX13" fmla="*/ 331370 w 704087"/>
                <a:gd name="connsiteY13" fmla="*/ 683116 h 704850"/>
                <a:gd name="connsiteX14" fmla="*/ 353372 w 704087"/>
                <a:gd name="connsiteY14" fmla="*/ 705119 h 704850"/>
                <a:gd name="connsiteX15" fmla="*/ 375471 w 704087"/>
                <a:gd name="connsiteY15" fmla="*/ 683211 h 704850"/>
                <a:gd name="connsiteX16" fmla="*/ 375471 w 704087"/>
                <a:gd name="connsiteY16" fmla="*/ 683116 h 704850"/>
                <a:gd name="connsiteX17" fmla="*/ 375471 w 704087"/>
                <a:gd name="connsiteY17" fmla="*/ 596439 h 704850"/>
                <a:gd name="connsiteX18" fmla="*/ 445003 w 704087"/>
                <a:gd name="connsiteY18" fmla="*/ 695784 h 704850"/>
                <a:gd name="connsiteX19" fmla="*/ 463100 w 704087"/>
                <a:gd name="connsiteY19" fmla="*/ 705309 h 704850"/>
                <a:gd name="connsiteX20" fmla="*/ 475673 w 704087"/>
                <a:gd name="connsiteY20" fmla="*/ 701404 h 704850"/>
                <a:gd name="connsiteX21" fmla="*/ 481103 w 704087"/>
                <a:gd name="connsiteY21" fmla="*/ 670638 h 704850"/>
                <a:gd name="connsiteX22" fmla="*/ 395378 w 704087"/>
                <a:gd name="connsiteY22" fmla="*/ 548814 h 704850"/>
                <a:gd name="connsiteX23" fmla="*/ 617310 w 704087"/>
                <a:gd name="connsiteY23" fmla="*/ 548814 h 704850"/>
                <a:gd name="connsiteX24" fmla="*/ 668745 w 704087"/>
                <a:gd name="connsiteY24" fmla="*/ 497379 h 704850"/>
                <a:gd name="connsiteX25" fmla="*/ 668745 w 704087"/>
                <a:gd name="connsiteY25" fmla="*/ 150287 h 704850"/>
                <a:gd name="connsiteX26" fmla="*/ 705416 w 704087"/>
                <a:gd name="connsiteY26" fmla="*/ 101234 h 704850"/>
                <a:gd name="connsiteX27" fmla="*/ 705416 w 704087"/>
                <a:gd name="connsiteY27" fmla="*/ 51894 h 704850"/>
                <a:gd name="connsiteX28" fmla="*/ 654839 w 704087"/>
                <a:gd name="connsiteY28" fmla="*/ 459 h 704850"/>
                <a:gd name="connsiteX29" fmla="*/ 45239 w 704087"/>
                <a:gd name="connsiteY29" fmla="*/ 51894 h 704850"/>
                <a:gd name="connsiteX30" fmla="*/ 52382 w 704087"/>
                <a:gd name="connsiteY30" fmla="*/ 44560 h 704850"/>
                <a:gd name="connsiteX31" fmla="*/ 52573 w 704087"/>
                <a:gd name="connsiteY31" fmla="*/ 44560 h 704850"/>
                <a:gd name="connsiteX32" fmla="*/ 654839 w 704087"/>
                <a:gd name="connsiteY32" fmla="*/ 44560 h 704850"/>
                <a:gd name="connsiteX33" fmla="*/ 662173 w 704087"/>
                <a:gd name="connsiteY33" fmla="*/ 51894 h 704850"/>
                <a:gd name="connsiteX34" fmla="*/ 662173 w 704087"/>
                <a:gd name="connsiteY34" fmla="*/ 101234 h 704850"/>
                <a:gd name="connsiteX35" fmla="*/ 654839 w 704087"/>
                <a:gd name="connsiteY35" fmla="*/ 108663 h 704850"/>
                <a:gd name="connsiteX36" fmla="*/ 52763 w 704087"/>
                <a:gd name="connsiteY36" fmla="*/ 108663 h 704850"/>
                <a:gd name="connsiteX37" fmla="*/ 45429 w 704087"/>
                <a:gd name="connsiteY37" fmla="*/ 101329 h 704850"/>
                <a:gd name="connsiteX38" fmla="*/ 45429 w 704087"/>
                <a:gd name="connsiteY38" fmla="*/ 101234 h 704850"/>
                <a:gd name="connsiteX39" fmla="*/ 625216 w 704087"/>
                <a:gd name="connsiteY39" fmla="*/ 497379 h 704850"/>
                <a:gd name="connsiteX40" fmla="*/ 617882 w 704087"/>
                <a:gd name="connsiteY40" fmla="*/ 504713 h 704850"/>
                <a:gd name="connsiteX41" fmla="*/ 89244 w 704087"/>
                <a:gd name="connsiteY41" fmla="*/ 504713 h 704850"/>
                <a:gd name="connsiteX42" fmla="*/ 81910 w 704087"/>
                <a:gd name="connsiteY42" fmla="*/ 497379 h 704850"/>
                <a:gd name="connsiteX43" fmla="*/ 81910 w 704087"/>
                <a:gd name="connsiteY43" fmla="*/ 152669 h 704850"/>
                <a:gd name="connsiteX44" fmla="*/ 624835 w 704087"/>
                <a:gd name="connsiteY44" fmla="*/ 152669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04087" h="704850">
                  <a:moveTo>
                    <a:pt x="654839" y="459"/>
                  </a:moveTo>
                  <a:lnTo>
                    <a:pt x="52763" y="459"/>
                  </a:lnTo>
                  <a:cubicBezTo>
                    <a:pt x="24360" y="459"/>
                    <a:pt x="1329" y="23491"/>
                    <a:pt x="1329" y="51894"/>
                  </a:cubicBezTo>
                  <a:lnTo>
                    <a:pt x="1329" y="101234"/>
                  </a:lnTo>
                  <a:cubicBezTo>
                    <a:pt x="1433" y="123903"/>
                    <a:pt x="16368" y="143820"/>
                    <a:pt x="38095" y="150287"/>
                  </a:cubicBezTo>
                  <a:lnTo>
                    <a:pt x="38095" y="497379"/>
                  </a:lnTo>
                  <a:cubicBezTo>
                    <a:pt x="38095" y="525748"/>
                    <a:pt x="61069" y="548761"/>
                    <a:pt x="89435" y="548814"/>
                  </a:cubicBezTo>
                  <a:lnTo>
                    <a:pt x="311463" y="548814"/>
                  </a:lnTo>
                  <a:lnTo>
                    <a:pt x="225738" y="670638"/>
                  </a:lnTo>
                  <a:cubicBezTo>
                    <a:pt x="218746" y="680634"/>
                    <a:pt x="221175" y="694405"/>
                    <a:pt x="231167" y="701404"/>
                  </a:cubicBezTo>
                  <a:cubicBezTo>
                    <a:pt x="234853" y="703970"/>
                    <a:pt x="239244" y="705334"/>
                    <a:pt x="243740" y="705309"/>
                  </a:cubicBezTo>
                  <a:cubicBezTo>
                    <a:pt x="250969" y="705285"/>
                    <a:pt x="257722" y="701728"/>
                    <a:pt x="261837" y="695784"/>
                  </a:cubicBezTo>
                  <a:lnTo>
                    <a:pt x="331370" y="596439"/>
                  </a:lnTo>
                  <a:lnTo>
                    <a:pt x="331370" y="683116"/>
                  </a:lnTo>
                  <a:cubicBezTo>
                    <a:pt x="331370" y="695268"/>
                    <a:pt x="341219" y="705119"/>
                    <a:pt x="353372" y="705119"/>
                  </a:cubicBezTo>
                  <a:cubicBezTo>
                    <a:pt x="365526" y="705171"/>
                    <a:pt x="375413" y="695363"/>
                    <a:pt x="375471" y="683211"/>
                  </a:cubicBezTo>
                  <a:cubicBezTo>
                    <a:pt x="375471" y="683180"/>
                    <a:pt x="375471" y="683147"/>
                    <a:pt x="375471" y="683116"/>
                  </a:cubicBezTo>
                  <a:lnTo>
                    <a:pt x="375471" y="596439"/>
                  </a:lnTo>
                  <a:lnTo>
                    <a:pt x="445003" y="695784"/>
                  </a:lnTo>
                  <a:cubicBezTo>
                    <a:pt x="449118" y="701728"/>
                    <a:pt x="455871" y="705285"/>
                    <a:pt x="463100" y="705309"/>
                  </a:cubicBezTo>
                  <a:cubicBezTo>
                    <a:pt x="467596" y="705322"/>
                    <a:pt x="471978" y="703959"/>
                    <a:pt x="475673" y="701404"/>
                  </a:cubicBezTo>
                  <a:cubicBezTo>
                    <a:pt x="485665" y="694405"/>
                    <a:pt x="488094" y="680634"/>
                    <a:pt x="481103" y="670638"/>
                  </a:cubicBezTo>
                  <a:lnTo>
                    <a:pt x="395378" y="548814"/>
                  </a:lnTo>
                  <a:lnTo>
                    <a:pt x="617310" y="548814"/>
                  </a:lnTo>
                  <a:cubicBezTo>
                    <a:pt x="645714" y="548814"/>
                    <a:pt x="668745" y="525785"/>
                    <a:pt x="668745" y="497379"/>
                  </a:cubicBezTo>
                  <a:lnTo>
                    <a:pt x="668745" y="150287"/>
                  </a:lnTo>
                  <a:cubicBezTo>
                    <a:pt x="690453" y="143820"/>
                    <a:pt x="705350" y="123884"/>
                    <a:pt x="705416" y="101234"/>
                  </a:cubicBezTo>
                  <a:lnTo>
                    <a:pt x="705416" y="51894"/>
                  </a:lnTo>
                  <a:cubicBezTo>
                    <a:pt x="705416" y="23815"/>
                    <a:pt x="682909" y="926"/>
                    <a:pt x="654839" y="459"/>
                  </a:cubicBezTo>
                  <a:close/>
                  <a:moveTo>
                    <a:pt x="45239" y="51894"/>
                  </a:moveTo>
                  <a:cubicBezTo>
                    <a:pt x="45181" y="47894"/>
                    <a:pt x="48382" y="44617"/>
                    <a:pt x="52382" y="44560"/>
                  </a:cubicBezTo>
                  <a:cubicBezTo>
                    <a:pt x="52449" y="44560"/>
                    <a:pt x="52506" y="44560"/>
                    <a:pt x="52573" y="44560"/>
                  </a:cubicBezTo>
                  <a:lnTo>
                    <a:pt x="654839" y="44560"/>
                  </a:lnTo>
                  <a:cubicBezTo>
                    <a:pt x="658887" y="44560"/>
                    <a:pt x="662173" y="47846"/>
                    <a:pt x="662173" y="51894"/>
                  </a:cubicBezTo>
                  <a:lnTo>
                    <a:pt x="662173" y="101234"/>
                  </a:lnTo>
                  <a:cubicBezTo>
                    <a:pt x="662173" y="105301"/>
                    <a:pt x="658906" y="108616"/>
                    <a:pt x="654839" y="108663"/>
                  </a:cubicBezTo>
                  <a:lnTo>
                    <a:pt x="52763" y="108663"/>
                  </a:lnTo>
                  <a:cubicBezTo>
                    <a:pt x="48715" y="108663"/>
                    <a:pt x="45429" y="105377"/>
                    <a:pt x="45429" y="101329"/>
                  </a:cubicBezTo>
                  <a:cubicBezTo>
                    <a:pt x="45429" y="101300"/>
                    <a:pt x="45429" y="101262"/>
                    <a:pt x="45429" y="101234"/>
                  </a:cubicBezTo>
                  <a:close/>
                  <a:moveTo>
                    <a:pt x="625216" y="497379"/>
                  </a:moveTo>
                  <a:cubicBezTo>
                    <a:pt x="625216" y="501429"/>
                    <a:pt x="621930" y="504713"/>
                    <a:pt x="617882" y="504713"/>
                  </a:cubicBezTo>
                  <a:lnTo>
                    <a:pt x="89244" y="504713"/>
                  </a:lnTo>
                  <a:cubicBezTo>
                    <a:pt x="85215" y="504661"/>
                    <a:pt x="81958" y="501408"/>
                    <a:pt x="81910" y="497379"/>
                  </a:cubicBezTo>
                  <a:lnTo>
                    <a:pt x="81910" y="152669"/>
                  </a:lnTo>
                  <a:lnTo>
                    <a:pt x="624835" y="152669"/>
                  </a:ln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79">
              <a:extLst>
                <a:ext uri="{FF2B5EF4-FFF2-40B4-BE49-F238E27FC236}">
                  <a16:creationId xmlns:a16="http://schemas.microsoft.com/office/drawing/2014/main" id="{75D56117-677B-C5F1-0316-EC6A3FB1BF54}"/>
                </a:ext>
              </a:extLst>
            </p:cNvPr>
            <p:cNvSpPr/>
            <p:nvPr/>
          </p:nvSpPr>
          <p:spPr>
            <a:xfrm>
              <a:off x="8842152" y="10232351"/>
              <a:ext cx="157448" cy="43720"/>
            </a:xfrm>
            <a:custGeom>
              <a:avLst/>
              <a:gdLst>
                <a:gd name="connsiteX0" fmla="*/ 23331 w 157448"/>
                <a:gd name="connsiteY0" fmla="*/ 44179 h 43720"/>
                <a:gd name="connsiteX1" fmla="*/ 136679 w 157448"/>
                <a:gd name="connsiteY1" fmla="*/ 44179 h 43720"/>
                <a:gd name="connsiteX2" fmla="*/ 158777 w 157448"/>
                <a:gd name="connsiteY2" fmla="*/ 22272 h 43720"/>
                <a:gd name="connsiteX3" fmla="*/ 158777 w 157448"/>
                <a:gd name="connsiteY3" fmla="*/ 22177 h 43720"/>
                <a:gd name="connsiteX4" fmla="*/ 136679 w 157448"/>
                <a:gd name="connsiteY4" fmla="*/ 460 h 43720"/>
                <a:gd name="connsiteX5" fmla="*/ 23331 w 157448"/>
                <a:gd name="connsiteY5" fmla="*/ 460 h 43720"/>
                <a:gd name="connsiteX6" fmla="*/ 1329 w 157448"/>
                <a:gd name="connsiteY6" fmla="*/ 22272 h 43720"/>
                <a:gd name="connsiteX7" fmla="*/ 1329 w 157448"/>
                <a:gd name="connsiteY7" fmla="*/ 22462 h 43720"/>
                <a:gd name="connsiteX8" fmla="*/ 23331 w 157448"/>
                <a:gd name="connsiteY8" fmla="*/ 44179 h 43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7448" h="43720">
                  <a:moveTo>
                    <a:pt x="23331" y="44179"/>
                  </a:moveTo>
                  <a:lnTo>
                    <a:pt x="136679" y="44179"/>
                  </a:lnTo>
                  <a:cubicBezTo>
                    <a:pt x="148833" y="44236"/>
                    <a:pt x="158720" y="34426"/>
                    <a:pt x="158777" y="22272"/>
                  </a:cubicBezTo>
                  <a:cubicBezTo>
                    <a:pt x="158777" y="22243"/>
                    <a:pt x="158777" y="22205"/>
                    <a:pt x="158777" y="22177"/>
                  </a:cubicBezTo>
                  <a:cubicBezTo>
                    <a:pt x="158624" y="10099"/>
                    <a:pt x="148756" y="402"/>
                    <a:pt x="136679" y="460"/>
                  </a:cubicBezTo>
                  <a:lnTo>
                    <a:pt x="23331" y="460"/>
                  </a:lnTo>
                  <a:cubicBezTo>
                    <a:pt x="11234" y="402"/>
                    <a:pt x="1385" y="10175"/>
                    <a:pt x="1329" y="22272"/>
                  </a:cubicBezTo>
                  <a:cubicBezTo>
                    <a:pt x="1329" y="22338"/>
                    <a:pt x="1329" y="22396"/>
                    <a:pt x="1329" y="22462"/>
                  </a:cubicBezTo>
                  <a:cubicBezTo>
                    <a:pt x="1433" y="34521"/>
                    <a:pt x="11273" y="44236"/>
                    <a:pt x="23331" y="44179"/>
                  </a:cubicBez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80">
              <a:extLst>
                <a:ext uri="{FF2B5EF4-FFF2-40B4-BE49-F238E27FC236}">
                  <a16:creationId xmlns:a16="http://schemas.microsoft.com/office/drawing/2014/main" id="{985B2E4A-FEFA-05B3-BC7C-C01FA6321CA5}"/>
                </a:ext>
              </a:extLst>
            </p:cNvPr>
            <p:cNvSpPr/>
            <p:nvPr/>
          </p:nvSpPr>
          <p:spPr>
            <a:xfrm>
              <a:off x="8842152" y="10423899"/>
              <a:ext cx="111442" cy="44005"/>
            </a:xfrm>
            <a:custGeom>
              <a:avLst/>
              <a:gdLst>
                <a:gd name="connsiteX0" fmla="*/ 23331 w 111442"/>
                <a:gd name="connsiteY0" fmla="*/ 44465 h 44005"/>
                <a:gd name="connsiteX1" fmla="*/ 90673 w 111442"/>
                <a:gd name="connsiteY1" fmla="*/ 44465 h 44005"/>
                <a:gd name="connsiteX2" fmla="*/ 112771 w 111442"/>
                <a:gd name="connsiteY2" fmla="*/ 22558 h 44005"/>
                <a:gd name="connsiteX3" fmla="*/ 112771 w 111442"/>
                <a:gd name="connsiteY3" fmla="*/ 22462 h 44005"/>
                <a:gd name="connsiteX4" fmla="*/ 90768 w 111442"/>
                <a:gd name="connsiteY4" fmla="*/ 460 h 44005"/>
                <a:gd name="connsiteX5" fmla="*/ 90673 w 111442"/>
                <a:gd name="connsiteY5" fmla="*/ 460 h 44005"/>
                <a:gd name="connsiteX6" fmla="*/ 23331 w 111442"/>
                <a:gd name="connsiteY6" fmla="*/ 460 h 44005"/>
                <a:gd name="connsiteX7" fmla="*/ 1329 w 111442"/>
                <a:gd name="connsiteY7" fmla="*/ 22272 h 44005"/>
                <a:gd name="connsiteX8" fmla="*/ 1329 w 111442"/>
                <a:gd name="connsiteY8" fmla="*/ 22462 h 44005"/>
                <a:gd name="connsiteX9" fmla="*/ 23141 w 111442"/>
                <a:gd name="connsiteY9" fmla="*/ 44465 h 44005"/>
                <a:gd name="connsiteX10" fmla="*/ 23331 w 111442"/>
                <a:gd name="connsiteY10" fmla="*/ 44465 h 44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442" h="44005">
                  <a:moveTo>
                    <a:pt x="23331" y="44465"/>
                  </a:moveTo>
                  <a:lnTo>
                    <a:pt x="90673" y="44465"/>
                  </a:lnTo>
                  <a:cubicBezTo>
                    <a:pt x="102827" y="44517"/>
                    <a:pt x="112714" y="34711"/>
                    <a:pt x="112771" y="22558"/>
                  </a:cubicBezTo>
                  <a:cubicBezTo>
                    <a:pt x="112771" y="22529"/>
                    <a:pt x="112771" y="22491"/>
                    <a:pt x="112771" y="22462"/>
                  </a:cubicBezTo>
                  <a:cubicBezTo>
                    <a:pt x="112771" y="10308"/>
                    <a:pt x="102922" y="460"/>
                    <a:pt x="90768" y="460"/>
                  </a:cubicBezTo>
                  <a:cubicBezTo>
                    <a:pt x="90740" y="460"/>
                    <a:pt x="90702" y="460"/>
                    <a:pt x="90673" y="460"/>
                  </a:cubicBezTo>
                  <a:lnTo>
                    <a:pt x="23331" y="460"/>
                  </a:lnTo>
                  <a:cubicBezTo>
                    <a:pt x="11235" y="402"/>
                    <a:pt x="1386" y="10175"/>
                    <a:pt x="1329" y="22272"/>
                  </a:cubicBezTo>
                  <a:cubicBezTo>
                    <a:pt x="1329" y="22338"/>
                    <a:pt x="1329" y="22396"/>
                    <a:pt x="1329" y="22462"/>
                  </a:cubicBezTo>
                  <a:cubicBezTo>
                    <a:pt x="1272" y="34559"/>
                    <a:pt x="11044" y="44413"/>
                    <a:pt x="23141" y="44465"/>
                  </a:cubicBezTo>
                  <a:cubicBezTo>
                    <a:pt x="23208" y="44465"/>
                    <a:pt x="23265" y="44465"/>
                    <a:pt x="23331" y="44465"/>
                  </a:cubicBez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81">
              <a:extLst>
                <a:ext uri="{FF2B5EF4-FFF2-40B4-BE49-F238E27FC236}">
                  <a16:creationId xmlns:a16="http://schemas.microsoft.com/office/drawing/2014/main" id="{B2B9FD09-93C1-EA52-6E6A-AE91159D3248}"/>
                </a:ext>
              </a:extLst>
            </p:cNvPr>
            <p:cNvSpPr/>
            <p:nvPr/>
          </p:nvSpPr>
          <p:spPr>
            <a:xfrm>
              <a:off x="8842152" y="10295978"/>
              <a:ext cx="111442" cy="44100"/>
            </a:xfrm>
            <a:custGeom>
              <a:avLst/>
              <a:gdLst>
                <a:gd name="connsiteX0" fmla="*/ 23331 w 111442"/>
                <a:gd name="connsiteY0" fmla="*/ 44560 h 44100"/>
                <a:gd name="connsiteX1" fmla="*/ 90673 w 111442"/>
                <a:gd name="connsiteY1" fmla="*/ 44560 h 44100"/>
                <a:gd name="connsiteX2" fmla="*/ 112771 w 111442"/>
                <a:gd name="connsiteY2" fmla="*/ 22462 h 44100"/>
                <a:gd name="connsiteX3" fmla="*/ 90673 w 111442"/>
                <a:gd name="connsiteY3" fmla="*/ 459 h 44100"/>
                <a:gd name="connsiteX4" fmla="*/ 23331 w 111442"/>
                <a:gd name="connsiteY4" fmla="*/ 459 h 44100"/>
                <a:gd name="connsiteX5" fmla="*/ 1329 w 111442"/>
                <a:gd name="connsiteY5" fmla="*/ 22462 h 44100"/>
                <a:gd name="connsiteX6" fmla="*/ 23236 w 111442"/>
                <a:gd name="connsiteY6" fmla="*/ 44560 h 44100"/>
                <a:gd name="connsiteX7" fmla="*/ 23331 w 111442"/>
                <a:gd name="connsiteY7" fmla="*/ 44560 h 44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1442" h="44100">
                  <a:moveTo>
                    <a:pt x="23331" y="44560"/>
                  </a:moveTo>
                  <a:lnTo>
                    <a:pt x="90673" y="44560"/>
                  </a:lnTo>
                  <a:cubicBezTo>
                    <a:pt x="102875" y="44560"/>
                    <a:pt x="112771" y="34664"/>
                    <a:pt x="112771" y="22462"/>
                  </a:cubicBezTo>
                  <a:cubicBezTo>
                    <a:pt x="112723" y="10299"/>
                    <a:pt x="102837" y="459"/>
                    <a:pt x="90673" y="459"/>
                  </a:cubicBezTo>
                  <a:lnTo>
                    <a:pt x="23331" y="459"/>
                  </a:lnTo>
                  <a:cubicBezTo>
                    <a:pt x="11178" y="459"/>
                    <a:pt x="1329" y="10308"/>
                    <a:pt x="1329" y="22462"/>
                  </a:cubicBezTo>
                  <a:cubicBezTo>
                    <a:pt x="1272" y="34616"/>
                    <a:pt x="11082" y="44503"/>
                    <a:pt x="23236" y="44560"/>
                  </a:cubicBezTo>
                  <a:cubicBezTo>
                    <a:pt x="23265" y="44560"/>
                    <a:pt x="23303" y="44560"/>
                    <a:pt x="23331" y="44560"/>
                  </a:cubicBez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87">
              <a:extLst>
                <a:ext uri="{FF2B5EF4-FFF2-40B4-BE49-F238E27FC236}">
                  <a16:creationId xmlns:a16="http://schemas.microsoft.com/office/drawing/2014/main" id="{4DC5B1E5-95D7-7935-8D3F-CD167E374879}"/>
                </a:ext>
              </a:extLst>
            </p:cNvPr>
            <p:cNvSpPr/>
            <p:nvPr/>
          </p:nvSpPr>
          <p:spPr>
            <a:xfrm>
              <a:off x="8842152" y="10359700"/>
              <a:ext cx="157448" cy="44100"/>
            </a:xfrm>
            <a:custGeom>
              <a:avLst/>
              <a:gdLst>
                <a:gd name="connsiteX0" fmla="*/ 23331 w 157448"/>
                <a:gd name="connsiteY0" fmla="*/ 44560 h 44100"/>
                <a:gd name="connsiteX1" fmla="*/ 136679 w 157448"/>
                <a:gd name="connsiteY1" fmla="*/ 44560 h 44100"/>
                <a:gd name="connsiteX2" fmla="*/ 158777 w 157448"/>
                <a:gd name="connsiteY2" fmla="*/ 22557 h 44100"/>
                <a:gd name="connsiteX3" fmla="*/ 136679 w 157448"/>
                <a:gd name="connsiteY3" fmla="*/ 459 h 44100"/>
                <a:gd name="connsiteX4" fmla="*/ 23331 w 157448"/>
                <a:gd name="connsiteY4" fmla="*/ 459 h 44100"/>
                <a:gd name="connsiteX5" fmla="*/ 1329 w 157448"/>
                <a:gd name="connsiteY5" fmla="*/ 22462 h 44100"/>
                <a:gd name="connsiteX6" fmla="*/ 1329 w 157448"/>
                <a:gd name="connsiteY6" fmla="*/ 22557 h 44100"/>
                <a:gd name="connsiteX7" fmla="*/ 23331 w 157448"/>
                <a:gd name="connsiteY7" fmla="*/ 44560 h 44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7448" h="44100">
                  <a:moveTo>
                    <a:pt x="23331" y="44560"/>
                  </a:moveTo>
                  <a:lnTo>
                    <a:pt x="136679" y="44560"/>
                  </a:lnTo>
                  <a:cubicBezTo>
                    <a:pt x="148842" y="44560"/>
                    <a:pt x="158720" y="34721"/>
                    <a:pt x="158777" y="22557"/>
                  </a:cubicBezTo>
                  <a:cubicBezTo>
                    <a:pt x="158777" y="10356"/>
                    <a:pt x="148880" y="459"/>
                    <a:pt x="136679" y="459"/>
                  </a:cubicBezTo>
                  <a:lnTo>
                    <a:pt x="23331" y="459"/>
                  </a:lnTo>
                  <a:cubicBezTo>
                    <a:pt x="11177" y="459"/>
                    <a:pt x="1329" y="10308"/>
                    <a:pt x="1329" y="22462"/>
                  </a:cubicBezTo>
                  <a:cubicBezTo>
                    <a:pt x="1329" y="22491"/>
                    <a:pt x="1329" y="22529"/>
                    <a:pt x="1329" y="22557"/>
                  </a:cubicBezTo>
                  <a:cubicBezTo>
                    <a:pt x="1329" y="34711"/>
                    <a:pt x="11177" y="44560"/>
                    <a:pt x="23331" y="44560"/>
                  </a:cubicBez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88">
              <a:extLst>
                <a:ext uri="{FF2B5EF4-FFF2-40B4-BE49-F238E27FC236}">
                  <a16:creationId xmlns:a16="http://schemas.microsoft.com/office/drawing/2014/main" id="{53C3FFDE-902A-7B4B-BBD2-F68A40F3E554}"/>
                </a:ext>
              </a:extLst>
            </p:cNvPr>
            <p:cNvSpPr/>
            <p:nvPr/>
          </p:nvSpPr>
          <p:spPr>
            <a:xfrm>
              <a:off x="9021032" y="10204633"/>
              <a:ext cx="289845" cy="290322"/>
            </a:xfrm>
            <a:custGeom>
              <a:avLst/>
              <a:gdLst>
                <a:gd name="connsiteX0" fmla="*/ 145918 w 289845"/>
                <a:gd name="connsiteY0" fmla="*/ 290781 h 290322"/>
                <a:gd name="connsiteX1" fmla="*/ 291175 w 289845"/>
                <a:gd name="connsiteY1" fmla="*/ 145906 h 290322"/>
                <a:gd name="connsiteX2" fmla="*/ 291175 w 289845"/>
                <a:gd name="connsiteY2" fmla="*/ 145811 h 290322"/>
                <a:gd name="connsiteX3" fmla="*/ 252503 w 289845"/>
                <a:gd name="connsiteY3" fmla="*/ 48084 h 290322"/>
                <a:gd name="connsiteX4" fmla="*/ 146394 w 289845"/>
                <a:gd name="connsiteY4" fmla="*/ 459 h 290322"/>
                <a:gd name="connsiteX5" fmla="*/ 145918 w 289845"/>
                <a:gd name="connsiteY5" fmla="*/ 459 h 290322"/>
                <a:gd name="connsiteX6" fmla="*/ 1329 w 289845"/>
                <a:gd name="connsiteY6" fmla="*/ 145335 h 290322"/>
                <a:gd name="connsiteX7" fmla="*/ 145918 w 289845"/>
                <a:gd name="connsiteY7" fmla="*/ 290781 h 290322"/>
                <a:gd name="connsiteX8" fmla="*/ 168016 w 289845"/>
                <a:gd name="connsiteY8" fmla="*/ 47608 h 290322"/>
                <a:gd name="connsiteX9" fmla="*/ 184114 w 289845"/>
                <a:gd name="connsiteY9" fmla="*/ 52656 h 290322"/>
                <a:gd name="connsiteX10" fmla="*/ 187161 w 289845"/>
                <a:gd name="connsiteY10" fmla="*/ 53990 h 290322"/>
                <a:gd name="connsiteX11" fmla="*/ 200020 w 289845"/>
                <a:gd name="connsiteY11" fmla="*/ 61038 h 290322"/>
                <a:gd name="connsiteX12" fmla="*/ 203640 w 289845"/>
                <a:gd name="connsiteY12" fmla="*/ 63420 h 290322"/>
                <a:gd name="connsiteX13" fmla="*/ 217070 w 289845"/>
                <a:gd name="connsiteY13" fmla="*/ 74469 h 290322"/>
                <a:gd name="connsiteX14" fmla="*/ 217070 w 289845"/>
                <a:gd name="connsiteY14" fmla="*/ 74469 h 290322"/>
                <a:gd name="connsiteX15" fmla="*/ 227928 w 289845"/>
                <a:gd name="connsiteY15" fmla="*/ 87708 h 290322"/>
                <a:gd name="connsiteX16" fmla="*/ 230976 w 289845"/>
                <a:gd name="connsiteY16" fmla="*/ 92280 h 290322"/>
                <a:gd name="connsiteX17" fmla="*/ 236882 w 289845"/>
                <a:gd name="connsiteY17" fmla="*/ 103234 h 290322"/>
                <a:gd name="connsiteX18" fmla="*/ 239263 w 289845"/>
                <a:gd name="connsiteY18" fmla="*/ 108282 h 290322"/>
                <a:gd name="connsiteX19" fmla="*/ 244121 w 289845"/>
                <a:gd name="connsiteY19" fmla="*/ 123808 h 290322"/>
                <a:gd name="connsiteX20" fmla="*/ 167921 w 289845"/>
                <a:gd name="connsiteY20" fmla="*/ 123808 h 290322"/>
                <a:gd name="connsiteX21" fmla="*/ 123916 w 289845"/>
                <a:gd name="connsiteY21" fmla="*/ 47608 h 290322"/>
                <a:gd name="connsiteX22" fmla="*/ 123916 w 289845"/>
                <a:gd name="connsiteY22" fmla="*/ 146097 h 290322"/>
                <a:gd name="connsiteX23" fmla="*/ 146014 w 289845"/>
                <a:gd name="connsiteY23" fmla="*/ 168099 h 290322"/>
                <a:gd name="connsiteX24" fmla="*/ 244121 w 289845"/>
                <a:gd name="connsiteY24" fmla="*/ 168099 h 290322"/>
                <a:gd name="connsiteX25" fmla="*/ 145918 w 289845"/>
                <a:gd name="connsiteY25" fmla="*/ 246776 h 290322"/>
                <a:gd name="connsiteX26" fmla="*/ 45049 w 289845"/>
                <a:gd name="connsiteY26" fmla="*/ 145906 h 290322"/>
                <a:gd name="connsiteX27" fmla="*/ 123916 w 289845"/>
                <a:gd name="connsiteY27" fmla="*/ 47227 h 290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89845" h="290322">
                  <a:moveTo>
                    <a:pt x="145918" y="290781"/>
                  </a:moveTo>
                  <a:cubicBezTo>
                    <a:pt x="226033" y="290886"/>
                    <a:pt x="291070" y="226021"/>
                    <a:pt x="291175" y="145906"/>
                  </a:cubicBezTo>
                  <a:cubicBezTo>
                    <a:pt x="291175" y="145877"/>
                    <a:pt x="291175" y="145839"/>
                    <a:pt x="291175" y="145811"/>
                  </a:cubicBezTo>
                  <a:cubicBezTo>
                    <a:pt x="291079" y="109521"/>
                    <a:pt x="277268" y="74611"/>
                    <a:pt x="252503" y="48084"/>
                  </a:cubicBezTo>
                  <a:cubicBezTo>
                    <a:pt x="225423" y="17966"/>
                    <a:pt x="186895" y="678"/>
                    <a:pt x="146394" y="459"/>
                  </a:cubicBezTo>
                  <a:lnTo>
                    <a:pt x="145918" y="459"/>
                  </a:lnTo>
                  <a:cubicBezTo>
                    <a:pt x="66080" y="774"/>
                    <a:pt x="1481" y="65496"/>
                    <a:pt x="1329" y="145335"/>
                  </a:cubicBezTo>
                  <a:cubicBezTo>
                    <a:pt x="1167" y="225392"/>
                    <a:pt x="65861" y="290466"/>
                    <a:pt x="145918" y="290781"/>
                  </a:cubicBezTo>
                  <a:close/>
                  <a:moveTo>
                    <a:pt x="168016" y="47608"/>
                  </a:moveTo>
                  <a:cubicBezTo>
                    <a:pt x="173522" y="48799"/>
                    <a:pt x="178913" y="50485"/>
                    <a:pt x="184114" y="52656"/>
                  </a:cubicBezTo>
                  <a:lnTo>
                    <a:pt x="187161" y="53990"/>
                  </a:lnTo>
                  <a:cubicBezTo>
                    <a:pt x="191610" y="56038"/>
                    <a:pt x="195905" y="58390"/>
                    <a:pt x="200020" y="61038"/>
                  </a:cubicBezTo>
                  <a:cubicBezTo>
                    <a:pt x="201258" y="61800"/>
                    <a:pt x="202497" y="62562"/>
                    <a:pt x="203640" y="63420"/>
                  </a:cubicBezTo>
                  <a:cubicBezTo>
                    <a:pt x="208431" y="66706"/>
                    <a:pt x="212927" y="70401"/>
                    <a:pt x="217070" y="74469"/>
                  </a:cubicBezTo>
                  <a:lnTo>
                    <a:pt x="217070" y="74469"/>
                  </a:lnTo>
                  <a:cubicBezTo>
                    <a:pt x="221071" y="78555"/>
                    <a:pt x="224709" y="82984"/>
                    <a:pt x="227928" y="87708"/>
                  </a:cubicBezTo>
                  <a:cubicBezTo>
                    <a:pt x="229034" y="89175"/>
                    <a:pt x="230053" y="90699"/>
                    <a:pt x="230976" y="92280"/>
                  </a:cubicBezTo>
                  <a:cubicBezTo>
                    <a:pt x="233186" y="95795"/>
                    <a:pt x="235158" y="99453"/>
                    <a:pt x="236882" y="103234"/>
                  </a:cubicBezTo>
                  <a:cubicBezTo>
                    <a:pt x="237768" y="104872"/>
                    <a:pt x="238568" y="106558"/>
                    <a:pt x="239263" y="108282"/>
                  </a:cubicBezTo>
                  <a:cubicBezTo>
                    <a:pt x="241282" y="113321"/>
                    <a:pt x="242911" y="118512"/>
                    <a:pt x="244121" y="123808"/>
                  </a:cubicBezTo>
                  <a:lnTo>
                    <a:pt x="167921" y="123808"/>
                  </a:lnTo>
                  <a:close/>
                  <a:moveTo>
                    <a:pt x="123916" y="47608"/>
                  </a:moveTo>
                  <a:lnTo>
                    <a:pt x="123916" y="146097"/>
                  </a:lnTo>
                  <a:cubicBezTo>
                    <a:pt x="123963" y="158260"/>
                    <a:pt x="133850" y="168099"/>
                    <a:pt x="146014" y="168099"/>
                  </a:cubicBezTo>
                  <a:lnTo>
                    <a:pt x="244121" y="168099"/>
                  </a:lnTo>
                  <a:cubicBezTo>
                    <a:pt x="233729" y="214010"/>
                    <a:pt x="192991" y="246652"/>
                    <a:pt x="145918" y="246776"/>
                  </a:cubicBezTo>
                  <a:cubicBezTo>
                    <a:pt x="90235" y="246719"/>
                    <a:pt x="45106" y="201589"/>
                    <a:pt x="45049" y="145906"/>
                  </a:cubicBezTo>
                  <a:cubicBezTo>
                    <a:pt x="44972" y="98595"/>
                    <a:pt x="77757" y="57581"/>
                    <a:pt x="123916" y="47227"/>
                  </a:cubicBez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E693AC5C-A478-CF73-99F0-E5B5A559968C}"/>
              </a:ext>
            </a:extLst>
          </p:cNvPr>
          <p:cNvGrpSpPr/>
          <p:nvPr/>
        </p:nvGrpSpPr>
        <p:grpSpPr>
          <a:xfrm>
            <a:off x="5897682" y="4136628"/>
            <a:ext cx="704795" cy="704755"/>
            <a:chOff x="8847255" y="7779282"/>
            <a:chExt cx="704795" cy="704755"/>
          </a:xfrm>
        </p:grpSpPr>
        <p:sp>
          <p:nvSpPr>
            <p:cNvPr id="161" name="Freeform: Shape 89">
              <a:extLst>
                <a:ext uri="{FF2B5EF4-FFF2-40B4-BE49-F238E27FC236}">
                  <a16:creationId xmlns:a16="http://schemas.microsoft.com/office/drawing/2014/main" id="{FE3D1E79-2760-93AB-46B9-D01C3E9B9575}"/>
                </a:ext>
              </a:extLst>
            </p:cNvPr>
            <p:cNvSpPr/>
            <p:nvPr/>
          </p:nvSpPr>
          <p:spPr>
            <a:xfrm>
              <a:off x="8847255" y="7779282"/>
              <a:ext cx="704795" cy="704755"/>
            </a:xfrm>
            <a:custGeom>
              <a:avLst/>
              <a:gdLst>
                <a:gd name="connsiteX0" fmla="*/ 703933 w 704795"/>
                <a:gd name="connsiteY0" fmla="*/ 603487 h 704755"/>
                <a:gd name="connsiteX1" fmla="*/ 699170 w 704795"/>
                <a:gd name="connsiteY1" fmla="*/ 596343 h 704755"/>
                <a:gd name="connsiteX2" fmla="*/ 628019 w 704795"/>
                <a:gd name="connsiteY2" fmla="*/ 525192 h 704755"/>
                <a:gd name="connsiteX3" fmla="*/ 596872 w 704795"/>
                <a:gd name="connsiteY3" fmla="*/ 525192 h 704755"/>
                <a:gd name="connsiteX4" fmla="*/ 596872 w 704795"/>
                <a:gd name="connsiteY4" fmla="*/ 556339 h 704755"/>
                <a:gd name="connsiteX5" fmla="*/ 630495 w 704795"/>
                <a:gd name="connsiteY5" fmla="*/ 589962 h 704755"/>
                <a:gd name="connsiteX6" fmla="*/ 116145 w 704795"/>
                <a:gd name="connsiteY6" fmla="*/ 589962 h 704755"/>
                <a:gd name="connsiteX7" fmla="*/ 116145 w 704795"/>
                <a:gd name="connsiteY7" fmla="*/ 75612 h 704755"/>
                <a:gd name="connsiteX8" fmla="*/ 149768 w 704795"/>
                <a:gd name="connsiteY8" fmla="*/ 109235 h 704755"/>
                <a:gd name="connsiteX9" fmla="*/ 165389 w 704795"/>
                <a:gd name="connsiteY9" fmla="*/ 115712 h 704755"/>
                <a:gd name="connsiteX10" fmla="*/ 180915 w 704795"/>
                <a:gd name="connsiteY10" fmla="*/ 109235 h 704755"/>
                <a:gd name="connsiteX11" fmla="*/ 180915 w 704795"/>
                <a:gd name="connsiteY11" fmla="*/ 78088 h 704755"/>
                <a:gd name="connsiteX12" fmla="*/ 109763 w 704795"/>
                <a:gd name="connsiteY12" fmla="*/ 6937 h 704755"/>
                <a:gd name="connsiteX13" fmla="*/ 102620 w 704795"/>
                <a:gd name="connsiteY13" fmla="*/ 2174 h 704755"/>
                <a:gd name="connsiteX14" fmla="*/ 94142 w 704795"/>
                <a:gd name="connsiteY14" fmla="*/ 459 h 704755"/>
                <a:gd name="connsiteX15" fmla="*/ 85665 w 704795"/>
                <a:gd name="connsiteY15" fmla="*/ 2174 h 704755"/>
                <a:gd name="connsiteX16" fmla="*/ 78617 w 704795"/>
                <a:gd name="connsiteY16" fmla="*/ 6937 h 704755"/>
                <a:gd name="connsiteX17" fmla="*/ 7751 w 704795"/>
                <a:gd name="connsiteY17" fmla="*/ 77993 h 704755"/>
                <a:gd name="connsiteX18" fmla="*/ 7751 w 704795"/>
                <a:gd name="connsiteY18" fmla="*/ 109140 h 704755"/>
                <a:gd name="connsiteX19" fmla="*/ 38735 w 704795"/>
                <a:gd name="connsiteY19" fmla="*/ 109302 h 704755"/>
                <a:gd name="connsiteX20" fmla="*/ 38897 w 704795"/>
                <a:gd name="connsiteY20" fmla="*/ 109140 h 704755"/>
                <a:gd name="connsiteX21" fmla="*/ 72521 w 704795"/>
                <a:gd name="connsiteY21" fmla="*/ 75516 h 704755"/>
                <a:gd name="connsiteX22" fmla="*/ 72521 w 704795"/>
                <a:gd name="connsiteY22" fmla="*/ 611965 h 704755"/>
                <a:gd name="connsiteX23" fmla="*/ 94333 w 704795"/>
                <a:gd name="connsiteY23" fmla="*/ 633967 h 704755"/>
                <a:gd name="connsiteX24" fmla="*/ 94523 w 704795"/>
                <a:gd name="connsiteY24" fmla="*/ 633967 h 704755"/>
                <a:gd name="connsiteX25" fmla="*/ 630971 w 704795"/>
                <a:gd name="connsiteY25" fmla="*/ 633967 h 704755"/>
                <a:gd name="connsiteX26" fmla="*/ 597348 w 704795"/>
                <a:gd name="connsiteY26" fmla="*/ 667590 h 704755"/>
                <a:gd name="connsiteX27" fmla="*/ 597348 w 704795"/>
                <a:gd name="connsiteY27" fmla="*/ 698737 h 704755"/>
                <a:gd name="connsiteX28" fmla="*/ 612874 w 704795"/>
                <a:gd name="connsiteY28" fmla="*/ 705214 h 704755"/>
                <a:gd name="connsiteX29" fmla="*/ 628495 w 704795"/>
                <a:gd name="connsiteY29" fmla="*/ 698737 h 704755"/>
                <a:gd name="connsiteX30" fmla="*/ 699647 w 704795"/>
                <a:gd name="connsiteY30" fmla="*/ 627490 h 704755"/>
                <a:gd name="connsiteX31" fmla="*/ 704409 w 704795"/>
                <a:gd name="connsiteY31" fmla="*/ 620442 h 704755"/>
                <a:gd name="connsiteX32" fmla="*/ 706124 w 704795"/>
                <a:gd name="connsiteY32" fmla="*/ 611965 h 704755"/>
                <a:gd name="connsiteX33" fmla="*/ 703933 w 704795"/>
                <a:gd name="connsiteY33" fmla="*/ 603487 h 704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704795" h="704755">
                  <a:moveTo>
                    <a:pt x="703933" y="603487"/>
                  </a:moveTo>
                  <a:cubicBezTo>
                    <a:pt x="702857" y="600801"/>
                    <a:pt x="701237" y="598372"/>
                    <a:pt x="699170" y="596343"/>
                  </a:cubicBezTo>
                  <a:lnTo>
                    <a:pt x="628019" y="525192"/>
                  </a:lnTo>
                  <a:cubicBezTo>
                    <a:pt x="619399" y="516629"/>
                    <a:pt x="605492" y="516629"/>
                    <a:pt x="596872" y="525192"/>
                  </a:cubicBezTo>
                  <a:cubicBezTo>
                    <a:pt x="588309" y="533812"/>
                    <a:pt x="588309" y="547718"/>
                    <a:pt x="596872" y="556339"/>
                  </a:cubicBezTo>
                  <a:lnTo>
                    <a:pt x="630495" y="589962"/>
                  </a:lnTo>
                  <a:lnTo>
                    <a:pt x="116145" y="589962"/>
                  </a:lnTo>
                  <a:lnTo>
                    <a:pt x="116145" y="75612"/>
                  </a:lnTo>
                  <a:lnTo>
                    <a:pt x="149768" y="109235"/>
                  </a:lnTo>
                  <a:cubicBezTo>
                    <a:pt x="153902" y="113388"/>
                    <a:pt x="159532" y="115722"/>
                    <a:pt x="165389" y="115712"/>
                  </a:cubicBezTo>
                  <a:cubicBezTo>
                    <a:pt x="171219" y="115702"/>
                    <a:pt x="176810" y="113378"/>
                    <a:pt x="180915" y="109235"/>
                  </a:cubicBezTo>
                  <a:cubicBezTo>
                    <a:pt x="189478" y="100615"/>
                    <a:pt x="189478" y="86708"/>
                    <a:pt x="180915" y="78088"/>
                  </a:cubicBezTo>
                  <a:lnTo>
                    <a:pt x="109763" y="6937"/>
                  </a:lnTo>
                  <a:cubicBezTo>
                    <a:pt x="107715" y="4908"/>
                    <a:pt x="105287" y="3288"/>
                    <a:pt x="102620" y="2174"/>
                  </a:cubicBezTo>
                  <a:cubicBezTo>
                    <a:pt x="99943" y="1031"/>
                    <a:pt x="97057" y="450"/>
                    <a:pt x="94142" y="459"/>
                  </a:cubicBezTo>
                  <a:cubicBezTo>
                    <a:pt x="91228" y="450"/>
                    <a:pt x="88342" y="1031"/>
                    <a:pt x="85665" y="2174"/>
                  </a:cubicBezTo>
                  <a:cubicBezTo>
                    <a:pt x="83017" y="3260"/>
                    <a:pt x="80617" y="4879"/>
                    <a:pt x="78617" y="6937"/>
                  </a:cubicBezTo>
                  <a:lnTo>
                    <a:pt x="7751" y="77993"/>
                  </a:lnTo>
                  <a:cubicBezTo>
                    <a:pt x="-812" y="86613"/>
                    <a:pt x="-812" y="100520"/>
                    <a:pt x="7751" y="109140"/>
                  </a:cubicBezTo>
                  <a:cubicBezTo>
                    <a:pt x="16257" y="117741"/>
                    <a:pt x="30134" y="117817"/>
                    <a:pt x="38735" y="109302"/>
                  </a:cubicBezTo>
                  <a:cubicBezTo>
                    <a:pt x="38783" y="109254"/>
                    <a:pt x="38840" y="109197"/>
                    <a:pt x="38897" y="109140"/>
                  </a:cubicBezTo>
                  <a:lnTo>
                    <a:pt x="72521" y="75516"/>
                  </a:lnTo>
                  <a:lnTo>
                    <a:pt x="72521" y="611965"/>
                  </a:lnTo>
                  <a:cubicBezTo>
                    <a:pt x="72464" y="624061"/>
                    <a:pt x="82236" y="633910"/>
                    <a:pt x="94333" y="633967"/>
                  </a:cubicBezTo>
                  <a:cubicBezTo>
                    <a:pt x="94399" y="633967"/>
                    <a:pt x="94457" y="633967"/>
                    <a:pt x="94523" y="633967"/>
                  </a:cubicBezTo>
                  <a:lnTo>
                    <a:pt x="630971" y="633967"/>
                  </a:lnTo>
                  <a:lnTo>
                    <a:pt x="597348" y="667590"/>
                  </a:lnTo>
                  <a:cubicBezTo>
                    <a:pt x="588785" y="676211"/>
                    <a:pt x="588785" y="690117"/>
                    <a:pt x="597348" y="698737"/>
                  </a:cubicBezTo>
                  <a:cubicBezTo>
                    <a:pt x="601453" y="702880"/>
                    <a:pt x="607045" y="705205"/>
                    <a:pt x="612874" y="705214"/>
                  </a:cubicBezTo>
                  <a:cubicBezTo>
                    <a:pt x="618732" y="705224"/>
                    <a:pt x="624361" y="702890"/>
                    <a:pt x="628495" y="698737"/>
                  </a:cubicBezTo>
                  <a:lnTo>
                    <a:pt x="699647" y="627490"/>
                  </a:lnTo>
                  <a:cubicBezTo>
                    <a:pt x="701733" y="625519"/>
                    <a:pt x="703352" y="623109"/>
                    <a:pt x="704409" y="620442"/>
                  </a:cubicBezTo>
                  <a:cubicBezTo>
                    <a:pt x="705552" y="617765"/>
                    <a:pt x="706133" y="614879"/>
                    <a:pt x="706124" y="611965"/>
                  </a:cubicBezTo>
                  <a:cubicBezTo>
                    <a:pt x="705981" y="609021"/>
                    <a:pt x="705238" y="606135"/>
                    <a:pt x="703933" y="603487"/>
                  </a:cubicBez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90">
              <a:extLst>
                <a:ext uri="{FF2B5EF4-FFF2-40B4-BE49-F238E27FC236}">
                  <a16:creationId xmlns:a16="http://schemas.microsoft.com/office/drawing/2014/main" id="{F5BAA29B-8069-7036-97D5-D7B2648113D6}"/>
                </a:ext>
              </a:extLst>
            </p:cNvPr>
            <p:cNvSpPr/>
            <p:nvPr/>
          </p:nvSpPr>
          <p:spPr>
            <a:xfrm>
              <a:off x="8997505" y="8153996"/>
              <a:ext cx="154304" cy="154305"/>
            </a:xfrm>
            <a:custGeom>
              <a:avLst/>
              <a:gdLst>
                <a:gd name="connsiteX0" fmla="*/ 78481 w 154304"/>
                <a:gd name="connsiteY0" fmla="*/ 459 h 154305"/>
                <a:gd name="connsiteX1" fmla="*/ 1329 w 154304"/>
                <a:gd name="connsiteY1" fmla="*/ 77612 h 154305"/>
                <a:gd name="connsiteX2" fmla="*/ 78481 w 154304"/>
                <a:gd name="connsiteY2" fmla="*/ 154764 h 154305"/>
                <a:gd name="connsiteX3" fmla="*/ 155633 w 154304"/>
                <a:gd name="connsiteY3" fmla="*/ 77612 h 154305"/>
                <a:gd name="connsiteX4" fmla="*/ 78481 w 154304"/>
                <a:gd name="connsiteY4" fmla="*/ 459 h 154305"/>
                <a:gd name="connsiteX5" fmla="*/ 78481 w 154304"/>
                <a:gd name="connsiteY5" fmla="*/ 110664 h 154305"/>
                <a:gd name="connsiteX6" fmla="*/ 45429 w 154304"/>
                <a:gd name="connsiteY6" fmla="*/ 77612 h 154305"/>
                <a:gd name="connsiteX7" fmla="*/ 78481 w 154304"/>
                <a:gd name="connsiteY7" fmla="*/ 44560 h 154305"/>
                <a:gd name="connsiteX8" fmla="*/ 111533 w 154304"/>
                <a:gd name="connsiteY8" fmla="*/ 77612 h 154305"/>
                <a:gd name="connsiteX9" fmla="*/ 78481 w 154304"/>
                <a:gd name="connsiteY9" fmla="*/ 110664 h 15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4304" h="154305">
                  <a:moveTo>
                    <a:pt x="78481" y="459"/>
                  </a:moveTo>
                  <a:cubicBezTo>
                    <a:pt x="35895" y="517"/>
                    <a:pt x="1385" y="35025"/>
                    <a:pt x="1329" y="77612"/>
                  </a:cubicBezTo>
                  <a:cubicBezTo>
                    <a:pt x="1433" y="120179"/>
                    <a:pt x="35914" y="154660"/>
                    <a:pt x="78481" y="154764"/>
                  </a:cubicBezTo>
                  <a:cubicBezTo>
                    <a:pt x="121067" y="154707"/>
                    <a:pt x="155576" y="120198"/>
                    <a:pt x="155633" y="77612"/>
                  </a:cubicBezTo>
                  <a:cubicBezTo>
                    <a:pt x="155633" y="34997"/>
                    <a:pt x="121096" y="459"/>
                    <a:pt x="78481" y="459"/>
                  </a:cubicBezTo>
                  <a:close/>
                  <a:moveTo>
                    <a:pt x="78481" y="110664"/>
                  </a:moveTo>
                  <a:cubicBezTo>
                    <a:pt x="60250" y="110616"/>
                    <a:pt x="45486" y="95843"/>
                    <a:pt x="45429" y="77612"/>
                  </a:cubicBezTo>
                  <a:cubicBezTo>
                    <a:pt x="45429" y="59362"/>
                    <a:pt x="60231" y="44560"/>
                    <a:pt x="78481" y="44560"/>
                  </a:cubicBezTo>
                  <a:cubicBezTo>
                    <a:pt x="96731" y="44560"/>
                    <a:pt x="111533" y="59362"/>
                    <a:pt x="111533" y="77612"/>
                  </a:cubicBezTo>
                  <a:cubicBezTo>
                    <a:pt x="111533" y="95862"/>
                    <a:pt x="96731" y="110664"/>
                    <a:pt x="78481" y="110664"/>
                  </a:cubicBez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91">
              <a:extLst>
                <a:ext uri="{FF2B5EF4-FFF2-40B4-BE49-F238E27FC236}">
                  <a16:creationId xmlns:a16="http://schemas.microsoft.com/office/drawing/2014/main" id="{4DDB0A6C-639C-2773-7F43-4E6FA62B4773}"/>
                </a:ext>
              </a:extLst>
            </p:cNvPr>
            <p:cNvSpPr/>
            <p:nvPr/>
          </p:nvSpPr>
          <p:spPr>
            <a:xfrm>
              <a:off x="9277254" y="7844719"/>
              <a:ext cx="186308" cy="186309"/>
            </a:xfrm>
            <a:custGeom>
              <a:avLst/>
              <a:gdLst>
                <a:gd name="connsiteX0" fmla="*/ 94483 w 186308"/>
                <a:gd name="connsiteY0" fmla="*/ 186769 h 186309"/>
                <a:gd name="connsiteX1" fmla="*/ 187638 w 186308"/>
                <a:gd name="connsiteY1" fmla="*/ 93614 h 186309"/>
                <a:gd name="connsiteX2" fmla="*/ 94483 w 186308"/>
                <a:gd name="connsiteY2" fmla="*/ 459 h 186309"/>
                <a:gd name="connsiteX3" fmla="*/ 1329 w 186308"/>
                <a:gd name="connsiteY3" fmla="*/ 93614 h 186309"/>
                <a:gd name="connsiteX4" fmla="*/ 94483 w 186308"/>
                <a:gd name="connsiteY4" fmla="*/ 186769 h 186309"/>
                <a:gd name="connsiteX5" fmla="*/ 94483 w 186308"/>
                <a:gd name="connsiteY5" fmla="*/ 44465 h 186309"/>
                <a:gd name="connsiteX6" fmla="*/ 143537 w 186308"/>
                <a:gd name="connsiteY6" fmla="*/ 93614 h 186309"/>
                <a:gd name="connsiteX7" fmla="*/ 94483 w 186308"/>
                <a:gd name="connsiteY7" fmla="*/ 142668 h 186309"/>
                <a:gd name="connsiteX8" fmla="*/ 45334 w 186308"/>
                <a:gd name="connsiteY8" fmla="*/ 93614 h 186309"/>
                <a:gd name="connsiteX9" fmla="*/ 94483 w 186308"/>
                <a:gd name="connsiteY9" fmla="*/ 44941 h 18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6308" h="186309">
                  <a:moveTo>
                    <a:pt x="94483" y="186769"/>
                  </a:moveTo>
                  <a:cubicBezTo>
                    <a:pt x="145908" y="186711"/>
                    <a:pt x="187580" y="145039"/>
                    <a:pt x="187638" y="93614"/>
                  </a:cubicBezTo>
                  <a:cubicBezTo>
                    <a:pt x="187580" y="42188"/>
                    <a:pt x="145908" y="517"/>
                    <a:pt x="94483" y="459"/>
                  </a:cubicBezTo>
                  <a:cubicBezTo>
                    <a:pt x="43058" y="517"/>
                    <a:pt x="1386" y="42188"/>
                    <a:pt x="1329" y="93614"/>
                  </a:cubicBezTo>
                  <a:cubicBezTo>
                    <a:pt x="1386" y="145039"/>
                    <a:pt x="43058" y="186711"/>
                    <a:pt x="94483" y="186769"/>
                  </a:cubicBezTo>
                  <a:close/>
                  <a:moveTo>
                    <a:pt x="94483" y="44465"/>
                  </a:moveTo>
                  <a:cubicBezTo>
                    <a:pt x="121591" y="44522"/>
                    <a:pt x="143537" y="66506"/>
                    <a:pt x="143537" y="93614"/>
                  </a:cubicBezTo>
                  <a:cubicBezTo>
                    <a:pt x="143489" y="120684"/>
                    <a:pt x="121553" y="142620"/>
                    <a:pt x="94483" y="142668"/>
                  </a:cubicBezTo>
                  <a:cubicBezTo>
                    <a:pt x="67375" y="142668"/>
                    <a:pt x="45391" y="120722"/>
                    <a:pt x="45334" y="93614"/>
                  </a:cubicBezTo>
                  <a:cubicBezTo>
                    <a:pt x="45648" y="66677"/>
                    <a:pt x="67546" y="44989"/>
                    <a:pt x="94483" y="44941"/>
                  </a:cubicBez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92">
              <a:extLst>
                <a:ext uri="{FF2B5EF4-FFF2-40B4-BE49-F238E27FC236}">
                  <a16:creationId xmlns:a16="http://schemas.microsoft.com/office/drawing/2014/main" id="{5D56C738-215A-604D-3676-203F694AAC0A}"/>
                </a:ext>
              </a:extLst>
            </p:cNvPr>
            <p:cNvSpPr/>
            <p:nvPr/>
          </p:nvSpPr>
          <p:spPr>
            <a:xfrm>
              <a:off x="9032367" y="7892916"/>
              <a:ext cx="195071" cy="195071"/>
            </a:xfrm>
            <a:custGeom>
              <a:avLst/>
              <a:gdLst>
                <a:gd name="connsiteX0" fmla="*/ 98864 w 195071"/>
                <a:gd name="connsiteY0" fmla="*/ 195531 h 195071"/>
                <a:gd name="connsiteX1" fmla="*/ 196400 w 195071"/>
                <a:gd name="connsiteY1" fmla="*/ 97995 h 195071"/>
                <a:gd name="connsiteX2" fmla="*/ 98864 w 195071"/>
                <a:gd name="connsiteY2" fmla="*/ 459 h 195071"/>
                <a:gd name="connsiteX3" fmla="*/ 1329 w 195071"/>
                <a:gd name="connsiteY3" fmla="*/ 97995 h 195071"/>
                <a:gd name="connsiteX4" fmla="*/ 98864 w 195071"/>
                <a:gd name="connsiteY4" fmla="*/ 195531 h 195071"/>
                <a:gd name="connsiteX5" fmla="*/ 98864 w 195071"/>
                <a:gd name="connsiteY5" fmla="*/ 44560 h 195071"/>
                <a:gd name="connsiteX6" fmla="*/ 152300 w 195071"/>
                <a:gd name="connsiteY6" fmla="*/ 97995 h 195071"/>
                <a:gd name="connsiteX7" fmla="*/ 98864 w 195071"/>
                <a:gd name="connsiteY7" fmla="*/ 151526 h 195071"/>
                <a:gd name="connsiteX8" fmla="*/ 45334 w 195071"/>
                <a:gd name="connsiteY8" fmla="*/ 97995 h 195071"/>
                <a:gd name="connsiteX9" fmla="*/ 98769 w 195071"/>
                <a:gd name="connsiteY9" fmla="*/ 44369 h 195071"/>
                <a:gd name="connsiteX10" fmla="*/ 98864 w 195071"/>
                <a:gd name="connsiteY10" fmla="*/ 44369 h 195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5071" h="195071">
                  <a:moveTo>
                    <a:pt x="98864" y="195531"/>
                  </a:moveTo>
                  <a:cubicBezTo>
                    <a:pt x="152709" y="195474"/>
                    <a:pt x="196343" y="151840"/>
                    <a:pt x="196400" y="97995"/>
                  </a:cubicBezTo>
                  <a:cubicBezTo>
                    <a:pt x="196343" y="44150"/>
                    <a:pt x="152709" y="516"/>
                    <a:pt x="98864" y="459"/>
                  </a:cubicBezTo>
                  <a:cubicBezTo>
                    <a:pt x="45019" y="516"/>
                    <a:pt x="1385" y="44150"/>
                    <a:pt x="1329" y="97995"/>
                  </a:cubicBezTo>
                  <a:cubicBezTo>
                    <a:pt x="1385" y="151840"/>
                    <a:pt x="45019" y="195483"/>
                    <a:pt x="98864" y="195531"/>
                  </a:cubicBezTo>
                  <a:close/>
                  <a:moveTo>
                    <a:pt x="98864" y="44560"/>
                  </a:moveTo>
                  <a:cubicBezTo>
                    <a:pt x="128354" y="44607"/>
                    <a:pt x="152243" y="68506"/>
                    <a:pt x="152300" y="97995"/>
                  </a:cubicBezTo>
                  <a:cubicBezTo>
                    <a:pt x="152300" y="127523"/>
                    <a:pt x="128392" y="151468"/>
                    <a:pt x="98864" y="151526"/>
                  </a:cubicBezTo>
                  <a:cubicBezTo>
                    <a:pt x="69299" y="151526"/>
                    <a:pt x="45334" y="127561"/>
                    <a:pt x="45334" y="97995"/>
                  </a:cubicBezTo>
                  <a:cubicBezTo>
                    <a:pt x="45277" y="68430"/>
                    <a:pt x="69203" y="44417"/>
                    <a:pt x="98769" y="44369"/>
                  </a:cubicBezTo>
                  <a:cubicBezTo>
                    <a:pt x="98798" y="44369"/>
                    <a:pt x="98836" y="44369"/>
                    <a:pt x="98864" y="44369"/>
                  </a:cubicBez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93">
              <a:extLst>
                <a:ext uri="{FF2B5EF4-FFF2-40B4-BE49-F238E27FC236}">
                  <a16:creationId xmlns:a16="http://schemas.microsoft.com/office/drawing/2014/main" id="{315B8CC6-C186-DC17-62AC-08E38BDF5690}"/>
                </a:ext>
              </a:extLst>
            </p:cNvPr>
            <p:cNvSpPr/>
            <p:nvPr/>
          </p:nvSpPr>
          <p:spPr>
            <a:xfrm>
              <a:off x="9197530" y="8059222"/>
              <a:ext cx="233743" cy="233648"/>
            </a:xfrm>
            <a:custGeom>
              <a:avLst/>
              <a:gdLst>
                <a:gd name="connsiteX0" fmla="*/ 118200 w 233743"/>
                <a:gd name="connsiteY0" fmla="*/ 234108 h 233648"/>
                <a:gd name="connsiteX1" fmla="*/ 235072 w 233743"/>
                <a:gd name="connsiteY1" fmla="*/ 117331 h 233648"/>
                <a:gd name="connsiteX2" fmla="*/ 118200 w 233743"/>
                <a:gd name="connsiteY2" fmla="*/ 459 h 233648"/>
                <a:gd name="connsiteX3" fmla="*/ 1329 w 233743"/>
                <a:gd name="connsiteY3" fmla="*/ 117331 h 233648"/>
                <a:gd name="connsiteX4" fmla="*/ 118200 w 233743"/>
                <a:gd name="connsiteY4" fmla="*/ 234108 h 233648"/>
                <a:gd name="connsiteX5" fmla="*/ 118200 w 233743"/>
                <a:gd name="connsiteY5" fmla="*/ 44465 h 233648"/>
                <a:gd name="connsiteX6" fmla="*/ 190971 w 233743"/>
                <a:gd name="connsiteY6" fmla="*/ 117331 h 233648"/>
                <a:gd name="connsiteX7" fmla="*/ 118200 w 233743"/>
                <a:gd name="connsiteY7" fmla="*/ 190102 h 233648"/>
                <a:gd name="connsiteX8" fmla="*/ 45429 w 233743"/>
                <a:gd name="connsiteY8" fmla="*/ 117331 h 233648"/>
                <a:gd name="connsiteX9" fmla="*/ 118200 w 233743"/>
                <a:gd name="connsiteY9" fmla="*/ 44465 h 233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3743" h="233648">
                  <a:moveTo>
                    <a:pt x="118200" y="234108"/>
                  </a:moveTo>
                  <a:cubicBezTo>
                    <a:pt x="182685" y="234060"/>
                    <a:pt x="234967" y="181815"/>
                    <a:pt x="235072" y="117331"/>
                  </a:cubicBezTo>
                  <a:cubicBezTo>
                    <a:pt x="235015" y="52809"/>
                    <a:pt x="182723" y="507"/>
                    <a:pt x="118200" y="459"/>
                  </a:cubicBezTo>
                  <a:cubicBezTo>
                    <a:pt x="53678" y="516"/>
                    <a:pt x="1376" y="52809"/>
                    <a:pt x="1329" y="117331"/>
                  </a:cubicBezTo>
                  <a:cubicBezTo>
                    <a:pt x="1433" y="181815"/>
                    <a:pt x="53716" y="234050"/>
                    <a:pt x="118200" y="234108"/>
                  </a:cubicBezTo>
                  <a:close/>
                  <a:moveTo>
                    <a:pt x="118200" y="44465"/>
                  </a:moveTo>
                  <a:cubicBezTo>
                    <a:pt x="158405" y="44522"/>
                    <a:pt x="190971" y="77126"/>
                    <a:pt x="190971" y="117331"/>
                  </a:cubicBezTo>
                  <a:cubicBezTo>
                    <a:pt x="190914" y="157498"/>
                    <a:pt x="158367" y="190045"/>
                    <a:pt x="118200" y="190102"/>
                  </a:cubicBezTo>
                  <a:cubicBezTo>
                    <a:pt x="78033" y="190045"/>
                    <a:pt x="45486" y="157498"/>
                    <a:pt x="45429" y="117331"/>
                  </a:cubicBezTo>
                  <a:cubicBezTo>
                    <a:pt x="45429" y="77126"/>
                    <a:pt x="77995" y="44522"/>
                    <a:pt x="118200" y="44465"/>
                  </a:cubicBez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B043EB51-C471-4C94-C921-F0BCAB9B75DE}"/>
              </a:ext>
            </a:extLst>
          </p:cNvPr>
          <p:cNvGrpSpPr/>
          <p:nvPr/>
        </p:nvGrpSpPr>
        <p:grpSpPr>
          <a:xfrm>
            <a:off x="5126998" y="4628681"/>
            <a:ext cx="690196" cy="541763"/>
            <a:chOff x="4460914" y="8902471"/>
            <a:chExt cx="704856" cy="631412"/>
          </a:xfrm>
        </p:grpSpPr>
        <p:sp>
          <p:nvSpPr>
            <p:cNvPr id="167" name="Freeform: Shape 94">
              <a:extLst>
                <a:ext uri="{FF2B5EF4-FFF2-40B4-BE49-F238E27FC236}">
                  <a16:creationId xmlns:a16="http://schemas.microsoft.com/office/drawing/2014/main" id="{2F99A6AE-2B8E-5166-F731-CD0FCC9D699D}"/>
                </a:ext>
              </a:extLst>
            </p:cNvPr>
            <p:cNvSpPr/>
            <p:nvPr/>
          </p:nvSpPr>
          <p:spPr>
            <a:xfrm>
              <a:off x="4460914" y="8902471"/>
              <a:ext cx="704856" cy="631412"/>
            </a:xfrm>
            <a:custGeom>
              <a:avLst/>
              <a:gdLst>
                <a:gd name="connsiteX0" fmla="*/ 700964 w 704856"/>
                <a:gd name="connsiteY0" fmla="*/ 150954 h 631412"/>
                <a:gd name="connsiteX1" fmla="*/ 666769 w 704856"/>
                <a:gd name="connsiteY1" fmla="*/ 117903 h 631412"/>
                <a:gd name="connsiteX2" fmla="*/ 574376 w 704856"/>
                <a:gd name="connsiteY2" fmla="*/ 81136 h 631412"/>
                <a:gd name="connsiteX3" fmla="*/ 493605 w 704856"/>
                <a:gd name="connsiteY3" fmla="*/ 459 h 631412"/>
                <a:gd name="connsiteX4" fmla="*/ 213951 w 704856"/>
                <a:gd name="connsiteY4" fmla="*/ 459 h 631412"/>
                <a:gd name="connsiteX5" fmla="*/ 133178 w 704856"/>
                <a:gd name="connsiteY5" fmla="*/ 81136 h 631412"/>
                <a:gd name="connsiteX6" fmla="*/ 40786 w 704856"/>
                <a:gd name="connsiteY6" fmla="*/ 117903 h 631412"/>
                <a:gd name="connsiteX7" fmla="*/ 5734 w 704856"/>
                <a:gd name="connsiteY7" fmla="*/ 199151 h 631412"/>
                <a:gd name="connsiteX8" fmla="*/ 133178 w 704856"/>
                <a:gd name="connsiteY8" fmla="*/ 519381 h 631412"/>
                <a:gd name="connsiteX9" fmla="*/ 133178 w 704856"/>
                <a:gd name="connsiteY9" fmla="*/ 551100 h 631412"/>
                <a:gd name="connsiteX10" fmla="*/ 213951 w 704856"/>
                <a:gd name="connsiteY10" fmla="*/ 631871 h 631412"/>
                <a:gd name="connsiteX11" fmla="*/ 493605 w 704856"/>
                <a:gd name="connsiteY11" fmla="*/ 631871 h 631412"/>
                <a:gd name="connsiteX12" fmla="*/ 574376 w 704856"/>
                <a:gd name="connsiteY12" fmla="*/ 551100 h 631412"/>
                <a:gd name="connsiteX13" fmla="*/ 574376 w 704856"/>
                <a:gd name="connsiteY13" fmla="*/ 519381 h 631412"/>
                <a:gd name="connsiteX14" fmla="*/ 701821 w 704856"/>
                <a:gd name="connsiteY14" fmla="*/ 199055 h 631412"/>
                <a:gd name="connsiteX15" fmla="*/ 700964 w 704856"/>
                <a:gd name="connsiteY15" fmla="*/ 150954 h 631412"/>
                <a:gd name="connsiteX16" fmla="*/ 333203 w 704856"/>
                <a:gd name="connsiteY16" fmla="*/ 587866 h 631412"/>
                <a:gd name="connsiteX17" fmla="*/ 177184 w 704856"/>
                <a:gd name="connsiteY17" fmla="*/ 431561 h 631412"/>
                <a:gd name="connsiteX18" fmla="*/ 177184 w 704856"/>
                <a:gd name="connsiteY18" fmla="*/ 200770 h 631412"/>
                <a:gd name="connsiteX19" fmla="*/ 333203 w 704856"/>
                <a:gd name="connsiteY19" fmla="*/ 44465 h 631412"/>
                <a:gd name="connsiteX20" fmla="*/ 374542 w 704856"/>
                <a:gd name="connsiteY20" fmla="*/ 44465 h 631412"/>
                <a:gd name="connsiteX21" fmla="*/ 530562 w 704856"/>
                <a:gd name="connsiteY21" fmla="*/ 200770 h 631412"/>
                <a:gd name="connsiteX22" fmla="*/ 530562 w 704856"/>
                <a:gd name="connsiteY22" fmla="*/ 431561 h 631412"/>
                <a:gd name="connsiteX23" fmla="*/ 374542 w 704856"/>
                <a:gd name="connsiteY23" fmla="*/ 587866 h 631412"/>
                <a:gd name="connsiteX24" fmla="*/ 493605 w 704856"/>
                <a:gd name="connsiteY24" fmla="*/ 44465 h 631412"/>
                <a:gd name="connsiteX25" fmla="*/ 530276 w 704856"/>
                <a:gd name="connsiteY25" fmla="*/ 81231 h 631412"/>
                <a:gd name="connsiteX26" fmla="*/ 530276 w 704856"/>
                <a:gd name="connsiteY26" fmla="*/ 138381 h 631412"/>
                <a:gd name="connsiteX27" fmla="*/ 436550 w 704856"/>
                <a:gd name="connsiteY27" fmla="*/ 44465 h 631412"/>
                <a:gd name="connsiteX28" fmla="*/ 177184 w 704856"/>
                <a:gd name="connsiteY28" fmla="*/ 81231 h 631412"/>
                <a:gd name="connsiteX29" fmla="*/ 213951 w 704856"/>
                <a:gd name="connsiteY29" fmla="*/ 44465 h 631412"/>
                <a:gd name="connsiteX30" fmla="*/ 271101 w 704856"/>
                <a:gd name="connsiteY30" fmla="*/ 44465 h 631412"/>
                <a:gd name="connsiteX31" fmla="*/ 177279 w 704856"/>
                <a:gd name="connsiteY31" fmla="*/ 138381 h 631412"/>
                <a:gd name="connsiteX32" fmla="*/ 177279 w 704856"/>
                <a:gd name="connsiteY32" fmla="*/ 81231 h 631412"/>
                <a:gd name="connsiteX33" fmla="*/ 56978 w 704856"/>
                <a:gd name="connsiteY33" fmla="*/ 158765 h 631412"/>
                <a:gd name="connsiteX34" fmla="*/ 133178 w 704856"/>
                <a:gd name="connsiteY34" fmla="*/ 128475 h 631412"/>
                <a:gd name="connsiteX35" fmla="*/ 133178 w 704856"/>
                <a:gd name="connsiteY35" fmla="*/ 400128 h 631412"/>
                <a:gd name="connsiteX36" fmla="*/ 46692 w 704856"/>
                <a:gd name="connsiteY36" fmla="*/ 182863 h 631412"/>
                <a:gd name="connsiteX37" fmla="*/ 56531 w 704856"/>
                <a:gd name="connsiteY37" fmla="*/ 158946 h 631412"/>
                <a:gd name="connsiteX38" fmla="*/ 56978 w 704856"/>
                <a:gd name="connsiteY38" fmla="*/ 158765 h 631412"/>
                <a:gd name="connsiteX39" fmla="*/ 213951 w 704856"/>
                <a:gd name="connsiteY39" fmla="*/ 587390 h 631412"/>
                <a:gd name="connsiteX40" fmla="*/ 177184 w 704856"/>
                <a:gd name="connsiteY40" fmla="*/ 550623 h 631412"/>
                <a:gd name="connsiteX41" fmla="*/ 177184 w 704856"/>
                <a:gd name="connsiteY41" fmla="*/ 493473 h 631412"/>
                <a:gd name="connsiteX42" fmla="*/ 271005 w 704856"/>
                <a:gd name="connsiteY42" fmla="*/ 587390 h 631412"/>
                <a:gd name="connsiteX43" fmla="*/ 530276 w 704856"/>
                <a:gd name="connsiteY43" fmla="*/ 550623 h 631412"/>
                <a:gd name="connsiteX44" fmla="*/ 493605 w 704856"/>
                <a:gd name="connsiteY44" fmla="*/ 587390 h 631412"/>
                <a:gd name="connsiteX45" fmla="*/ 436455 w 704856"/>
                <a:gd name="connsiteY45" fmla="*/ 587390 h 631412"/>
                <a:gd name="connsiteX46" fmla="*/ 530181 w 704856"/>
                <a:gd name="connsiteY46" fmla="*/ 493473 h 631412"/>
                <a:gd name="connsiteX47" fmla="*/ 530181 w 704856"/>
                <a:gd name="connsiteY47" fmla="*/ 550623 h 631412"/>
                <a:gd name="connsiteX48" fmla="*/ 660864 w 704856"/>
                <a:gd name="connsiteY48" fmla="*/ 182387 h 631412"/>
                <a:gd name="connsiteX49" fmla="*/ 574567 w 704856"/>
                <a:gd name="connsiteY49" fmla="*/ 400224 h 631412"/>
                <a:gd name="connsiteX50" fmla="*/ 574567 w 704856"/>
                <a:gd name="connsiteY50" fmla="*/ 128570 h 631412"/>
                <a:gd name="connsiteX51" fmla="*/ 650767 w 704856"/>
                <a:gd name="connsiteY51" fmla="*/ 158955 h 631412"/>
                <a:gd name="connsiteX52" fmla="*/ 660292 w 704856"/>
                <a:gd name="connsiteY52" fmla="*/ 168480 h 631412"/>
                <a:gd name="connsiteX53" fmla="*/ 660864 w 704856"/>
                <a:gd name="connsiteY53" fmla="*/ 182863 h 631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4856" h="631412">
                  <a:moveTo>
                    <a:pt x="700964" y="150954"/>
                  </a:moveTo>
                  <a:cubicBezTo>
                    <a:pt x="694449" y="135809"/>
                    <a:pt x="682133" y="123903"/>
                    <a:pt x="666769" y="117903"/>
                  </a:cubicBezTo>
                  <a:lnTo>
                    <a:pt x="574376" y="81136"/>
                  </a:lnTo>
                  <a:cubicBezTo>
                    <a:pt x="574224" y="36606"/>
                    <a:pt x="538134" y="564"/>
                    <a:pt x="493605" y="459"/>
                  </a:cubicBezTo>
                  <a:lnTo>
                    <a:pt x="213951" y="459"/>
                  </a:lnTo>
                  <a:cubicBezTo>
                    <a:pt x="169383" y="459"/>
                    <a:pt x="133236" y="36568"/>
                    <a:pt x="133178" y="81136"/>
                  </a:cubicBezTo>
                  <a:lnTo>
                    <a:pt x="40786" y="117903"/>
                  </a:lnTo>
                  <a:cubicBezTo>
                    <a:pt x="8716" y="130704"/>
                    <a:pt x="-6963" y="167032"/>
                    <a:pt x="5734" y="199151"/>
                  </a:cubicBezTo>
                  <a:lnTo>
                    <a:pt x="133178" y="519381"/>
                  </a:lnTo>
                  <a:lnTo>
                    <a:pt x="133178" y="551100"/>
                  </a:lnTo>
                  <a:cubicBezTo>
                    <a:pt x="133178" y="595705"/>
                    <a:pt x="169345" y="631871"/>
                    <a:pt x="213951" y="631871"/>
                  </a:cubicBezTo>
                  <a:lnTo>
                    <a:pt x="493605" y="631871"/>
                  </a:lnTo>
                  <a:cubicBezTo>
                    <a:pt x="538191" y="631814"/>
                    <a:pt x="574319" y="595686"/>
                    <a:pt x="574376" y="551100"/>
                  </a:cubicBezTo>
                  <a:lnTo>
                    <a:pt x="574376" y="519381"/>
                  </a:lnTo>
                  <a:lnTo>
                    <a:pt x="701821" y="199055"/>
                  </a:lnTo>
                  <a:cubicBezTo>
                    <a:pt x="707926" y="183539"/>
                    <a:pt x="707612" y="166242"/>
                    <a:pt x="700964" y="150954"/>
                  </a:cubicBezTo>
                  <a:close/>
                  <a:moveTo>
                    <a:pt x="333203" y="587866"/>
                  </a:moveTo>
                  <a:lnTo>
                    <a:pt x="177184" y="431561"/>
                  </a:lnTo>
                  <a:lnTo>
                    <a:pt x="177184" y="200770"/>
                  </a:lnTo>
                  <a:lnTo>
                    <a:pt x="333203" y="44465"/>
                  </a:lnTo>
                  <a:lnTo>
                    <a:pt x="374542" y="44465"/>
                  </a:lnTo>
                  <a:lnTo>
                    <a:pt x="530562" y="200770"/>
                  </a:lnTo>
                  <a:lnTo>
                    <a:pt x="530562" y="431561"/>
                  </a:lnTo>
                  <a:lnTo>
                    <a:pt x="374542" y="587866"/>
                  </a:lnTo>
                  <a:close/>
                  <a:moveTo>
                    <a:pt x="493605" y="44465"/>
                  </a:moveTo>
                  <a:cubicBezTo>
                    <a:pt x="513874" y="44522"/>
                    <a:pt x="530276" y="60962"/>
                    <a:pt x="530276" y="81231"/>
                  </a:cubicBezTo>
                  <a:lnTo>
                    <a:pt x="530276" y="138381"/>
                  </a:lnTo>
                  <a:lnTo>
                    <a:pt x="436550" y="44465"/>
                  </a:lnTo>
                  <a:close/>
                  <a:moveTo>
                    <a:pt x="177184" y="81231"/>
                  </a:moveTo>
                  <a:cubicBezTo>
                    <a:pt x="177184" y="60924"/>
                    <a:pt x="193643" y="44465"/>
                    <a:pt x="213951" y="44465"/>
                  </a:cubicBezTo>
                  <a:lnTo>
                    <a:pt x="271101" y="44465"/>
                  </a:lnTo>
                  <a:lnTo>
                    <a:pt x="177279" y="138381"/>
                  </a:lnTo>
                  <a:lnTo>
                    <a:pt x="177279" y="81231"/>
                  </a:lnTo>
                  <a:close/>
                  <a:moveTo>
                    <a:pt x="56978" y="158765"/>
                  </a:moveTo>
                  <a:lnTo>
                    <a:pt x="133178" y="128475"/>
                  </a:lnTo>
                  <a:lnTo>
                    <a:pt x="133178" y="400128"/>
                  </a:lnTo>
                  <a:lnTo>
                    <a:pt x="46692" y="182863"/>
                  </a:lnTo>
                  <a:cubicBezTo>
                    <a:pt x="42805" y="173538"/>
                    <a:pt x="47206" y="162832"/>
                    <a:pt x="56531" y="158946"/>
                  </a:cubicBezTo>
                  <a:cubicBezTo>
                    <a:pt x="56684" y="158879"/>
                    <a:pt x="56826" y="158822"/>
                    <a:pt x="56978" y="158765"/>
                  </a:cubicBezTo>
                  <a:close/>
                  <a:moveTo>
                    <a:pt x="213951" y="587390"/>
                  </a:moveTo>
                  <a:cubicBezTo>
                    <a:pt x="193643" y="587390"/>
                    <a:pt x="177184" y="570931"/>
                    <a:pt x="177184" y="550623"/>
                  </a:cubicBezTo>
                  <a:lnTo>
                    <a:pt x="177184" y="493473"/>
                  </a:lnTo>
                  <a:lnTo>
                    <a:pt x="271005" y="587390"/>
                  </a:lnTo>
                  <a:close/>
                  <a:moveTo>
                    <a:pt x="530276" y="550623"/>
                  </a:moveTo>
                  <a:cubicBezTo>
                    <a:pt x="530276" y="570892"/>
                    <a:pt x="513874" y="587333"/>
                    <a:pt x="493605" y="587390"/>
                  </a:cubicBezTo>
                  <a:lnTo>
                    <a:pt x="436455" y="587390"/>
                  </a:lnTo>
                  <a:lnTo>
                    <a:pt x="530181" y="493473"/>
                  </a:lnTo>
                  <a:lnTo>
                    <a:pt x="530181" y="550623"/>
                  </a:lnTo>
                  <a:close/>
                  <a:moveTo>
                    <a:pt x="660864" y="182387"/>
                  </a:moveTo>
                  <a:lnTo>
                    <a:pt x="574567" y="400224"/>
                  </a:lnTo>
                  <a:lnTo>
                    <a:pt x="574567" y="128570"/>
                  </a:lnTo>
                  <a:lnTo>
                    <a:pt x="650767" y="158955"/>
                  </a:lnTo>
                  <a:cubicBezTo>
                    <a:pt x="655091" y="160727"/>
                    <a:pt x="658521" y="164156"/>
                    <a:pt x="660292" y="168480"/>
                  </a:cubicBezTo>
                  <a:cubicBezTo>
                    <a:pt x="662359" y="173014"/>
                    <a:pt x="662559" y="178177"/>
                    <a:pt x="660864" y="182863"/>
                  </a:cubicBez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95">
              <a:extLst>
                <a:ext uri="{FF2B5EF4-FFF2-40B4-BE49-F238E27FC236}">
                  <a16:creationId xmlns:a16="http://schemas.microsoft.com/office/drawing/2014/main" id="{4389C1AF-0249-B193-8E0C-D0ED85406DDF}"/>
                </a:ext>
              </a:extLst>
            </p:cNvPr>
            <p:cNvSpPr/>
            <p:nvPr/>
          </p:nvSpPr>
          <p:spPr>
            <a:xfrm>
              <a:off x="4673822" y="9078683"/>
              <a:ext cx="279082" cy="278987"/>
            </a:xfrm>
            <a:custGeom>
              <a:avLst/>
              <a:gdLst>
                <a:gd name="connsiteX0" fmla="*/ 140870 w 279082"/>
                <a:gd name="connsiteY0" fmla="*/ 459 h 278987"/>
                <a:gd name="connsiteX1" fmla="*/ 1329 w 279082"/>
                <a:gd name="connsiteY1" fmla="*/ 139905 h 278987"/>
                <a:gd name="connsiteX2" fmla="*/ 140870 w 279082"/>
                <a:gd name="connsiteY2" fmla="*/ 279446 h 278987"/>
                <a:gd name="connsiteX3" fmla="*/ 280411 w 279082"/>
                <a:gd name="connsiteY3" fmla="*/ 139905 h 278987"/>
                <a:gd name="connsiteX4" fmla="*/ 140870 w 279082"/>
                <a:gd name="connsiteY4" fmla="*/ 459 h 278987"/>
                <a:gd name="connsiteX5" fmla="*/ 140870 w 279082"/>
                <a:gd name="connsiteY5" fmla="*/ 235441 h 278987"/>
                <a:gd name="connsiteX6" fmla="*/ 45620 w 279082"/>
                <a:gd name="connsiteY6" fmla="*/ 140191 h 278987"/>
                <a:gd name="connsiteX7" fmla="*/ 140870 w 279082"/>
                <a:gd name="connsiteY7" fmla="*/ 44941 h 278987"/>
                <a:gd name="connsiteX8" fmla="*/ 236120 w 279082"/>
                <a:gd name="connsiteY8" fmla="*/ 140191 h 278987"/>
                <a:gd name="connsiteX9" fmla="*/ 140870 w 279082"/>
                <a:gd name="connsiteY9" fmla="*/ 235441 h 278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79082" h="278987">
                  <a:moveTo>
                    <a:pt x="140870" y="459"/>
                  </a:moveTo>
                  <a:cubicBezTo>
                    <a:pt x="63860" y="516"/>
                    <a:pt x="1434" y="62896"/>
                    <a:pt x="1329" y="139905"/>
                  </a:cubicBezTo>
                  <a:cubicBezTo>
                    <a:pt x="1376" y="216953"/>
                    <a:pt x="63822" y="279389"/>
                    <a:pt x="140870" y="279446"/>
                  </a:cubicBezTo>
                  <a:cubicBezTo>
                    <a:pt x="217918" y="279389"/>
                    <a:pt x="280354" y="216953"/>
                    <a:pt x="280411" y="139905"/>
                  </a:cubicBezTo>
                  <a:cubicBezTo>
                    <a:pt x="280306" y="62896"/>
                    <a:pt x="217880" y="516"/>
                    <a:pt x="140870" y="459"/>
                  </a:cubicBezTo>
                  <a:close/>
                  <a:moveTo>
                    <a:pt x="140870" y="235441"/>
                  </a:moveTo>
                  <a:cubicBezTo>
                    <a:pt x="88263" y="235441"/>
                    <a:pt x="45620" y="192798"/>
                    <a:pt x="45620" y="140191"/>
                  </a:cubicBezTo>
                  <a:cubicBezTo>
                    <a:pt x="45620" y="87584"/>
                    <a:pt x="88263" y="44941"/>
                    <a:pt x="140870" y="44941"/>
                  </a:cubicBezTo>
                  <a:cubicBezTo>
                    <a:pt x="193477" y="44941"/>
                    <a:pt x="236120" y="87584"/>
                    <a:pt x="236120" y="140191"/>
                  </a:cubicBezTo>
                  <a:cubicBezTo>
                    <a:pt x="236120" y="192798"/>
                    <a:pt x="193477" y="235441"/>
                    <a:pt x="140870" y="235441"/>
                  </a:cubicBez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96">
              <a:extLst>
                <a:ext uri="{FF2B5EF4-FFF2-40B4-BE49-F238E27FC236}">
                  <a16:creationId xmlns:a16="http://schemas.microsoft.com/office/drawing/2014/main" id="{A01570F2-D94C-A1E9-31FE-B8ED9D0ADFE0}"/>
                </a:ext>
              </a:extLst>
            </p:cNvPr>
            <p:cNvSpPr/>
            <p:nvPr/>
          </p:nvSpPr>
          <p:spPr>
            <a:xfrm>
              <a:off x="4779168" y="9161455"/>
              <a:ext cx="69537" cy="113728"/>
            </a:xfrm>
            <a:custGeom>
              <a:avLst/>
              <a:gdLst>
                <a:gd name="connsiteX0" fmla="*/ 40858 w 69537"/>
                <a:gd name="connsiteY0" fmla="*/ 44750 h 113728"/>
                <a:gd name="connsiteX1" fmla="*/ 25046 w 69537"/>
                <a:gd name="connsiteY1" fmla="*/ 33987 h 113728"/>
                <a:gd name="connsiteX2" fmla="*/ 34571 w 69537"/>
                <a:gd name="connsiteY2" fmla="*/ 26558 h 113728"/>
                <a:gd name="connsiteX3" fmla="*/ 46191 w 69537"/>
                <a:gd name="connsiteY3" fmla="*/ 35035 h 113728"/>
                <a:gd name="connsiteX4" fmla="*/ 46763 w 69537"/>
                <a:gd name="connsiteY4" fmla="*/ 37130 h 113728"/>
                <a:gd name="connsiteX5" fmla="*/ 68480 w 69537"/>
                <a:gd name="connsiteY5" fmla="*/ 37130 h 113728"/>
                <a:gd name="connsiteX6" fmla="*/ 68480 w 69537"/>
                <a:gd name="connsiteY6" fmla="*/ 34083 h 113728"/>
                <a:gd name="connsiteX7" fmla="*/ 45144 w 69537"/>
                <a:gd name="connsiteY7" fmla="*/ 9984 h 113728"/>
                <a:gd name="connsiteX8" fmla="*/ 45144 w 69537"/>
                <a:gd name="connsiteY8" fmla="*/ 459 h 113728"/>
                <a:gd name="connsiteX9" fmla="*/ 25427 w 69537"/>
                <a:gd name="connsiteY9" fmla="*/ 459 h 113728"/>
                <a:gd name="connsiteX10" fmla="*/ 25427 w 69537"/>
                <a:gd name="connsiteY10" fmla="*/ 9984 h 113728"/>
                <a:gd name="connsiteX11" fmla="*/ 2948 w 69537"/>
                <a:gd name="connsiteY11" fmla="*/ 35606 h 113728"/>
                <a:gd name="connsiteX12" fmla="*/ 33428 w 69537"/>
                <a:gd name="connsiteY12" fmla="*/ 64943 h 113728"/>
                <a:gd name="connsiteX13" fmla="*/ 48382 w 69537"/>
                <a:gd name="connsiteY13" fmla="*/ 76945 h 113728"/>
                <a:gd name="connsiteX14" fmla="*/ 36476 w 69537"/>
                <a:gd name="connsiteY14" fmla="*/ 85708 h 113728"/>
                <a:gd name="connsiteX15" fmla="*/ 23046 w 69537"/>
                <a:gd name="connsiteY15" fmla="*/ 75326 h 113728"/>
                <a:gd name="connsiteX16" fmla="*/ 23046 w 69537"/>
                <a:gd name="connsiteY16" fmla="*/ 73040 h 113728"/>
                <a:gd name="connsiteX17" fmla="*/ 1329 w 69537"/>
                <a:gd name="connsiteY17" fmla="*/ 73040 h 113728"/>
                <a:gd name="connsiteX18" fmla="*/ 1329 w 69537"/>
                <a:gd name="connsiteY18" fmla="*/ 76088 h 113728"/>
                <a:gd name="connsiteX19" fmla="*/ 26475 w 69537"/>
                <a:gd name="connsiteY19" fmla="*/ 102281 h 113728"/>
                <a:gd name="connsiteX20" fmla="*/ 26475 w 69537"/>
                <a:gd name="connsiteY20" fmla="*/ 114188 h 113728"/>
                <a:gd name="connsiteX21" fmla="*/ 46287 w 69537"/>
                <a:gd name="connsiteY21" fmla="*/ 114188 h 113728"/>
                <a:gd name="connsiteX22" fmla="*/ 46287 w 69537"/>
                <a:gd name="connsiteY22" fmla="*/ 102377 h 113728"/>
                <a:gd name="connsiteX23" fmla="*/ 70861 w 69537"/>
                <a:gd name="connsiteY23" fmla="*/ 75135 h 113728"/>
                <a:gd name="connsiteX24" fmla="*/ 40858 w 69537"/>
                <a:gd name="connsiteY24" fmla="*/ 44750 h 113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9537" h="113728">
                  <a:moveTo>
                    <a:pt x="40858" y="44750"/>
                  </a:moveTo>
                  <a:cubicBezTo>
                    <a:pt x="25712" y="40559"/>
                    <a:pt x="25046" y="38083"/>
                    <a:pt x="25046" y="33987"/>
                  </a:cubicBezTo>
                  <a:cubicBezTo>
                    <a:pt x="25046" y="29891"/>
                    <a:pt x="26284" y="26558"/>
                    <a:pt x="34571" y="26558"/>
                  </a:cubicBezTo>
                  <a:cubicBezTo>
                    <a:pt x="42858" y="26558"/>
                    <a:pt x="45144" y="30939"/>
                    <a:pt x="46191" y="35035"/>
                  </a:cubicBezTo>
                  <a:lnTo>
                    <a:pt x="46763" y="37130"/>
                  </a:lnTo>
                  <a:lnTo>
                    <a:pt x="68480" y="37130"/>
                  </a:lnTo>
                  <a:lnTo>
                    <a:pt x="68480" y="34083"/>
                  </a:lnTo>
                  <a:cubicBezTo>
                    <a:pt x="67356" y="21548"/>
                    <a:pt x="57631" y="11508"/>
                    <a:pt x="45144" y="9984"/>
                  </a:cubicBezTo>
                  <a:lnTo>
                    <a:pt x="45144" y="459"/>
                  </a:lnTo>
                  <a:lnTo>
                    <a:pt x="25427" y="459"/>
                  </a:lnTo>
                  <a:lnTo>
                    <a:pt x="25427" y="9984"/>
                  </a:lnTo>
                  <a:cubicBezTo>
                    <a:pt x="12663" y="11851"/>
                    <a:pt x="3138" y="22710"/>
                    <a:pt x="2948" y="35606"/>
                  </a:cubicBezTo>
                  <a:cubicBezTo>
                    <a:pt x="2948" y="50370"/>
                    <a:pt x="11520" y="58657"/>
                    <a:pt x="33428" y="64943"/>
                  </a:cubicBezTo>
                  <a:cubicBezTo>
                    <a:pt x="47239" y="68944"/>
                    <a:pt x="48382" y="72468"/>
                    <a:pt x="48382" y="76945"/>
                  </a:cubicBezTo>
                  <a:cubicBezTo>
                    <a:pt x="48382" y="81422"/>
                    <a:pt x="44382" y="85708"/>
                    <a:pt x="36476" y="85708"/>
                  </a:cubicBezTo>
                  <a:cubicBezTo>
                    <a:pt x="29999" y="86203"/>
                    <a:pt x="24198" y="81717"/>
                    <a:pt x="23046" y="75326"/>
                  </a:cubicBezTo>
                  <a:lnTo>
                    <a:pt x="23046" y="73040"/>
                  </a:lnTo>
                  <a:lnTo>
                    <a:pt x="1329" y="73040"/>
                  </a:lnTo>
                  <a:lnTo>
                    <a:pt x="1329" y="76088"/>
                  </a:lnTo>
                  <a:cubicBezTo>
                    <a:pt x="2377" y="89708"/>
                    <a:pt x="12911" y="100681"/>
                    <a:pt x="26475" y="102281"/>
                  </a:cubicBezTo>
                  <a:lnTo>
                    <a:pt x="26475" y="114188"/>
                  </a:lnTo>
                  <a:lnTo>
                    <a:pt x="46287" y="114188"/>
                  </a:lnTo>
                  <a:lnTo>
                    <a:pt x="46287" y="102377"/>
                  </a:lnTo>
                  <a:cubicBezTo>
                    <a:pt x="60374" y="101177"/>
                    <a:pt x="71109" y="89270"/>
                    <a:pt x="70861" y="75135"/>
                  </a:cubicBezTo>
                  <a:cubicBezTo>
                    <a:pt x="70385" y="59419"/>
                    <a:pt x="61813" y="50656"/>
                    <a:pt x="40858" y="44750"/>
                  </a:cubicBez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FFC4832D-2058-7559-9564-E381D5BAC6F6}"/>
              </a:ext>
            </a:extLst>
          </p:cNvPr>
          <p:cNvGrpSpPr/>
          <p:nvPr/>
        </p:nvGrpSpPr>
        <p:grpSpPr>
          <a:xfrm>
            <a:off x="6625989" y="165931"/>
            <a:ext cx="704850" cy="704850"/>
            <a:chOff x="3450240" y="9928408"/>
            <a:chExt cx="704850" cy="704850"/>
          </a:xfrm>
        </p:grpSpPr>
        <p:sp>
          <p:nvSpPr>
            <p:cNvPr id="171" name="Freeform: Shape 97">
              <a:extLst>
                <a:ext uri="{FF2B5EF4-FFF2-40B4-BE49-F238E27FC236}">
                  <a16:creationId xmlns:a16="http://schemas.microsoft.com/office/drawing/2014/main" id="{98859843-6D9A-D9D0-6DA8-4AB069C1CC70}"/>
                </a:ext>
              </a:extLst>
            </p:cNvPr>
            <p:cNvSpPr/>
            <p:nvPr/>
          </p:nvSpPr>
          <p:spPr>
            <a:xfrm>
              <a:off x="3450240" y="9928408"/>
              <a:ext cx="330422" cy="330327"/>
            </a:xfrm>
            <a:custGeom>
              <a:avLst/>
              <a:gdLst>
                <a:gd name="connsiteX0" fmla="*/ 166492 w 330422"/>
                <a:gd name="connsiteY0" fmla="*/ 459 h 330327"/>
                <a:gd name="connsiteX1" fmla="*/ 1329 w 330422"/>
                <a:gd name="connsiteY1" fmla="*/ 165623 h 330327"/>
                <a:gd name="connsiteX2" fmla="*/ 166492 w 330422"/>
                <a:gd name="connsiteY2" fmla="*/ 330786 h 330327"/>
                <a:gd name="connsiteX3" fmla="*/ 331751 w 330422"/>
                <a:gd name="connsiteY3" fmla="*/ 165623 h 330327"/>
                <a:gd name="connsiteX4" fmla="*/ 166492 w 330422"/>
                <a:gd name="connsiteY4" fmla="*/ 459 h 330327"/>
                <a:gd name="connsiteX5" fmla="*/ 166492 w 330422"/>
                <a:gd name="connsiteY5" fmla="*/ 286781 h 330327"/>
                <a:gd name="connsiteX6" fmla="*/ 45334 w 330422"/>
                <a:gd name="connsiteY6" fmla="*/ 165623 h 330327"/>
                <a:gd name="connsiteX7" fmla="*/ 166492 w 330422"/>
                <a:gd name="connsiteY7" fmla="*/ 44465 h 330327"/>
                <a:gd name="connsiteX8" fmla="*/ 287650 w 330422"/>
                <a:gd name="connsiteY8" fmla="*/ 165623 h 330327"/>
                <a:gd name="connsiteX9" fmla="*/ 166492 w 330422"/>
                <a:gd name="connsiteY9" fmla="*/ 286781 h 330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0422" h="330327">
                  <a:moveTo>
                    <a:pt x="166492" y="459"/>
                  </a:moveTo>
                  <a:cubicBezTo>
                    <a:pt x="75319" y="564"/>
                    <a:pt x="1433" y="74450"/>
                    <a:pt x="1329" y="165623"/>
                  </a:cubicBezTo>
                  <a:cubicBezTo>
                    <a:pt x="1433" y="256796"/>
                    <a:pt x="75319" y="330682"/>
                    <a:pt x="166492" y="330786"/>
                  </a:cubicBezTo>
                  <a:cubicBezTo>
                    <a:pt x="257703" y="330729"/>
                    <a:pt x="331646" y="256834"/>
                    <a:pt x="331751" y="165623"/>
                  </a:cubicBezTo>
                  <a:cubicBezTo>
                    <a:pt x="331646" y="74411"/>
                    <a:pt x="257703" y="516"/>
                    <a:pt x="166492" y="459"/>
                  </a:cubicBezTo>
                  <a:close/>
                  <a:moveTo>
                    <a:pt x="166492" y="286781"/>
                  </a:moveTo>
                  <a:cubicBezTo>
                    <a:pt x="99617" y="286676"/>
                    <a:pt x="45439" y="232498"/>
                    <a:pt x="45334" y="165623"/>
                  </a:cubicBezTo>
                  <a:cubicBezTo>
                    <a:pt x="45439" y="98757"/>
                    <a:pt x="99627" y="44570"/>
                    <a:pt x="166492" y="44465"/>
                  </a:cubicBezTo>
                  <a:cubicBezTo>
                    <a:pt x="233386" y="44522"/>
                    <a:pt x="287592" y="98729"/>
                    <a:pt x="287650" y="165623"/>
                  </a:cubicBezTo>
                  <a:cubicBezTo>
                    <a:pt x="287592" y="232517"/>
                    <a:pt x="233386" y="286724"/>
                    <a:pt x="166492" y="286781"/>
                  </a:cubicBez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98">
              <a:extLst>
                <a:ext uri="{FF2B5EF4-FFF2-40B4-BE49-F238E27FC236}">
                  <a16:creationId xmlns:a16="http://schemas.microsoft.com/office/drawing/2014/main" id="{B7639C37-FA3C-538E-86CF-D1321AA59820}"/>
                </a:ext>
              </a:extLst>
            </p:cNvPr>
            <p:cNvSpPr/>
            <p:nvPr/>
          </p:nvSpPr>
          <p:spPr>
            <a:xfrm>
              <a:off x="3531870" y="10010228"/>
              <a:ext cx="167165" cy="167164"/>
            </a:xfrm>
            <a:custGeom>
              <a:avLst/>
              <a:gdLst>
                <a:gd name="connsiteX0" fmla="*/ 146490 w 167165"/>
                <a:gd name="connsiteY0" fmla="*/ 61800 h 167164"/>
                <a:gd name="connsiteX1" fmla="*/ 106961 w 167165"/>
                <a:gd name="connsiteY1" fmla="*/ 61800 h 167164"/>
                <a:gd name="connsiteX2" fmla="*/ 106961 w 167165"/>
                <a:gd name="connsiteY2" fmla="*/ 22557 h 167164"/>
                <a:gd name="connsiteX3" fmla="*/ 84863 w 167165"/>
                <a:gd name="connsiteY3" fmla="*/ 459 h 167164"/>
                <a:gd name="connsiteX4" fmla="*/ 62860 w 167165"/>
                <a:gd name="connsiteY4" fmla="*/ 22557 h 167164"/>
                <a:gd name="connsiteX5" fmla="*/ 62860 w 167165"/>
                <a:gd name="connsiteY5" fmla="*/ 62086 h 167164"/>
                <a:gd name="connsiteX6" fmla="*/ 23332 w 167165"/>
                <a:gd name="connsiteY6" fmla="*/ 62086 h 167164"/>
                <a:gd name="connsiteX7" fmla="*/ 1329 w 167165"/>
                <a:gd name="connsiteY7" fmla="*/ 83898 h 167164"/>
                <a:gd name="connsiteX8" fmla="*/ 1329 w 167165"/>
                <a:gd name="connsiteY8" fmla="*/ 84089 h 167164"/>
                <a:gd name="connsiteX9" fmla="*/ 23141 w 167165"/>
                <a:gd name="connsiteY9" fmla="*/ 106092 h 167164"/>
                <a:gd name="connsiteX10" fmla="*/ 23332 w 167165"/>
                <a:gd name="connsiteY10" fmla="*/ 106092 h 167164"/>
                <a:gd name="connsiteX11" fmla="*/ 62860 w 167165"/>
                <a:gd name="connsiteY11" fmla="*/ 106092 h 167164"/>
                <a:gd name="connsiteX12" fmla="*/ 62860 w 167165"/>
                <a:gd name="connsiteY12" fmla="*/ 145620 h 167164"/>
                <a:gd name="connsiteX13" fmla="*/ 84863 w 167165"/>
                <a:gd name="connsiteY13" fmla="*/ 167623 h 167164"/>
                <a:gd name="connsiteX14" fmla="*/ 106961 w 167165"/>
                <a:gd name="connsiteY14" fmla="*/ 145716 h 167164"/>
                <a:gd name="connsiteX15" fmla="*/ 106961 w 167165"/>
                <a:gd name="connsiteY15" fmla="*/ 145620 h 167164"/>
                <a:gd name="connsiteX16" fmla="*/ 106961 w 167165"/>
                <a:gd name="connsiteY16" fmla="*/ 106092 h 167164"/>
                <a:gd name="connsiteX17" fmla="*/ 146490 w 167165"/>
                <a:gd name="connsiteY17" fmla="*/ 106092 h 167164"/>
                <a:gd name="connsiteX18" fmla="*/ 168492 w 167165"/>
                <a:gd name="connsiteY18" fmla="*/ 84089 h 167164"/>
                <a:gd name="connsiteX19" fmla="*/ 146775 w 167165"/>
                <a:gd name="connsiteY19" fmla="*/ 61800 h 167164"/>
                <a:gd name="connsiteX20" fmla="*/ 146490 w 167165"/>
                <a:gd name="connsiteY20" fmla="*/ 61800 h 167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165" h="167164">
                  <a:moveTo>
                    <a:pt x="146490" y="61800"/>
                  </a:moveTo>
                  <a:lnTo>
                    <a:pt x="106961" y="61800"/>
                  </a:lnTo>
                  <a:lnTo>
                    <a:pt x="106961" y="22557"/>
                  </a:lnTo>
                  <a:cubicBezTo>
                    <a:pt x="106961" y="10356"/>
                    <a:pt x="97064" y="459"/>
                    <a:pt x="84863" y="459"/>
                  </a:cubicBezTo>
                  <a:cubicBezTo>
                    <a:pt x="72699" y="517"/>
                    <a:pt x="62860" y="10394"/>
                    <a:pt x="62860" y="22557"/>
                  </a:cubicBezTo>
                  <a:lnTo>
                    <a:pt x="62860" y="62086"/>
                  </a:lnTo>
                  <a:lnTo>
                    <a:pt x="23332" y="62086"/>
                  </a:lnTo>
                  <a:cubicBezTo>
                    <a:pt x="11235" y="62029"/>
                    <a:pt x="1386" y="71802"/>
                    <a:pt x="1329" y="83898"/>
                  </a:cubicBezTo>
                  <a:cubicBezTo>
                    <a:pt x="1329" y="83965"/>
                    <a:pt x="1329" y="84022"/>
                    <a:pt x="1329" y="84089"/>
                  </a:cubicBezTo>
                  <a:cubicBezTo>
                    <a:pt x="1271" y="96186"/>
                    <a:pt x="11044" y="106035"/>
                    <a:pt x="23141" y="106092"/>
                  </a:cubicBezTo>
                  <a:cubicBezTo>
                    <a:pt x="23208" y="106092"/>
                    <a:pt x="23265" y="106092"/>
                    <a:pt x="23332" y="106092"/>
                  </a:cubicBezTo>
                  <a:lnTo>
                    <a:pt x="62860" y="106092"/>
                  </a:lnTo>
                  <a:lnTo>
                    <a:pt x="62860" y="145620"/>
                  </a:lnTo>
                  <a:cubicBezTo>
                    <a:pt x="62860" y="157774"/>
                    <a:pt x="72709" y="167623"/>
                    <a:pt x="84863" y="167623"/>
                  </a:cubicBezTo>
                  <a:cubicBezTo>
                    <a:pt x="97017" y="167680"/>
                    <a:pt x="106904" y="157869"/>
                    <a:pt x="106961" y="145716"/>
                  </a:cubicBezTo>
                  <a:cubicBezTo>
                    <a:pt x="106961" y="145687"/>
                    <a:pt x="106961" y="145649"/>
                    <a:pt x="106961" y="145620"/>
                  </a:cubicBezTo>
                  <a:lnTo>
                    <a:pt x="106961" y="106092"/>
                  </a:lnTo>
                  <a:lnTo>
                    <a:pt x="146490" y="106092"/>
                  </a:lnTo>
                  <a:cubicBezTo>
                    <a:pt x="158644" y="106092"/>
                    <a:pt x="168492" y="96243"/>
                    <a:pt x="168492" y="84089"/>
                  </a:cubicBezTo>
                  <a:cubicBezTo>
                    <a:pt x="168654" y="71935"/>
                    <a:pt x="158929" y="61962"/>
                    <a:pt x="146775" y="61800"/>
                  </a:cubicBezTo>
                  <a:cubicBezTo>
                    <a:pt x="146680" y="61800"/>
                    <a:pt x="146585" y="61800"/>
                    <a:pt x="146490" y="61800"/>
                  </a:cubicBez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99">
              <a:extLst>
                <a:ext uri="{FF2B5EF4-FFF2-40B4-BE49-F238E27FC236}">
                  <a16:creationId xmlns:a16="http://schemas.microsoft.com/office/drawing/2014/main" id="{5806D244-18F2-EF2C-8906-72AE5970276A}"/>
                </a:ext>
              </a:extLst>
            </p:cNvPr>
            <p:cNvSpPr/>
            <p:nvPr/>
          </p:nvSpPr>
          <p:spPr>
            <a:xfrm>
              <a:off x="3450240" y="10302836"/>
              <a:ext cx="330422" cy="330422"/>
            </a:xfrm>
            <a:custGeom>
              <a:avLst/>
              <a:gdLst>
                <a:gd name="connsiteX0" fmla="*/ 166492 w 330422"/>
                <a:gd name="connsiteY0" fmla="*/ 459 h 330422"/>
                <a:gd name="connsiteX1" fmla="*/ 1329 w 330422"/>
                <a:gd name="connsiteY1" fmla="*/ 165623 h 330422"/>
                <a:gd name="connsiteX2" fmla="*/ 166492 w 330422"/>
                <a:gd name="connsiteY2" fmla="*/ 330881 h 330422"/>
                <a:gd name="connsiteX3" fmla="*/ 331751 w 330422"/>
                <a:gd name="connsiteY3" fmla="*/ 165623 h 330422"/>
                <a:gd name="connsiteX4" fmla="*/ 166492 w 330422"/>
                <a:gd name="connsiteY4" fmla="*/ 459 h 330422"/>
                <a:gd name="connsiteX5" fmla="*/ 166492 w 330422"/>
                <a:gd name="connsiteY5" fmla="*/ 286781 h 330422"/>
                <a:gd name="connsiteX6" fmla="*/ 45334 w 330422"/>
                <a:gd name="connsiteY6" fmla="*/ 165623 h 330422"/>
                <a:gd name="connsiteX7" fmla="*/ 166492 w 330422"/>
                <a:gd name="connsiteY7" fmla="*/ 44274 h 330422"/>
                <a:gd name="connsiteX8" fmla="*/ 287650 w 330422"/>
                <a:gd name="connsiteY8" fmla="*/ 165432 h 330422"/>
                <a:gd name="connsiteX9" fmla="*/ 166492 w 330422"/>
                <a:gd name="connsiteY9" fmla="*/ 286781 h 330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0422" h="330422">
                  <a:moveTo>
                    <a:pt x="166492" y="459"/>
                  </a:moveTo>
                  <a:cubicBezTo>
                    <a:pt x="75319" y="564"/>
                    <a:pt x="1433" y="74449"/>
                    <a:pt x="1329" y="165623"/>
                  </a:cubicBezTo>
                  <a:cubicBezTo>
                    <a:pt x="1433" y="256812"/>
                    <a:pt x="75300" y="330724"/>
                    <a:pt x="166492" y="330881"/>
                  </a:cubicBezTo>
                  <a:cubicBezTo>
                    <a:pt x="257722" y="330777"/>
                    <a:pt x="331646" y="256849"/>
                    <a:pt x="331751" y="165623"/>
                  </a:cubicBezTo>
                  <a:cubicBezTo>
                    <a:pt x="331646" y="74411"/>
                    <a:pt x="257703" y="516"/>
                    <a:pt x="166492" y="459"/>
                  </a:cubicBezTo>
                  <a:close/>
                  <a:moveTo>
                    <a:pt x="166492" y="286781"/>
                  </a:moveTo>
                  <a:cubicBezTo>
                    <a:pt x="99617" y="286676"/>
                    <a:pt x="45439" y="232493"/>
                    <a:pt x="45334" y="165623"/>
                  </a:cubicBezTo>
                  <a:cubicBezTo>
                    <a:pt x="45334" y="98681"/>
                    <a:pt x="99550" y="44379"/>
                    <a:pt x="166492" y="44274"/>
                  </a:cubicBezTo>
                  <a:cubicBezTo>
                    <a:pt x="233386" y="44331"/>
                    <a:pt x="287592" y="98538"/>
                    <a:pt x="287650" y="165432"/>
                  </a:cubicBezTo>
                  <a:cubicBezTo>
                    <a:pt x="287707" y="232399"/>
                    <a:pt x="233462" y="286728"/>
                    <a:pt x="166492" y="286781"/>
                  </a:cubicBez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03">
              <a:extLst>
                <a:ext uri="{FF2B5EF4-FFF2-40B4-BE49-F238E27FC236}">
                  <a16:creationId xmlns:a16="http://schemas.microsoft.com/office/drawing/2014/main" id="{8F5F52DF-BA7B-FE27-FB41-985AB1798B6C}"/>
                </a:ext>
              </a:extLst>
            </p:cNvPr>
            <p:cNvSpPr/>
            <p:nvPr/>
          </p:nvSpPr>
          <p:spPr>
            <a:xfrm>
              <a:off x="3549849" y="10402522"/>
              <a:ext cx="131411" cy="131580"/>
            </a:xfrm>
            <a:custGeom>
              <a:avLst/>
              <a:gdLst>
                <a:gd name="connsiteX0" fmla="*/ 126034 w 131411"/>
                <a:gd name="connsiteY0" fmla="*/ 6882 h 131580"/>
                <a:gd name="connsiteX1" fmla="*/ 94887 w 131411"/>
                <a:gd name="connsiteY1" fmla="*/ 6882 h 131580"/>
                <a:gd name="connsiteX2" fmla="*/ 66883 w 131411"/>
                <a:gd name="connsiteY2" fmla="*/ 34790 h 131580"/>
                <a:gd name="connsiteX3" fmla="*/ 38975 w 131411"/>
                <a:gd name="connsiteY3" fmla="*/ 6882 h 131580"/>
                <a:gd name="connsiteX4" fmla="*/ 7828 w 131411"/>
                <a:gd name="connsiteY4" fmla="*/ 6882 h 131580"/>
                <a:gd name="connsiteX5" fmla="*/ 7666 w 131411"/>
                <a:gd name="connsiteY5" fmla="*/ 37866 h 131580"/>
                <a:gd name="connsiteX6" fmla="*/ 7828 w 131411"/>
                <a:gd name="connsiteY6" fmla="*/ 38028 h 131580"/>
                <a:gd name="connsiteX7" fmla="*/ 35737 w 131411"/>
                <a:gd name="connsiteY7" fmla="*/ 65936 h 131580"/>
                <a:gd name="connsiteX8" fmla="*/ 7828 w 131411"/>
                <a:gd name="connsiteY8" fmla="*/ 93940 h 131580"/>
                <a:gd name="connsiteX9" fmla="*/ 7666 w 131411"/>
                <a:gd name="connsiteY9" fmla="*/ 124921 h 131580"/>
                <a:gd name="connsiteX10" fmla="*/ 7828 w 131411"/>
                <a:gd name="connsiteY10" fmla="*/ 125087 h 131580"/>
                <a:gd name="connsiteX11" fmla="*/ 23354 w 131411"/>
                <a:gd name="connsiteY11" fmla="*/ 131564 h 131580"/>
                <a:gd name="connsiteX12" fmla="*/ 38975 w 131411"/>
                <a:gd name="connsiteY12" fmla="*/ 125087 h 131580"/>
                <a:gd name="connsiteX13" fmla="*/ 66883 w 131411"/>
                <a:gd name="connsiteY13" fmla="*/ 97083 h 131580"/>
                <a:gd name="connsiteX14" fmla="*/ 94982 w 131411"/>
                <a:gd name="connsiteY14" fmla="*/ 125563 h 131580"/>
                <a:gd name="connsiteX15" fmla="*/ 110508 w 131411"/>
                <a:gd name="connsiteY15" fmla="*/ 132040 h 131580"/>
                <a:gd name="connsiteX16" fmla="*/ 126129 w 131411"/>
                <a:gd name="connsiteY16" fmla="*/ 125563 h 131580"/>
                <a:gd name="connsiteX17" fmla="*/ 126129 w 131411"/>
                <a:gd name="connsiteY17" fmla="*/ 94416 h 131580"/>
                <a:gd name="connsiteX18" fmla="*/ 98125 w 131411"/>
                <a:gd name="connsiteY18" fmla="*/ 66413 h 131580"/>
                <a:gd name="connsiteX19" fmla="*/ 126129 w 131411"/>
                <a:gd name="connsiteY19" fmla="*/ 38505 h 131580"/>
                <a:gd name="connsiteX20" fmla="*/ 126405 w 131411"/>
                <a:gd name="connsiteY20" fmla="*/ 7253 h 131580"/>
                <a:gd name="connsiteX21" fmla="*/ 126034 w 131411"/>
                <a:gd name="connsiteY21" fmla="*/ 6882 h 131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1411" h="131580">
                  <a:moveTo>
                    <a:pt x="126034" y="6882"/>
                  </a:moveTo>
                  <a:cubicBezTo>
                    <a:pt x="117413" y="-1681"/>
                    <a:pt x="103507" y="-1681"/>
                    <a:pt x="94887" y="6882"/>
                  </a:cubicBezTo>
                  <a:lnTo>
                    <a:pt x="66883" y="34790"/>
                  </a:lnTo>
                  <a:lnTo>
                    <a:pt x="38975" y="6882"/>
                  </a:lnTo>
                  <a:cubicBezTo>
                    <a:pt x="30355" y="-1681"/>
                    <a:pt x="16448" y="-1681"/>
                    <a:pt x="7828" y="6882"/>
                  </a:cubicBezTo>
                  <a:cubicBezTo>
                    <a:pt x="-773" y="15387"/>
                    <a:pt x="-849" y="29265"/>
                    <a:pt x="7666" y="37866"/>
                  </a:cubicBezTo>
                  <a:cubicBezTo>
                    <a:pt x="7714" y="37914"/>
                    <a:pt x="7771" y="37971"/>
                    <a:pt x="7828" y="38028"/>
                  </a:cubicBezTo>
                  <a:lnTo>
                    <a:pt x="35737" y="65936"/>
                  </a:lnTo>
                  <a:lnTo>
                    <a:pt x="7828" y="93940"/>
                  </a:lnTo>
                  <a:cubicBezTo>
                    <a:pt x="-773" y="102450"/>
                    <a:pt x="-849" y="116321"/>
                    <a:pt x="7666" y="124921"/>
                  </a:cubicBezTo>
                  <a:cubicBezTo>
                    <a:pt x="7714" y="124977"/>
                    <a:pt x="7771" y="125032"/>
                    <a:pt x="7828" y="125087"/>
                  </a:cubicBezTo>
                  <a:cubicBezTo>
                    <a:pt x="11934" y="129226"/>
                    <a:pt x="17525" y="131557"/>
                    <a:pt x="23354" y="131564"/>
                  </a:cubicBezTo>
                  <a:cubicBezTo>
                    <a:pt x="29212" y="131572"/>
                    <a:pt x="34841" y="129241"/>
                    <a:pt x="38975" y="125087"/>
                  </a:cubicBezTo>
                  <a:lnTo>
                    <a:pt x="66883" y="97083"/>
                  </a:lnTo>
                  <a:lnTo>
                    <a:pt x="94982" y="125563"/>
                  </a:lnTo>
                  <a:cubicBezTo>
                    <a:pt x="99088" y="129703"/>
                    <a:pt x="104679" y="132033"/>
                    <a:pt x="110508" y="132040"/>
                  </a:cubicBezTo>
                  <a:cubicBezTo>
                    <a:pt x="116366" y="132017"/>
                    <a:pt x="121976" y="129690"/>
                    <a:pt x="126129" y="125563"/>
                  </a:cubicBezTo>
                  <a:cubicBezTo>
                    <a:pt x="134692" y="116946"/>
                    <a:pt x="134692" y="103035"/>
                    <a:pt x="126129" y="94416"/>
                  </a:cubicBezTo>
                  <a:lnTo>
                    <a:pt x="98125" y="66413"/>
                  </a:lnTo>
                  <a:lnTo>
                    <a:pt x="126129" y="38505"/>
                  </a:lnTo>
                  <a:cubicBezTo>
                    <a:pt x="134835" y="29951"/>
                    <a:pt x="134959" y="15959"/>
                    <a:pt x="126405" y="7253"/>
                  </a:cubicBezTo>
                  <a:cubicBezTo>
                    <a:pt x="126281" y="7129"/>
                    <a:pt x="126157" y="7005"/>
                    <a:pt x="126034" y="6882"/>
                  </a:cubicBez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04">
              <a:extLst>
                <a:ext uri="{FF2B5EF4-FFF2-40B4-BE49-F238E27FC236}">
                  <a16:creationId xmlns:a16="http://schemas.microsoft.com/office/drawing/2014/main" id="{3A5DCECF-62FC-242C-CD82-C01B62D63D82}"/>
                </a:ext>
              </a:extLst>
            </p:cNvPr>
            <p:cNvSpPr/>
            <p:nvPr/>
          </p:nvSpPr>
          <p:spPr>
            <a:xfrm>
              <a:off x="3824478" y="10302836"/>
              <a:ext cx="330422" cy="330422"/>
            </a:xfrm>
            <a:custGeom>
              <a:avLst/>
              <a:gdLst>
                <a:gd name="connsiteX0" fmla="*/ 166778 w 330422"/>
                <a:gd name="connsiteY0" fmla="*/ 459 h 330422"/>
                <a:gd name="connsiteX1" fmla="*/ 1329 w 330422"/>
                <a:gd name="connsiteY1" fmla="*/ 165623 h 330422"/>
                <a:gd name="connsiteX2" fmla="*/ 166587 w 330422"/>
                <a:gd name="connsiteY2" fmla="*/ 330882 h 330422"/>
                <a:gd name="connsiteX3" fmla="*/ 331751 w 330422"/>
                <a:gd name="connsiteY3" fmla="*/ 165623 h 330422"/>
                <a:gd name="connsiteX4" fmla="*/ 166778 w 330422"/>
                <a:gd name="connsiteY4" fmla="*/ 459 h 330422"/>
                <a:gd name="connsiteX5" fmla="*/ 166778 w 330422"/>
                <a:gd name="connsiteY5" fmla="*/ 286781 h 330422"/>
                <a:gd name="connsiteX6" fmla="*/ 45620 w 330422"/>
                <a:gd name="connsiteY6" fmla="*/ 165623 h 330422"/>
                <a:gd name="connsiteX7" fmla="*/ 166778 w 330422"/>
                <a:gd name="connsiteY7" fmla="*/ 44274 h 330422"/>
                <a:gd name="connsiteX8" fmla="*/ 287841 w 330422"/>
                <a:gd name="connsiteY8" fmla="*/ 165432 h 330422"/>
                <a:gd name="connsiteX9" fmla="*/ 166778 w 330422"/>
                <a:gd name="connsiteY9" fmla="*/ 286781 h 330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0422" h="330422">
                  <a:moveTo>
                    <a:pt x="166778" y="459"/>
                  </a:moveTo>
                  <a:cubicBezTo>
                    <a:pt x="75490" y="402"/>
                    <a:pt x="1433" y="74335"/>
                    <a:pt x="1329" y="165623"/>
                  </a:cubicBezTo>
                  <a:cubicBezTo>
                    <a:pt x="1433" y="256849"/>
                    <a:pt x="75357" y="330777"/>
                    <a:pt x="166587" y="330882"/>
                  </a:cubicBezTo>
                  <a:cubicBezTo>
                    <a:pt x="257780" y="330724"/>
                    <a:pt x="331646" y="256812"/>
                    <a:pt x="331751" y="165623"/>
                  </a:cubicBezTo>
                  <a:cubicBezTo>
                    <a:pt x="331646" y="74526"/>
                    <a:pt x="257875" y="669"/>
                    <a:pt x="166778" y="459"/>
                  </a:cubicBezTo>
                  <a:close/>
                  <a:moveTo>
                    <a:pt x="166778" y="286781"/>
                  </a:moveTo>
                  <a:cubicBezTo>
                    <a:pt x="99884" y="286728"/>
                    <a:pt x="45677" y="232515"/>
                    <a:pt x="45620" y="165623"/>
                  </a:cubicBezTo>
                  <a:cubicBezTo>
                    <a:pt x="45562" y="98653"/>
                    <a:pt x="99807" y="44331"/>
                    <a:pt x="166778" y="44274"/>
                  </a:cubicBezTo>
                  <a:cubicBezTo>
                    <a:pt x="233634" y="44379"/>
                    <a:pt x="287783" y="98576"/>
                    <a:pt x="287841" y="165432"/>
                  </a:cubicBezTo>
                  <a:cubicBezTo>
                    <a:pt x="287898" y="232362"/>
                    <a:pt x="233710" y="286676"/>
                    <a:pt x="166778" y="286781"/>
                  </a:cubicBez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05">
              <a:extLst>
                <a:ext uri="{FF2B5EF4-FFF2-40B4-BE49-F238E27FC236}">
                  <a16:creationId xmlns:a16="http://schemas.microsoft.com/office/drawing/2014/main" id="{FE0E07DC-851A-5096-FC50-4CF92C76DF26}"/>
                </a:ext>
              </a:extLst>
            </p:cNvPr>
            <p:cNvSpPr/>
            <p:nvPr/>
          </p:nvSpPr>
          <p:spPr>
            <a:xfrm>
              <a:off x="3906298" y="10406468"/>
              <a:ext cx="167163" cy="44005"/>
            </a:xfrm>
            <a:custGeom>
              <a:avLst/>
              <a:gdLst>
                <a:gd name="connsiteX0" fmla="*/ 146489 w 167163"/>
                <a:gd name="connsiteY0" fmla="*/ 459 h 44005"/>
                <a:gd name="connsiteX1" fmla="*/ 23331 w 167163"/>
                <a:gd name="connsiteY1" fmla="*/ 459 h 44005"/>
                <a:gd name="connsiteX2" fmla="*/ 1329 w 167163"/>
                <a:gd name="connsiteY2" fmla="*/ 22462 h 44005"/>
                <a:gd name="connsiteX3" fmla="*/ 23331 w 167163"/>
                <a:gd name="connsiteY3" fmla="*/ 44465 h 44005"/>
                <a:gd name="connsiteX4" fmla="*/ 146489 w 167163"/>
                <a:gd name="connsiteY4" fmla="*/ 44465 h 44005"/>
                <a:gd name="connsiteX5" fmla="*/ 168492 w 167163"/>
                <a:gd name="connsiteY5" fmla="*/ 22462 h 44005"/>
                <a:gd name="connsiteX6" fmla="*/ 146489 w 167163"/>
                <a:gd name="connsiteY6" fmla="*/ 459 h 44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7163" h="44005">
                  <a:moveTo>
                    <a:pt x="146489" y="459"/>
                  </a:moveTo>
                  <a:lnTo>
                    <a:pt x="23331" y="459"/>
                  </a:lnTo>
                  <a:cubicBezTo>
                    <a:pt x="11206" y="507"/>
                    <a:pt x="1385" y="10327"/>
                    <a:pt x="1329" y="22462"/>
                  </a:cubicBezTo>
                  <a:cubicBezTo>
                    <a:pt x="1329" y="34616"/>
                    <a:pt x="11177" y="44465"/>
                    <a:pt x="23331" y="44465"/>
                  </a:cubicBezTo>
                  <a:lnTo>
                    <a:pt x="146489" y="44465"/>
                  </a:lnTo>
                  <a:cubicBezTo>
                    <a:pt x="158643" y="44465"/>
                    <a:pt x="168492" y="34616"/>
                    <a:pt x="168492" y="22462"/>
                  </a:cubicBezTo>
                  <a:cubicBezTo>
                    <a:pt x="168444" y="10337"/>
                    <a:pt x="158624" y="507"/>
                    <a:pt x="146489" y="459"/>
                  </a:cubicBez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06">
              <a:extLst>
                <a:ext uri="{FF2B5EF4-FFF2-40B4-BE49-F238E27FC236}">
                  <a16:creationId xmlns:a16="http://schemas.microsoft.com/office/drawing/2014/main" id="{2E21B372-A020-BA27-BC7A-DBF44C71D1D1}"/>
                </a:ext>
              </a:extLst>
            </p:cNvPr>
            <p:cNvSpPr/>
            <p:nvPr/>
          </p:nvSpPr>
          <p:spPr>
            <a:xfrm>
              <a:off x="3906298" y="10485526"/>
              <a:ext cx="167163" cy="44005"/>
            </a:xfrm>
            <a:custGeom>
              <a:avLst/>
              <a:gdLst>
                <a:gd name="connsiteX0" fmla="*/ 146489 w 167163"/>
                <a:gd name="connsiteY0" fmla="*/ 459 h 44005"/>
                <a:gd name="connsiteX1" fmla="*/ 23331 w 167163"/>
                <a:gd name="connsiteY1" fmla="*/ 459 h 44005"/>
                <a:gd name="connsiteX2" fmla="*/ 1329 w 167163"/>
                <a:gd name="connsiteY2" fmla="*/ 22462 h 44005"/>
                <a:gd name="connsiteX3" fmla="*/ 23331 w 167163"/>
                <a:gd name="connsiteY3" fmla="*/ 44465 h 44005"/>
                <a:gd name="connsiteX4" fmla="*/ 146489 w 167163"/>
                <a:gd name="connsiteY4" fmla="*/ 44465 h 44005"/>
                <a:gd name="connsiteX5" fmla="*/ 168492 w 167163"/>
                <a:gd name="connsiteY5" fmla="*/ 22462 h 44005"/>
                <a:gd name="connsiteX6" fmla="*/ 146489 w 167163"/>
                <a:gd name="connsiteY6" fmla="*/ 459 h 44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7163" h="44005">
                  <a:moveTo>
                    <a:pt x="146489" y="459"/>
                  </a:moveTo>
                  <a:lnTo>
                    <a:pt x="23331" y="459"/>
                  </a:lnTo>
                  <a:cubicBezTo>
                    <a:pt x="11177" y="459"/>
                    <a:pt x="1329" y="10310"/>
                    <a:pt x="1329" y="22462"/>
                  </a:cubicBezTo>
                  <a:cubicBezTo>
                    <a:pt x="1329" y="34614"/>
                    <a:pt x="11177" y="44465"/>
                    <a:pt x="23331" y="44465"/>
                  </a:cubicBezTo>
                  <a:lnTo>
                    <a:pt x="146489" y="44465"/>
                  </a:lnTo>
                  <a:cubicBezTo>
                    <a:pt x="158643" y="44465"/>
                    <a:pt x="168492" y="34614"/>
                    <a:pt x="168492" y="22462"/>
                  </a:cubicBezTo>
                  <a:cubicBezTo>
                    <a:pt x="168492" y="10310"/>
                    <a:pt x="158643" y="459"/>
                    <a:pt x="146489" y="459"/>
                  </a:cubicBez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07">
              <a:extLst>
                <a:ext uri="{FF2B5EF4-FFF2-40B4-BE49-F238E27FC236}">
                  <a16:creationId xmlns:a16="http://schemas.microsoft.com/office/drawing/2014/main" id="{B11943C1-344E-BB97-595A-6C6C900F8F70}"/>
                </a:ext>
              </a:extLst>
            </p:cNvPr>
            <p:cNvSpPr/>
            <p:nvPr/>
          </p:nvSpPr>
          <p:spPr>
            <a:xfrm>
              <a:off x="3824478" y="9928408"/>
              <a:ext cx="330612" cy="330327"/>
            </a:xfrm>
            <a:custGeom>
              <a:avLst/>
              <a:gdLst>
                <a:gd name="connsiteX0" fmla="*/ 166778 w 330612"/>
                <a:gd name="connsiteY0" fmla="*/ 330786 h 330327"/>
                <a:gd name="connsiteX1" fmla="*/ 331941 w 330612"/>
                <a:gd name="connsiteY1" fmla="*/ 165623 h 330327"/>
                <a:gd name="connsiteX2" fmla="*/ 166778 w 330612"/>
                <a:gd name="connsiteY2" fmla="*/ 459 h 330327"/>
                <a:gd name="connsiteX3" fmla="*/ 1329 w 330612"/>
                <a:gd name="connsiteY3" fmla="*/ 165623 h 330327"/>
                <a:gd name="connsiteX4" fmla="*/ 166778 w 330612"/>
                <a:gd name="connsiteY4" fmla="*/ 330786 h 330327"/>
                <a:gd name="connsiteX5" fmla="*/ 166778 w 330612"/>
                <a:gd name="connsiteY5" fmla="*/ 44465 h 330327"/>
                <a:gd name="connsiteX6" fmla="*/ 287841 w 330612"/>
                <a:gd name="connsiteY6" fmla="*/ 165623 h 330327"/>
                <a:gd name="connsiteX7" fmla="*/ 166778 w 330612"/>
                <a:gd name="connsiteY7" fmla="*/ 286781 h 330327"/>
                <a:gd name="connsiteX8" fmla="*/ 45620 w 330612"/>
                <a:gd name="connsiteY8" fmla="*/ 165623 h 330327"/>
                <a:gd name="connsiteX9" fmla="*/ 166778 w 330612"/>
                <a:gd name="connsiteY9" fmla="*/ 44465 h 330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0612" h="330327">
                  <a:moveTo>
                    <a:pt x="166778" y="330786"/>
                  </a:moveTo>
                  <a:cubicBezTo>
                    <a:pt x="257951" y="330682"/>
                    <a:pt x="331836" y="256796"/>
                    <a:pt x="331941" y="165623"/>
                  </a:cubicBezTo>
                  <a:cubicBezTo>
                    <a:pt x="331836" y="74450"/>
                    <a:pt x="257951" y="564"/>
                    <a:pt x="166778" y="459"/>
                  </a:cubicBezTo>
                  <a:cubicBezTo>
                    <a:pt x="75490" y="402"/>
                    <a:pt x="1433" y="74335"/>
                    <a:pt x="1329" y="165623"/>
                  </a:cubicBezTo>
                  <a:cubicBezTo>
                    <a:pt x="1433" y="256911"/>
                    <a:pt x="75490" y="330844"/>
                    <a:pt x="166778" y="330786"/>
                  </a:cubicBezTo>
                  <a:close/>
                  <a:moveTo>
                    <a:pt x="166778" y="44465"/>
                  </a:moveTo>
                  <a:cubicBezTo>
                    <a:pt x="233634" y="44570"/>
                    <a:pt x="287783" y="98767"/>
                    <a:pt x="287841" y="165623"/>
                  </a:cubicBezTo>
                  <a:cubicBezTo>
                    <a:pt x="287793" y="232479"/>
                    <a:pt x="233634" y="286676"/>
                    <a:pt x="166778" y="286781"/>
                  </a:cubicBezTo>
                  <a:cubicBezTo>
                    <a:pt x="99884" y="286724"/>
                    <a:pt x="45677" y="232517"/>
                    <a:pt x="45620" y="165623"/>
                  </a:cubicBezTo>
                  <a:cubicBezTo>
                    <a:pt x="45677" y="98729"/>
                    <a:pt x="99884" y="44522"/>
                    <a:pt x="166778" y="44465"/>
                  </a:cubicBez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08">
              <a:extLst>
                <a:ext uri="{FF2B5EF4-FFF2-40B4-BE49-F238E27FC236}">
                  <a16:creationId xmlns:a16="http://schemas.microsoft.com/office/drawing/2014/main" id="{1BD51BEC-85E9-2325-EC4D-0A3FECF06D01}"/>
                </a:ext>
              </a:extLst>
            </p:cNvPr>
            <p:cNvSpPr/>
            <p:nvPr/>
          </p:nvSpPr>
          <p:spPr>
            <a:xfrm>
              <a:off x="3906298" y="10071569"/>
              <a:ext cx="167163" cy="44005"/>
            </a:xfrm>
            <a:custGeom>
              <a:avLst/>
              <a:gdLst>
                <a:gd name="connsiteX0" fmla="*/ 23331 w 167163"/>
                <a:gd name="connsiteY0" fmla="*/ 44465 h 44005"/>
                <a:gd name="connsiteX1" fmla="*/ 146489 w 167163"/>
                <a:gd name="connsiteY1" fmla="*/ 44465 h 44005"/>
                <a:gd name="connsiteX2" fmla="*/ 168492 w 167163"/>
                <a:gd name="connsiteY2" fmla="*/ 22462 h 44005"/>
                <a:gd name="connsiteX3" fmla="*/ 146489 w 167163"/>
                <a:gd name="connsiteY3" fmla="*/ 459 h 44005"/>
                <a:gd name="connsiteX4" fmla="*/ 23331 w 167163"/>
                <a:gd name="connsiteY4" fmla="*/ 459 h 44005"/>
                <a:gd name="connsiteX5" fmla="*/ 1329 w 167163"/>
                <a:gd name="connsiteY5" fmla="*/ 22462 h 44005"/>
                <a:gd name="connsiteX6" fmla="*/ 23331 w 167163"/>
                <a:gd name="connsiteY6" fmla="*/ 44465 h 44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7163" h="44005">
                  <a:moveTo>
                    <a:pt x="23331" y="44465"/>
                  </a:moveTo>
                  <a:lnTo>
                    <a:pt x="146489" y="44465"/>
                  </a:lnTo>
                  <a:cubicBezTo>
                    <a:pt x="158643" y="44465"/>
                    <a:pt x="168492" y="34616"/>
                    <a:pt x="168492" y="22462"/>
                  </a:cubicBezTo>
                  <a:cubicBezTo>
                    <a:pt x="168492" y="10308"/>
                    <a:pt x="158643" y="459"/>
                    <a:pt x="146489" y="459"/>
                  </a:cubicBezTo>
                  <a:lnTo>
                    <a:pt x="23331" y="459"/>
                  </a:lnTo>
                  <a:cubicBezTo>
                    <a:pt x="11177" y="459"/>
                    <a:pt x="1329" y="10308"/>
                    <a:pt x="1329" y="22462"/>
                  </a:cubicBezTo>
                  <a:cubicBezTo>
                    <a:pt x="1329" y="34616"/>
                    <a:pt x="11177" y="44465"/>
                    <a:pt x="23331" y="44465"/>
                  </a:cubicBez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86301FED-7720-50D8-AD96-EE9FD7DFD0BC}"/>
              </a:ext>
            </a:extLst>
          </p:cNvPr>
          <p:cNvGrpSpPr/>
          <p:nvPr/>
        </p:nvGrpSpPr>
        <p:grpSpPr>
          <a:xfrm>
            <a:off x="5878904" y="3336642"/>
            <a:ext cx="704755" cy="631698"/>
            <a:chOff x="7641335" y="7893106"/>
            <a:chExt cx="704755" cy="631698"/>
          </a:xfrm>
        </p:grpSpPr>
        <p:sp>
          <p:nvSpPr>
            <p:cNvPr id="181" name="Freeform: Shape 109">
              <a:extLst>
                <a:ext uri="{FF2B5EF4-FFF2-40B4-BE49-F238E27FC236}">
                  <a16:creationId xmlns:a16="http://schemas.microsoft.com/office/drawing/2014/main" id="{BC1E051C-2D20-9FF7-F92E-0FD6234E91A4}"/>
                </a:ext>
              </a:extLst>
            </p:cNvPr>
            <p:cNvSpPr/>
            <p:nvPr/>
          </p:nvSpPr>
          <p:spPr>
            <a:xfrm>
              <a:off x="7641335" y="7893106"/>
              <a:ext cx="704755" cy="631698"/>
            </a:xfrm>
            <a:custGeom>
              <a:avLst/>
              <a:gdLst>
                <a:gd name="connsiteX0" fmla="*/ 537396 w 704755"/>
                <a:gd name="connsiteY0" fmla="*/ 459 h 631698"/>
                <a:gd name="connsiteX1" fmla="*/ 170207 w 704755"/>
                <a:gd name="connsiteY1" fmla="*/ 459 h 631698"/>
                <a:gd name="connsiteX2" fmla="*/ 1329 w 704755"/>
                <a:gd name="connsiteY2" fmla="*/ 169338 h 631698"/>
                <a:gd name="connsiteX3" fmla="*/ 1329 w 704755"/>
                <a:gd name="connsiteY3" fmla="*/ 463279 h 631698"/>
                <a:gd name="connsiteX4" fmla="*/ 170207 w 704755"/>
                <a:gd name="connsiteY4" fmla="*/ 632157 h 631698"/>
                <a:gd name="connsiteX5" fmla="*/ 537396 w 704755"/>
                <a:gd name="connsiteY5" fmla="*/ 632157 h 631698"/>
                <a:gd name="connsiteX6" fmla="*/ 706083 w 704755"/>
                <a:gd name="connsiteY6" fmla="*/ 463279 h 631698"/>
                <a:gd name="connsiteX7" fmla="*/ 706083 w 704755"/>
                <a:gd name="connsiteY7" fmla="*/ 169623 h 631698"/>
                <a:gd name="connsiteX8" fmla="*/ 537396 w 704755"/>
                <a:gd name="connsiteY8" fmla="*/ 459 h 631698"/>
                <a:gd name="connsiteX9" fmla="*/ 662173 w 704755"/>
                <a:gd name="connsiteY9" fmla="*/ 397652 h 631698"/>
                <a:gd name="connsiteX10" fmla="*/ 553207 w 704755"/>
                <a:gd name="connsiteY10" fmla="*/ 397652 h 631698"/>
                <a:gd name="connsiteX11" fmla="*/ 471673 w 704755"/>
                <a:gd name="connsiteY11" fmla="*/ 316213 h 631698"/>
                <a:gd name="connsiteX12" fmla="*/ 553207 w 704755"/>
                <a:gd name="connsiteY12" fmla="*/ 234679 h 631698"/>
                <a:gd name="connsiteX13" fmla="*/ 662173 w 704755"/>
                <a:gd name="connsiteY13" fmla="*/ 234679 h 631698"/>
                <a:gd name="connsiteX14" fmla="*/ 662173 w 704755"/>
                <a:gd name="connsiteY14" fmla="*/ 190674 h 631698"/>
                <a:gd name="connsiteX15" fmla="*/ 553207 w 704755"/>
                <a:gd name="connsiteY15" fmla="*/ 190674 h 631698"/>
                <a:gd name="connsiteX16" fmla="*/ 427668 w 704755"/>
                <a:gd name="connsiteY16" fmla="*/ 316213 h 631698"/>
                <a:gd name="connsiteX17" fmla="*/ 553207 w 704755"/>
                <a:gd name="connsiteY17" fmla="*/ 441657 h 631698"/>
                <a:gd name="connsiteX18" fmla="*/ 662173 w 704755"/>
                <a:gd name="connsiteY18" fmla="*/ 441657 h 631698"/>
                <a:gd name="connsiteX19" fmla="*/ 662173 w 704755"/>
                <a:gd name="connsiteY19" fmla="*/ 463279 h 631698"/>
                <a:gd name="connsiteX20" fmla="*/ 537396 w 704755"/>
                <a:gd name="connsiteY20" fmla="*/ 587866 h 631698"/>
                <a:gd name="connsiteX21" fmla="*/ 170207 w 704755"/>
                <a:gd name="connsiteY21" fmla="*/ 587866 h 631698"/>
                <a:gd name="connsiteX22" fmla="*/ 45335 w 704755"/>
                <a:gd name="connsiteY22" fmla="*/ 463279 h 631698"/>
                <a:gd name="connsiteX23" fmla="*/ 45335 w 704755"/>
                <a:gd name="connsiteY23" fmla="*/ 169623 h 631698"/>
                <a:gd name="connsiteX24" fmla="*/ 170112 w 704755"/>
                <a:gd name="connsiteY24" fmla="*/ 44846 h 631698"/>
                <a:gd name="connsiteX25" fmla="*/ 537396 w 704755"/>
                <a:gd name="connsiteY25" fmla="*/ 44846 h 631698"/>
                <a:gd name="connsiteX26" fmla="*/ 662173 w 704755"/>
                <a:gd name="connsiteY26" fmla="*/ 169623 h 63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704755" h="631698">
                  <a:moveTo>
                    <a:pt x="537396" y="459"/>
                  </a:moveTo>
                  <a:lnTo>
                    <a:pt x="170207" y="459"/>
                  </a:lnTo>
                  <a:cubicBezTo>
                    <a:pt x="76986" y="564"/>
                    <a:pt x="1434" y="76116"/>
                    <a:pt x="1329" y="169338"/>
                  </a:cubicBezTo>
                  <a:lnTo>
                    <a:pt x="1329" y="463279"/>
                  </a:lnTo>
                  <a:cubicBezTo>
                    <a:pt x="1434" y="556500"/>
                    <a:pt x="76986" y="632052"/>
                    <a:pt x="170207" y="632157"/>
                  </a:cubicBezTo>
                  <a:lnTo>
                    <a:pt x="537396" y="632157"/>
                  </a:lnTo>
                  <a:cubicBezTo>
                    <a:pt x="630570" y="631995"/>
                    <a:pt x="706027" y="556453"/>
                    <a:pt x="706083" y="463279"/>
                  </a:cubicBezTo>
                  <a:lnTo>
                    <a:pt x="706083" y="169623"/>
                  </a:lnTo>
                  <a:cubicBezTo>
                    <a:pt x="706188" y="76335"/>
                    <a:pt x="630684" y="621"/>
                    <a:pt x="537396" y="459"/>
                  </a:cubicBezTo>
                  <a:close/>
                  <a:moveTo>
                    <a:pt x="662173" y="397652"/>
                  </a:moveTo>
                  <a:lnTo>
                    <a:pt x="553207" y="397652"/>
                  </a:lnTo>
                  <a:cubicBezTo>
                    <a:pt x="508240" y="397595"/>
                    <a:pt x="471778" y="361181"/>
                    <a:pt x="471673" y="316213"/>
                  </a:cubicBezTo>
                  <a:cubicBezTo>
                    <a:pt x="471730" y="271207"/>
                    <a:pt x="508202" y="234727"/>
                    <a:pt x="553207" y="234679"/>
                  </a:cubicBezTo>
                  <a:lnTo>
                    <a:pt x="662173" y="234679"/>
                  </a:lnTo>
                  <a:close/>
                  <a:moveTo>
                    <a:pt x="662173" y="190674"/>
                  </a:moveTo>
                  <a:lnTo>
                    <a:pt x="553207" y="190674"/>
                  </a:lnTo>
                  <a:cubicBezTo>
                    <a:pt x="483894" y="190731"/>
                    <a:pt x="427725" y="246899"/>
                    <a:pt x="427668" y="316213"/>
                  </a:cubicBezTo>
                  <a:cubicBezTo>
                    <a:pt x="427773" y="385488"/>
                    <a:pt x="483932" y="441600"/>
                    <a:pt x="553207" y="441657"/>
                  </a:cubicBezTo>
                  <a:lnTo>
                    <a:pt x="662173" y="441657"/>
                  </a:lnTo>
                  <a:lnTo>
                    <a:pt x="662173" y="463279"/>
                  </a:lnTo>
                  <a:cubicBezTo>
                    <a:pt x="661964" y="532078"/>
                    <a:pt x="606195" y="587761"/>
                    <a:pt x="537396" y="587866"/>
                  </a:cubicBezTo>
                  <a:lnTo>
                    <a:pt x="170207" y="587866"/>
                  </a:lnTo>
                  <a:cubicBezTo>
                    <a:pt x="101379" y="587818"/>
                    <a:pt x="45544" y="532107"/>
                    <a:pt x="45335" y="463279"/>
                  </a:cubicBezTo>
                  <a:lnTo>
                    <a:pt x="45335" y="169623"/>
                  </a:lnTo>
                  <a:cubicBezTo>
                    <a:pt x="45392" y="100729"/>
                    <a:pt x="101217" y="44903"/>
                    <a:pt x="170112" y="44846"/>
                  </a:cubicBezTo>
                  <a:lnTo>
                    <a:pt x="537396" y="44846"/>
                  </a:lnTo>
                  <a:cubicBezTo>
                    <a:pt x="606290" y="44903"/>
                    <a:pt x="662116" y="100729"/>
                    <a:pt x="662173" y="169623"/>
                  </a:cubicBez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10">
              <a:extLst>
                <a:ext uri="{FF2B5EF4-FFF2-40B4-BE49-F238E27FC236}">
                  <a16:creationId xmlns:a16="http://schemas.microsoft.com/office/drawing/2014/main" id="{0894F009-1744-3BE2-D325-A902136D7392}"/>
                </a:ext>
              </a:extLst>
            </p:cNvPr>
            <p:cNvSpPr/>
            <p:nvPr/>
          </p:nvSpPr>
          <p:spPr>
            <a:xfrm>
              <a:off x="7783829" y="8038934"/>
              <a:ext cx="226981" cy="44100"/>
            </a:xfrm>
            <a:custGeom>
              <a:avLst/>
              <a:gdLst>
                <a:gd name="connsiteX0" fmla="*/ 205926 w 226981"/>
                <a:gd name="connsiteY0" fmla="*/ 459 h 44100"/>
                <a:gd name="connsiteX1" fmla="*/ 23427 w 226981"/>
                <a:gd name="connsiteY1" fmla="*/ 459 h 44100"/>
                <a:gd name="connsiteX2" fmla="*/ 1329 w 226981"/>
                <a:gd name="connsiteY2" fmla="*/ 22557 h 44100"/>
                <a:gd name="connsiteX3" fmla="*/ 23427 w 226981"/>
                <a:gd name="connsiteY3" fmla="*/ 44560 h 44100"/>
                <a:gd name="connsiteX4" fmla="*/ 206307 w 226981"/>
                <a:gd name="connsiteY4" fmla="*/ 44560 h 44100"/>
                <a:gd name="connsiteX5" fmla="*/ 228309 w 226981"/>
                <a:gd name="connsiteY5" fmla="*/ 22557 h 44100"/>
                <a:gd name="connsiteX6" fmla="*/ 206402 w 226981"/>
                <a:gd name="connsiteY6" fmla="*/ 459 h 44100"/>
                <a:gd name="connsiteX7" fmla="*/ 205926 w 226981"/>
                <a:gd name="connsiteY7" fmla="*/ 459 h 44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6981" h="44100">
                  <a:moveTo>
                    <a:pt x="205926" y="459"/>
                  </a:moveTo>
                  <a:lnTo>
                    <a:pt x="23427" y="459"/>
                  </a:lnTo>
                  <a:cubicBezTo>
                    <a:pt x="11225" y="459"/>
                    <a:pt x="1329" y="10356"/>
                    <a:pt x="1329" y="22557"/>
                  </a:cubicBezTo>
                  <a:cubicBezTo>
                    <a:pt x="1376" y="34721"/>
                    <a:pt x="11263" y="44560"/>
                    <a:pt x="23427" y="44560"/>
                  </a:cubicBezTo>
                  <a:lnTo>
                    <a:pt x="206307" y="44560"/>
                  </a:lnTo>
                  <a:cubicBezTo>
                    <a:pt x="218461" y="44560"/>
                    <a:pt x="228309" y="34711"/>
                    <a:pt x="228309" y="22557"/>
                  </a:cubicBezTo>
                  <a:cubicBezTo>
                    <a:pt x="228366" y="10403"/>
                    <a:pt x="218556" y="507"/>
                    <a:pt x="206402" y="459"/>
                  </a:cubicBezTo>
                  <a:cubicBezTo>
                    <a:pt x="206249" y="459"/>
                    <a:pt x="206088" y="459"/>
                    <a:pt x="205926" y="459"/>
                  </a:cubicBez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11">
              <a:extLst>
                <a:ext uri="{FF2B5EF4-FFF2-40B4-BE49-F238E27FC236}">
                  <a16:creationId xmlns:a16="http://schemas.microsoft.com/office/drawing/2014/main" id="{13E90FE1-DF55-4E29-1FFE-5B8378C6CCB2}"/>
                </a:ext>
              </a:extLst>
            </p:cNvPr>
            <p:cNvSpPr/>
            <p:nvPr/>
          </p:nvSpPr>
          <p:spPr>
            <a:xfrm>
              <a:off x="8163782" y="8179428"/>
              <a:ext cx="58674" cy="58673"/>
            </a:xfrm>
            <a:custGeom>
              <a:avLst/>
              <a:gdLst>
                <a:gd name="connsiteX0" fmla="*/ 58674 w 58674"/>
                <a:gd name="connsiteY0" fmla="*/ 29337 h 58673"/>
                <a:gd name="connsiteX1" fmla="*/ 29337 w 58674"/>
                <a:gd name="connsiteY1" fmla="*/ 58674 h 58673"/>
                <a:gd name="connsiteX2" fmla="*/ 0 w 58674"/>
                <a:gd name="connsiteY2" fmla="*/ 29337 h 58673"/>
                <a:gd name="connsiteX3" fmla="*/ 29337 w 58674"/>
                <a:gd name="connsiteY3" fmla="*/ 0 h 58673"/>
                <a:gd name="connsiteX4" fmla="*/ 58674 w 58674"/>
                <a:gd name="connsiteY4" fmla="*/ 29337 h 58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674" h="58673">
                  <a:moveTo>
                    <a:pt x="58674" y="29337"/>
                  </a:moveTo>
                  <a:cubicBezTo>
                    <a:pt x="58674" y="45539"/>
                    <a:pt x="45539" y="58674"/>
                    <a:pt x="29337" y="58674"/>
                  </a:cubicBezTo>
                  <a:cubicBezTo>
                    <a:pt x="13134" y="58674"/>
                    <a:pt x="0" y="45539"/>
                    <a:pt x="0" y="29337"/>
                  </a:cubicBezTo>
                  <a:cubicBezTo>
                    <a:pt x="0" y="13135"/>
                    <a:pt x="13134" y="0"/>
                    <a:pt x="29337" y="0"/>
                  </a:cubicBezTo>
                  <a:cubicBezTo>
                    <a:pt x="45539" y="0"/>
                    <a:pt x="58674" y="13135"/>
                    <a:pt x="58674" y="29337"/>
                  </a:cubicBez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FB3FC8CF-97AC-A7B7-908C-73A67E05FF30}"/>
              </a:ext>
            </a:extLst>
          </p:cNvPr>
          <p:cNvGrpSpPr/>
          <p:nvPr/>
        </p:nvGrpSpPr>
        <p:grpSpPr>
          <a:xfrm>
            <a:off x="5154493" y="5333692"/>
            <a:ext cx="683803" cy="620184"/>
            <a:chOff x="8618505" y="8787885"/>
            <a:chExt cx="704849" cy="601313"/>
          </a:xfrm>
        </p:grpSpPr>
        <p:sp>
          <p:nvSpPr>
            <p:cNvPr id="185" name="Freeform: Shape 112">
              <a:extLst>
                <a:ext uri="{FF2B5EF4-FFF2-40B4-BE49-F238E27FC236}">
                  <a16:creationId xmlns:a16="http://schemas.microsoft.com/office/drawing/2014/main" id="{5A67B5C9-883E-1356-7992-B5325EAE6096}"/>
                </a:ext>
              </a:extLst>
            </p:cNvPr>
            <p:cNvSpPr/>
            <p:nvPr/>
          </p:nvSpPr>
          <p:spPr>
            <a:xfrm>
              <a:off x="8618886" y="8787885"/>
              <a:ext cx="704468" cy="289369"/>
            </a:xfrm>
            <a:custGeom>
              <a:avLst/>
              <a:gdLst>
                <a:gd name="connsiteX0" fmla="*/ 625025 w 704468"/>
                <a:gd name="connsiteY0" fmla="*/ 459 h 289369"/>
                <a:gd name="connsiteX1" fmla="*/ 82100 w 704468"/>
                <a:gd name="connsiteY1" fmla="*/ 459 h 289369"/>
                <a:gd name="connsiteX2" fmla="*/ 1329 w 704468"/>
                <a:gd name="connsiteY2" fmla="*/ 81231 h 289369"/>
                <a:gd name="connsiteX3" fmla="*/ 23331 w 704468"/>
                <a:gd name="connsiteY3" fmla="*/ 103234 h 289369"/>
                <a:gd name="connsiteX4" fmla="*/ 45334 w 704468"/>
                <a:gd name="connsiteY4" fmla="*/ 81231 h 289369"/>
                <a:gd name="connsiteX5" fmla="*/ 82100 w 704468"/>
                <a:gd name="connsiteY5" fmla="*/ 44465 h 289369"/>
                <a:gd name="connsiteX6" fmla="*/ 625025 w 704468"/>
                <a:gd name="connsiteY6" fmla="*/ 44465 h 289369"/>
                <a:gd name="connsiteX7" fmla="*/ 661697 w 704468"/>
                <a:gd name="connsiteY7" fmla="*/ 81231 h 289369"/>
                <a:gd name="connsiteX8" fmla="*/ 661697 w 704468"/>
                <a:gd name="connsiteY8" fmla="*/ 209057 h 289369"/>
                <a:gd name="connsiteX9" fmla="*/ 625025 w 704468"/>
                <a:gd name="connsiteY9" fmla="*/ 245728 h 289369"/>
                <a:gd name="connsiteX10" fmla="*/ 602928 w 704468"/>
                <a:gd name="connsiteY10" fmla="*/ 267826 h 289369"/>
                <a:gd name="connsiteX11" fmla="*/ 625025 w 704468"/>
                <a:gd name="connsiteY11" fmla="*/ 289829 h 289369"/>
                <a:gd name="connsiteX12" fmla="*/ 705797 w 704468"/>
                <a:gd name="connsiteY12" fmla="*/ 209057 h 289369"/>
                <a:gd name="connsiteX13" fmla="*/ 705797 w 704468"/>
                <a:gd name="connsiteY13" fmla="*/ 81231 h 289369"/>
                <a:gd name="connsiteX14" fmla="*/ 625025 w 704468"/>
                <a:gd name="connsiteY14" fmla="*/ 459 h 289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04468" h="289369">
                  <a:moveTo>
                    <a:pt x="625025" y="459"/>
                  </a:moveTo>
                  <a:lnTo>
                    <a:pt x="82100" y="459"/>
                  </a:lnTo>
                  <a:cubicBezTo>
                    <a:pt x="37495" y="459"/>
                    <a:pt x="1329" y="36626"/>
                    <a:pt x="1329" y="81231"/>
                  </a:cubicBezTo>
                  <a:cubicBezTo>
                    <a:pt x="1329" y="93385"/>
                    <a:pt x="11177" y="103234"/>
                    <a:pt x="23331" y="103234"/>
                  </a:cubicBezTo>
                  <a:cubicBezTo>
                    <a:pt x="35485" y="103234"/>
                    <a:pt x="45334" y="93385"/>
                    <a:pt x="45334" y="81231"/>
                  </a:cubicBezTo>
                  <a:cubicBezTo>
                    <a:pt x="45334" y="60924"/>
                    <a:pt x="61793" y="44465"/>
                    <a:pt x="82100" y="44465"/>
                  </a:cubicBezTo>
                  <a:lnTo>
                    <a:pt x="625025" y="44465"/>
                  </a:lnTo>
                  <a:cubicBezTo>
                    <a:pt x="645295" y="44522"/>
                    <a:pt x="661697" y="60962"/>
                    <a:pt x="661697" y="81231"/>
                  </a:cubicBezTo>
                  <a:lnTo>
                    <a:pt x="661697" y="209057"/>
                  </a:lnTo>
                  <a:cubicBezTo>
                    <a:pt x="661697" y="229307"/>
                    <a:pt x="645276" y="245728"/>
                    <a:pt x="625025" y="245728"/>
                  </a:cubicBezTo>
                  <a:cubicBezTo>
                    <a:pt x="612824" y="245728"/>
                    <a:pt x="602928" y="255625"/>
                    <a:pt x="602928" y="267826"/>
                  </a:cubicBezTo>
                  <a:cubicBezTo>
                    <a:pt x="602975" y="279989"/>
                    <a:pt x="612862" y="289829"/>
                    <a:pt x="625025" y="289829"/>
                  </a:cubicBezTo>
                  <a:cubicBezTo>
                    <a:pt x="669612" y="289781"/>
                    <a:pt x="705740" y="253643"/>
                    <a:pt x="705797" y="209057"/>
                  </a:cubicBezTo>
                  <a:lnTo>
                    <a:pt x="705797" y="81231"/>
                  </a:lnTo>
                  <a:cubicBezTo>
                    <a:pt x="705740" y="36645"/>
                    <a:pt x="669612" y="507"/>
                    <a:pt x="625025" y="459"/>
                  </a:cubicBez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31">
              <a:extLst>
                <a:ext uri="{FF2B5EF4-FFF2-40B4-BE49-F238E27FC236}">
                  <a16:creationId xmlns:a16="http://schemas.microsoft.com/office/drawing/2014/main" id="{13BA06B4-A2AF-169C-17D9-2BF02DF3B38C}"/>
                </a:ext>
              </a:extLst>
            </p:cNvPr>
            <p:cNvSpPr/>
            <p:nvPr/>
          </p:nvSpPr>
          <p:spPr>
            <a:xfrm>
              <a:off x="8618505" y="8910567"/>
              <a:ext cx="623792" cy="478631"/>
            </a:xfrm>
            <a:custGeom>
              <a:avLst/>
              <a:gdLst>
                <a:gd name="connsiteX0" fmla="*/ 625121 w 623792"/>
                <a:gd name="connsiteY0" fmla="*/ 22462 h 478631"/>
                <a:gd name="connsiteX1" fmla="*/ 603118 w 623792"/>
                <a:gd name="connsiteY1" fmla="*/ 460 h 478631"/>
                <a:gd name="connsiteX2" fmla="*/ 23331 w 623792"/>
                <a:gd name="connsiteY2" fmla="*/ 460 h 478631"/>
                <a:gd name="connsiteX3" fmla="*/ 1329 w 623792"/>
                <a:gd name="connsiteY3" fmla="*/ 22272 h 478631"/>
                <a:gd name="connsiteX4" fmla="*/ 1329 w 623792"/>
                <a:gd name="connsiteY4" fmla="*/ 22462 h 478631"/>
                <a:gd name="connsiteX5" fmla="*/ 1329 w 623792"/>
                <a:gd name="connsiteY5" fmla="*/ 22462 h 478631"/>
                <a:gd name="connsiteX6" fmla="*/ 1329 w 623792"/>
                <a:gd name="connsiteY6" fmla="*/ 86375 h 478631"/>
                <a:gd name="connsiteX7" fmla="*/ 82101 w 623792"/>
                <a:gd name="connsiteY7" fmla="*/ 167147 h 478631"/>
                <a:gd name="connsiteX8" fmla="*/ 104103 w 623792"/>
                <a:gd name="connsiteY8" fmla="*/ 145144 h 478631"/>
                <a:gd name="connsiteX9" fmla="*/ 82101 w 623792"/>
                <a:gd name="connsiteY9" fmla="*/ 123046 h 478631"/>
                <a:gd name="connsiteX10" fmla="*/ 45334 w 623792"/>
                <a:gd name="connsiteY10" fmla="*/ 86470 h 478631"/>
                <a:gd name="connsiteX11" fmla="*/ 45334 w 623792"/>
                <a:gd name="connsiteY11" fmla="*/ 86375 h 478631"/>
                <a:gd name="connsiteX12" fmla="*/ 45334 w 623792"/>
                <a:gd name="connsiteY12" fmla="*/ 44465 h 478631"/>
                <a:gd name="connsiteX13" fmla="*/ 136584 w 623792"/>
                <a:gd name="connsiteY13" fmla="*/ 44465 h 478631"/>
                <a:gd name="connsiteX14" fmla="*/ 136584 w 623792"/>
                <a:gd name="connsiteY14" fmla="*/ 398319 h 478631"/>
                <a:gd name="connsiteX15" fmla="*/ 217355 w 623792"/>
                <a:gd name="connsiteY15" fmla="*/ 479091 h 478631"/>
                <a:gd name="connsiteX16" fmla="*/ 490056 w 623792"/>
                <a:gd name="connsiteY16" fmla="*/ 479091 h 478631"/>
                <a:gd name="connsiteX17" fmla="*/ 570828 w 623792"/>
                <a:gd name="connsiteY17" fmla="*/ 398319 h 478631"/>
                <a:gd name="connsiteX18" fmla="*/ 570828 w 623792"/>
                <a:gd name="connsiteY18" fmla="*/ 44941 h 478631"/>
                <a:gd name="connsiteX19" fmla="*/ 603118 w 623792"/>
                <a:gd name="connsiteY19" fmla="*/ 44941 h 478631"/>
                <a:gd name="connsiteX20" fmla="*/ 625121 w 623792"/>
                <a:gd name="connsiteY20" fmla="*/ 22748 h 478631"/>
                <a:gd name="connsiteX21" fmla="*/ 625121 w 623792"/>
                <a:gd name="connsiteY21" fmla="*/ 22462 h 478631"/>
                <a:gd name="connsiteX22" fmla="*/ 180589 w 623792"/>
                <a:gd name="connsiteY22" fmla="*/ 398319 h 478631"/>
                <a:gd name="connsiteX23" fmla="*/ 180589 w 623792"/>
                <a:gd name="connsiteY23" fmla="*/ 44941 h 478631"/>
                <a:gd name="connsiteX24" fmla="*/ 409189 w 623792"/>
                <a:gd name="connsiteY24" fmla="*/ 44941 h 478631"/>
                <a:gd name="connsiteX25" fmla="*/ 409189 w 623792"/>
                <a:gd name="connsiteY25" fmla="*/ 434990 h 478631"/>
                <a:gd name="connsiteX26" fmla="*/ 217451 w 623792"/>
                <a:gd name="connsiteY26" fmla="*/ 434990 h 478631"/>
                <a:gd name="connsiteX27" fmla="*/ 180589 w 623792"/>
                <a:gd name="connsiteY27" fmla="*/ 398509 h 478631"/>
                <a:gd name="connsiteX28" fmla="*/ 180589 w 623792"/>
                <a:gd name="connsiteY28" fmla="*/ 398319 h 478631"/>
                <a:gd name="connsiteX29" fmla="*/ 526823 w 623792"/>
                <a:gd name="connsiteY29" fmla="*/ 398319 h 478631"/>
                <a:gd name="connsiteX30" fmla="*/ 490152 w 623792"/>
                <a:gd name="connsiteY30" fmla="*/ 434990 h 478631"/>
                <a:gd name="connsiteX31" fmla="*/ 490056 w 623792"/>
                <a:gd name="connsiteY31" fmla="*/ 434990 h 478631"/>
                <a:gd name="connsiteX32" fmla="*/ 453385 w 623792"/>
                <a:gd name="connsiteY32" fmla="*/ 434990 h 478631"/>
                <a:gd name="connsiteX33" fmla="*/ 453385 w 623792"/>
                <a:gd name="connsiteY33" fmla="*/ 45036 h 478631"/>
                <a:gd name="connsiteX34" fmla="*/ 526823 w 623792"/>
                <a:gd name="connsiteY34" fmla="*/ 45036 h 478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623792" h="478631">
                  <a:moveTo>
                    <a:pt x="625121" y="22462"/>
                  </a:moveTo>
                  <a:cubicBezTo>
                    <a:pt x="625121" y="10308"/>
                    <a:pt x="615272" y="460"/>
                    <a:pt x="603118" y="460"/>
                  </a:cubicBezTo>
                  <a:lnTo>
                    <a:pt x="23331" y="460"/>
                  </a:lnTo>
                  <a:cubicBezTo>
                    <a:pt x="11235" y="402"/>
                    <a:pt x="1386" y="10175"/>
                    <a:pt x="1329" y="22272"/>
                  </a:cubicBezTo>
                  <a:cubicBezTo>
                    <a:pt x="1329" y="22338"/>
                    <a:pt x="1329" y="22395"/>
                    <a:pt x="1329" y="22462"/>
                  </a:cubicBezTo>
                  <a:lnTo>
                    <a:pt x="1329" y="22462"/>
                  </a:lnTo>
                  <a:lnTo>
                    <a:pt x="1329" y="86375"/>
                  </a:lnTo>
                  <a:cubicBezTo>
                    <a:pt x="1329" y="130980"/>
                    <a:pt x="37495" y="167147"/>
                    <a:pt x="82101" y="167147"/>
                  </a:cubicBezTo>
                  <a:cubicBezTo>
                    <a:pt x="94235" y="167099"/>
                    <a:pt x="104056" y="157269"/>
                    <a:pt x="104103" y="145144"/>
                  </a:cubicBezTo>
                  <a:cubicBezTo>
                    <a:pt x="104103" y="132981"/>
                    <a:pt x="94264" y="123094"/>
                    <a:pt x="82101" y="123046"/>
                  </a:cubicBezTo>
                  <a:cubicBezTo>
                    <a:pt x="61850" y="123103"/>
                    <a:pt x="45391" y="106720"/>
                    <a:pt x="45334" y="86470"/>
                  </a:cubicBezTo>
                  <a:cubicBezTo>
                    <a:pt x="45334" y="86442"/>
                    <a:pt x="45334" y="86404"/>
                    <a:pt x="45334" y="86375"/>
                  </a:cubicBezTo>
                  <a:lnTo>
                    <a:pt x="45334" y="44465"/>
                  </a:lnTo>
                  <a:lnTo>
                    <a:pt x="136584" y="44465"/>
                  </a:lnTo>
                  <a:lnTo>
                    <a:pt x="136584" y="398319"/>
                  </a:lnTo>
                  <a:cubicBezTo>
                    <a:pt x="136584" y="442924"/>
                    <a:pt x="172750" y="479091"/>
                    <a:pt x="217355" y="479091"/>
                  </a:cubicBezTo>
                  <a:lnTo>
                    <a:pt x="490056" y="479091"/>
                  </a:lnTo>
                  <a:cubicBezTo>
                    <a:pt x="534662" y="479091"/>
                    <a:pt x="570828" y="442924"/>
                    <a:pt x="570828" y="398319"/>
                  </a:cubicBezTo>
                  <a:lnTo>
                    <a:pt x="570828" y="44941"/>
                  </a:lnTo>
                  <a:lnTo>
                    <a:pt x="603118" y="44941"/>
                  </a:lnTo>
                  <a:cubicBezTo>
                    <a:pt x="615320" y="44893"/>
                    <a:pt x="625178" y="34959"/>
                    <a:pt x="625121" y="22748"/>
                  </a:cubicBezTo>
                  <a:cubicBezTo>
                    <a:pt x="625121" y="22653"/>
                    <a:pt x="625121" y="22557"/>
                    <a:pt x="625121" y="22462"/>
                  </a:cubicBezTo>
                  <a:close/>
                  <a:moveTo>
                    <a:pt x="180589" y="398319"/>
                  </a:moveTo>
                  <a:lnTo>
                    <a:pt x="180589" y="44941"/>
                  </a:lnTo>
                  <a:lnTo>
                    <a:pt x="409189" y="44941"/>
                  </a:lnTo>
                  <a:lnTo>
                    <a:pt x="409189" y="434990"/>
                  </a:lnTo>
                  <a:lnTo>
                    <a:pt x="217451" y="434990"/>
                  </a:lnTo>
                  <a:cubicBezTo>
                    <a:pt x="197201" y="435095"/>
                    <a:pt x="180694" y="418759"/>
                    <a:pt x="180589" y="398509"/>
                  </a:cubicBezTo>
                  <a:cubicBezTo>
                    <a:pt x="180589" y="398443"/>
                    <a:pt x="180589" y="398385"/>
                    <a:pt x="180589" y="398319"/>
                  </a:cubicBezTo>
                  <a:close/>
                  <a:moveTo>
                    <a:pt x="526823" y="398319"/>
                  </a:moveTo>
                  <a:cubicBezTo>
                    <a:pt x="526823" y="418569"/>
                    <a:pt x="510402" y="434990"/>
                    <a:pt x="490152" y="434990"/>
                  </a:cubicBezTo>
                  <a:cubicBezTo>
                    <a:pt x="490123" y="434990"/>
                    <a:pt x="490085" y="434990"/>
                    <a:pt x="490056" y="434990"/>
                  </a:cubicBezTo>
                  <a:lnTo>
                    <a:pt x="453385" y="434990"/>
                  </a:lnTo>
                  <a:lnTo>
                    <a:pt x="453385" y="45036"/>
                  </a:lnTo>
                  <a:lnTo>
                    <a:pt x="526823" y="45036"/>
                  </a:ln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47">
              <a:extLst>
                <a:ext uri="{FF2B5EF4-FFF2-40B4-BE49-F238E27FC236}">
                  <a16:creationId xmlns:a16="http://schemas.microsoft.com/office/drawing/2014/main" id="{BC8B5A4B-536E-E318-3086-372D4EB96D3C}"/>
                </a:ext>
              </a:extLst>
            </p:cNvPr>
            <p:cNvSpPr/>
            <p:nvPr/>
          </p:nvSpPr>
          <p:spPr>
            <a:xfrm>
              <a:off x="8832532" y="9118497"/>
              <a:ext cx="125920" cy="191452"/>
            </a:xfrm>
            <a:custGeom>
              <a:avLst/>
              <a:gdLst>
                <a:gd name="connsiteX0" fmla="*/ 105151 w 125920"/>
                <a:gd name="connsiteY0" fmla="*/ 459 h 191452"/>
                <a:gd name="connsiteX1" fmla="*/ 23331 w 125920"/>
                <a:gd name="connsiteY1" fmla="*/ 459 h 191452"/>
                <a:gd name="connsiteX2" fmla="*/ 1329 w 125920"/>
                <a:gd name="connsiteY2" fmla="*/ 22462 h 191452"/>
                <a:gd name="connsiteX3" fmla="*/ 1329 w 125920"/>
                <a:gd name="connsiteY3" fmla="*/ 22557 h 191452"/>
                <a:gd name="connsiteX4" fmla="*/ 1329 w 125920"/>
                <a:gd name="connsiteY4" fmla="*/ 169909 h 191452"/>
                <a:gd name="connsiteX5" fmla="*/ 23331 w 125920"/>
                <a:gd name="connsiteY5" fmla="*/ 191912 h 191452"/>
                <a:gd name="connsiteX6" fmla="*/ 105151 w 125920"/>
                <a:gd name="connsiteY6" fmla="*/ 191912 h 191452"/>
                <a:gd name="connsiteX7" fmla="*/ 127249 w 125920"/>
                <a:gd name="connsiteY7" fmla="*/ 169909 h 191452"/>
                <a:gd name="connsiteX8" fmla="*/ 127249 w 125920"/>
                <a:gd name="connsiteY8" fmla="*/ 22557 h 191452"/>
                <a:gd name="connsiteX9" fmla="*/ 105151 w 125920"/>
                <a:gd name="connsiteY9" fmla="*/ 459 h 191452"/>
                <a:gd name="connsiteX10" fmla="*/ 83148 w 125920"/>
                <a:gd name="connsiteY10" fmla="*/ 147906 h 191452"/>
                <a:gd name="connsiteX11" fmla="*/ 45048 w 125920"/>
                <a:gd name="connsiteY11" fmla="*/ 147906 h 191452"/>
                <a:gd name="connsiteX12" fmla="*/ 45048 w 125920"/>
                <a:gd name="connsiteY12" fmla="*/ 44560 h 191452"/>
                <a:gd name="connsiteX13" fmla="*/ 83148 w 125920"/>
                <a:gd name="connsiteY13" fmla="*/ 44560 h 191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5920" h="191452">
                  <a:moveTo>
                    <a:pt x="105151" y="459"/>
                  </a:moveTo>
                  <a:lnTo>
                    <a:pt x="23331" y="459"/>
                  </a:lnTo>
                  <a:cubicBezTo>
                    <a:pt x="11177" y="459"/>
                    <a:pt x="1329" y="10308"/>
                    <a:pt x="1329" y="22462"/>
                  </a:cubicBezTo>
                  <a:cubicBezTo>
                    <a:pt x="1329" y="22491"/>
                    <a:pt x="1329" y="22529"/>
                    <a:pt x="1329" y="22557"/>
                  </a:cubicBezTo>
                  <a:lnTo>
                    <a:pt x="1329" y="169909"/>
                  </a:lnTo>
                  <a:cubicBezTo>
                    <a:pt x="1329" y="182063"/>
                    <a:pt x="11177" y="191912"/>
                    <a:pt x="23331" y="191912"/>
                  </a:cubicBezTo>
                  <a:lnTo>
                    <a:pt x="105151" y="191912"/>
                  </a:lnTo>
                  <a:cubicBezTo>
                    <a:pt x="117314" y="191912"/>
                    <a:pt x="127192" y="182072"/>
                    <a:pt x="127249" y="169909"/>
                  </a:cubicBezTo>
                  <a:lnTo>
                    <a:pt x="127249" y="22557"/>
                  </a:lnTo>
                  <a:cubicBezTo>
                    <a:pt x="127249" y="10356"/>
                    <a:pt x="117353" y="459"/>
                    <a:pt x="105151" y="459"/>
                  </a:cubicBezTo>
                  <a:close/>
                  <a:moveTo>
                    <a:pt x="83148" y="147906"/>
                  </a:moveTo>
                  <a:lnTo>
                    <a:pt x="45048" y="147906"/>
                  </a:lnTo>
                  <a:lnTo>
                    <a:pt x="45048" y="44560"/>
                  </a:lnTo>
                  <a:lnTo>
                    <a:pt x="83148" y="44560"/>
                  </a:ln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FD3F8DBC-C2A6-3114-6E8E-35B553E803A6}"/>
              </a:ext>
            </a:extLst>
          </p:cNvPr>
          <p:cNvGrpSpPr/>
          <p:nvPr/>
        </p:nvGrpSpPr>
        <p:grpSpPr>
          <a:xfrm>
            <a:off x="6639770" y="1809601"/>
            <a:ext cx="704850" cy="668416"/>
            <a:chOff x="7769637" y="9949792"/>
            <a:chExt cx="704850" cy="668416"/>
          </a:xfrm>
        </p:grpSpPr>
        <p:sp>
          <p:nvSpPr>
            <p:cNvPr id="189" name="Freeform: Shape 150">
              <a:extLst>
                <a:ext uri="{FF2B5EF4-FFF2-40B4-BE49-F238E27FC236}">
                  <a16:creationId xmlns:a16="http://schemas.microsoft.com/office/drawing/2014/main" id="{B257EDDE-A47A-8E6F-9821-B97EC36CF86F}"/>
                </a:ext>
              </a:extLst>
            </p:cNvPr>
            <p:cNvSpPr/>
            <p:nvPr/>
          </p:nvSpPr>
          <p:spPr>
            <a:xfrm>
              <a:off x="7769637" y="9951125"/>
              <a:ext cx="338963" cy="666797"/>
            </a:xfrm>
            <a:custGeom>
              <a:avLst/>
              <a:gdLst>
                <a:gd name="connsiteX0" fmla="*/ 1329 w 338963"/>
                <a:gd name="connsiteY0" fmla="*/ 83755 h 666797"/>
                <a:gd name="connsiteX1" fmla="*/ 1329 w 338963"/>
                <a:gd name="connsiteY1" fmla="*/ 582961 h 666797"/>
                <a:gd name="connsiteX2" fmla="*/ 170778 w 338963"/>
                <a:gd name="connsiteY2" fmla="*/ 667257 h 666797"/>
                <a:gd name="connsiteX3" fmla="*/ 340228 w 338963"/>
                <a:gd name="connsiteY3" fmla="*/ 582961 h 666797"/>
                <a:gd name="connsiteX4" fmla="*/ 340228 w 338963"/>
                <a:gd name="connsiteY4" fmla="*/ 485139 h 666797"/>
                <a:gd name="connsiteX5" fmla="*/ 340228 w 338963"/>
                <a:gd name="connsiteY5" fmla="*/ 484472 h 666797"/>
                <a:gd name="connsiteX6" fmla="*/ 340228 w 338963"/>
                <a:gd name="connsiteY6" fmla="*/ 483043 h 666797"/>
                <a:gd name="connsiteX7" fmla="*/ 340228 w 338963"/>
                <a:gd name="connsiteY7" fmla="*/ 385317 h 666797"/>
                <a:gd name="connsiteX8" fmla="*/ 340228 w 338963"/>
                <a:gd name="connsiteY8" fmla="*/ 384650 h 666797"/>
                <a:gd name="connsiteX9" fmla="*/ 340228 w 338963"/>
                <a:gd name="connsiteY9" fmla="*/ 383221 h 666797"/>
                <a:gd name="connsiteX10" fmla="*/ 340228 w 338963"/>
                <a:gd name="connsiteY10" fmla="*/ 285495 h 666797"/>
                <a:gd name="connsiteX11" fmla="*/ 340228 w 338963"/>
                <a:gd name="connsiteY11" fmla="*/ 284828 h 666797"/>
                <a:gd name="connsiteX12" fmla="*/ 340228 w 338963"/>
                <a:gd name="connsiteY12" fmla="*/ 283399 h 666797"/>
                <a:gd name="connsiteX13" fmla="*/ 340228 w 338963"/>
                <a:gd name="connsiteY13" fmla="*/ 185578 h 666797"/>
                <a:gd name="connsiteX14" fmla="*/ 340228 w 338963"/>
                <a:gd name="connsiteY14" fmla="*/ 184911 h 666797"/>
                <a:gd name="connsiteX15" fmla="*/ 340228 w 338963"/>
                <a:gd name="connsiteY15" fmla="*/ 183577 h 666797"/>
                <a:gd name="connsiteX16" fmla="*/ 340228 w 338963"/>
                <a:gd name="connsiteY16" fmla="*/ 86803 h 666797"/>
                <a:gd name="connsiteX17" fmla="*/ 340228 w 338963"/>
                <a:gd name="connsiteY17" fmla="*/ 83755 h 666797"/>
                <a:gd name="connsiteX18" fmla="*/ 1329 w 338963"/>
                <a:gd name="connsiteY18" fmla="*/ 83755 h 666797"/>
                <a:gd name="connsiteX19" fmla="*/ 296604 w 338963"/>
                <a:gd name="connsiteY19" fmla="*/ 441800 h 666797"/>
                <a:gd name="connsiteX20" fmla="*/ 296604 w 338963"/>
                <a:gd name="connsiteY20" fmla="*/ 483043 h 666797"/>
                <a:gd name="connsiteX21" fmla="*/ 171159 w 338963"/>
                <a:gd name="connsiteY21" fmla="*/ 523429 h 666797"/>
                <a:gd name="connsiteX22" fmla="*/ 56193 w 338963"/>
                <a:gd name="connsiteY22" fmla="*/ 496188 h 666797"/>
                <a:gd name="connsiteX23" fmla="*/ 54287 w 338963"/>
                <a:gd name="connsiteY23" fmla="*/ 494950 h 666797"/>
                <a:gd name="connsiteX24" fmla="*/ 51049 w 338963"/>
                <a:gd name="connsiteY24" fmla="*/ 491806 h 666797"/>
                <a:gd name="connsiteX25" fmla="*/ 47906 w 338963"/>
                <a:gd name="connsiteY25" fmla="*/ 488473 h 666797"/>
                <a:gd name="connsiteX26" fmla="*/ 45810 w 338963"/>
                <a:gd name="connsiteY26" fmla="*/ 483043 h 666797"/>
                <a:gd name="connsiteX27" fmla="*/ 45810 w 338963"/>
                <a:gd name="connsiteY27" fmla="*/ 441991 h 666797"/>
                <a:gd name="connsiteX28" fmla="*/ 49620 w 338963"/>
                <a:gd name="connsiteY28" fmla="*/ 443610 h 666797"/>
                <a:gd name="connsiteX29" fmla="*/ 68670 w 338963"/>
                <a:gd name="connsiteY29" fmla="*/ 451801 h 666797"/>
                <a:gd name="connsiteX30" fmla="*/ 76957 w 338963"/>
                <a:gd name="connsiteY30" fmla="*/ 454468 h 666797"/>
                <a:gd name="connsiteX31" fmla="*/ 97912 w 338963"/>
                <a:gd name="connsiteY31" fmla="*/ 459993 h 666797"/>
                <a:gd name="connsiteX32" fmla="*/ 107437 w 338963"/>
                <a:gd name="connsiteY32" fmla="*/ 461898 h 666797"/>
                <a:gd name="connsiteX33" fmla="*/ 131440 w 338963"/>
                <a:gd name="connsiteY33" fmla="*/ 465327 h 666797"/>
                <a:gd name="connsiteX34" fmla="*/ 139155 w 338963"/>
                <a:gd name="connsiteY34" fmla="*/ 466184 h 666797"/>
                <a:gd name="connsiteX35" fmla="*/ 167730 w 338963"/>
                <a:gd name="connsiteY35" fmla="*/ 467518 h 666797"/>
                <a:gd name="connsiteX36" fmla="*/ 173445 w 338963"/>
                <a:gd name="connsiteY36" fmla="*/ 467518 h 666797"/>
                <a:gd name="connsiteX37" fmla="*/ 203354 w 338963"/>
                <a:gd name="connsiteY37" fmla="*/ 466184 h 666797"/>
                <a:gd name="connsiteX38" fmla="*/ 209069 w 338963"/>
                <a:gd name="connsiteY38" fmla="*/ 465517 h 666797"/>
                <a:gd name="connsiteX39" fmla="*/ 235739 w 338963"/>
                <a:gd name="connsiteY39" fmla="*/ 461707 h 666797"/>
                <a:gd name="connsiteX40" fmla="*/ 242025 w 338963"/>
                <a:gd name="connsiteY40" fmla="*/ 460374 h 666797"/>
                <a:gd name="connsiteX41" fmla="*/ 266695 w 338963"/>
                <a:gd name="connsiteY41" fmla="*/ 453897 h 666797"/>
                <a:gd name="connsiteX42" fmla="*/ 271553 w 338963"/>
                <a:gd name="connsiteY42" fmla="*/ 452373 h 666797"/>
                <a:gd name="connsiteX43" fmla="*/ 295080 w 338963"/>
                <a:gd name="connsiteY43" fmla="*/ 442848 h 666797"/>
                <a:gd name="connsiteX44" fmla="*/ 71623 w 338963"/>
                <a:gd name="connsiteY44" fmla="*/ 153383 h 666797"/>
                <a:gd name="connsiteX45" fmla="*/ 73623 w 338963"/>
                <a:gd name="connsiteY45" fmla="*/ 154050 h 666797"/>
                <a:gd name="connsiteX46" fmla="*/ 170969 w 338963"/>
                <a:gd name="connsiteY46" fmla="*/ 168433 h 666797"/>
                <a:gd name="connsiteX47" fmla="*/ 238215 w 338963"/>
                <a:gd name="connsiteY47" fmla="*/ 161860 h 666797"/>
                <a:gd name="connsiteX48" fmla="*/ 238882 w 338963"/>
                <a:gd name="connsiteY48" fmla="*/ 161860 h 666797"/>
                <a:gd name="connsiteX49" fmla="*/ 268219 w 338963"/>
                <a:gd name="connsiteY49" fmla="*/ 154145 h 666797"/>
                <a:gd name="connsiteX50" fmla="*/ 269934 w 338963"/>
                <a:gd name="connsiteY50" fmla="*/ 153669 h 666797"/>
                <a:gd name="connsiteX51" fmla="*/ 296222 w 338963"/>
                <a:gd name="connsiteY51" fmla="*/ 142620 h 666797"/>
                <a:gd name="connsiteX52" fmla="*/ 296222 w 338963"/>
                <a:gd name="connsiteY52" fmla="*/ 142620 h 666797"/>
                <a:gd name="connsiteX53" fmla="*/ 296222 w 338963"/>
                <a:gd name="connsiteY53" fmla="*/ 183863 h 666797"/>
                <a:gd name="connsiteX54" fmla="*/ 170778 w 338963"/>
                <a:gd name="connsiteY54" fmla="*/ 224154 h 666797"/>
                <a:gd name="connsiteX55" fmla="*/ 55812 w 338963"/>
                <a:gd name="connsiteY55" fmla="*/ 197008 h 666797"/>
                <a:gd name="connsiteX56" fmla="*/ 53906 w 338963"/>
                <a:gd name="connsiteY56" fmla="*/ 195769 h 666797"/>
                <a:gd name="connsiteX57" fmla="*/ 50668 w 338963"/>
                <a:gd name="connsiteY57" fmla="*/ 192626 h 666797"/>
                <a:gd name="connsiteX58" fmla="*/ 47525 w 338963"/>
                <a:gd name="connsiteY58" fmla="*/ 189197 h 666797"/>
                <a:gd name="connsiteX59" fmla="*/ 45429 w 338963"/>
                <a:gd name="connsiteY59" fmla="*/ 183863 h 666797"/>
                <a:gd name="connsiteX60" fmla="*/ 45429 w 338963"/>
                <a:gd name="connsiteY60" fmla="*/ 142810 h 666797"/>
                <a:gd name="connsiteX61" fmla="*/ 46572 w 338963"/>
                <a:gd name="connsiteY61" fmla="*/ 143287 h 666797"/>
                <a:gd name="connsiteX62" fmla="*/ 71242 w 338963"/>
                <a:gd name="connsiteY62" fmla="*/ 153383 h 666797"/>
                <a:gd name="connsiteX63" fmla="*/ 296604 w 338963"/>
                <a:gd name="connsiteY63" fmla="*/ 341978 h 666797"/>
                <a:gd name="connsiteX64" fmla="*/ 296604 w 338963"/>
                <a:gd name="connsiteY64" fmla="*/ 383221 h 666797"/>
                <a:gd name="connsiteX65" fmla="*/ 171159 w 338963"/>
                <a:gd name="connsiteY65" fmla="*/ 423512 h 666797"/>
                <a:gd name="connsiteX66" fmla="*/ 45810 w 338963"/>
                <a:gd name="connsiteY66" fmla="*/ 383221 h 666797"/>
                <a:gd name="connsiteX67" fmla="*/ 45810 w 338963"/>
                <a:gd name="connsiteY67" fmla="*/ 342169 h 666797"/>
                <a:gd name="connsiteX68" fmla="*/ 49620 w 338963"/>
                <a:gd name="connsiteY68" fmla="*/ 343788 h 666797"/>
                <a:gd name="connsiteX69" fmla="*/ 68670 w 338963"/>
                <a:gd name="connsiteY69" fmla="*/ 351979 h 666797"/>
                <a:gd name="connsiteX70" fmla="*/ 76957 w 338963"/>
                <a:gd name="connsiteY70" fmla="*/ 354646 h 666797"/>
                <a:gd name="connsiteX71" fmla="*/ 97912 w 338963"/>
                <a:gd name="connsiteY71" fmla="*/ 360171 h 666797"/>
                <a:gd name="connsiteX72" fmla="*/ 107437 w 338963"/>
                <a:gd name="connsiteY72" fmla="*/ 362076 h 666797"/>
                <a:gd name="connsiteX73" fmla="*/ 131440 w 338963"/>
                <a:gd name="connsiteY73" fmla="*/ 365505 h 666797"/>
                <a:gd name="connsiteX74" fmla="*/ 139155 w 338963"/>
                <a:gd name="connsiteY74" fmla="*/ 366362 h 666797"/>
                <a:gd name="connsiteX75" fmla="*/ 167730 w 338963"/>
                <a:gd name="connsiteY75" fmla="*/ 367696 h 666797"/>
                <a:gd name="connsiteX76" fmla="*/ 173445 w 338963"/>
                <a:gd name="connsiteY76" fmla="*/ 367696 h 666797"/>
                <a:gd name="connsiteX77" fmla="*/ 203354 w 338963"/>
                <a:gd name="connsiteY77" fmla="*/ 366362 h 666797"/>
                <a:gd name="connsiteX78" fmla="*/ 209069 w 338963"/>
                <a:gd name="connsiteY78" fmla="*/ 365695 h 666797"/>
                <a:gd name="connsiteX79" fmla="*/ 235739 w 338963"/>
                <a:gd name="connsiteY79" fmla="*/ 361885 h 666797"/>
                <a:gd name="connsiteX80" fmla="*/ 242025 w 338963"/>
                <a:gd name="connsiteY80" fmla="*/ 360552 h 666797"/>
                <a:gd name="connsiteX81" fmla="*/ 266695 w 338963"/>
                <a:gd name="connsiteY81" fmla="*/ 354075 h 666797"/>
                <a:gd name="connsiteX82" fmla="*/ 271553 w 338963"/>
                <a:gd name="connsiteY82" fmla="*/ 352551 h 666797"/>
                <a:gd name="connsiteX83" fmla="*/ 295080 w 338963"/>
                <a:gd name="connsiteY83" fmla="*/ 343026 h 666797"/>
                <a:gd name="connsiteX84" fmla="*/ 296604 w 338963"/>
                <a:gd name="connsiteY84" fmla="*/ 242156 h 666797"/>
                <a:gd name="connsiteX85" fmla="*/ 296604 w 338963"/>
                <a:gd name="connsiteY85" fmla="*/ 283399 h 666797"/>
                <a:gd name="connsiteX86" fmla="*/ 171159 w 338963"/>
                <a:gd name="connsiteY86" fmla="*/ 323785 h 666797"/>
                <a:gd name="connsiteX87" fmla="*/ 56193 w 338963"/>
                <a:gd name="connsiteY87" fmla="*/ 296544 h 666797"/>
                <a:gd name="connsiteX88" fmla="*/ 54287 w 338963"/>
                <a:gd name="connsiteY88" fmla="*/ 295306 h 666797"/>
                <a:gd name="connsiteX89" fmla="*/ 51049 w 338963"/>
                <a:gd name="connsiteY89" fmla="*/ 292162 h 666797"/>
                <a:gd name="connsiteX90" fmla="*/ 47906 w 338963"/>
                <a:gd name="connsiteY90" fmla="*/ 288829 h 666797"/>
                <a:gd name="connsiteX91" fmla="*/ 45810 w 338963"/>
                <a:gd name="connsiteY91" fmla="*/ 283399 h 666797"/>
                <a:gd name="connsiteX92" fmla="*/ 45810 w 338963"/>
                <a:gd name="connsiteY92" fmla="*/ 242347 h 666797"/>
                <a:gd name="connsiteX93" fmla="*/ 49620 w 338963"/>
                <a:gd name="connsiteY93" fmla="*/ 243966 h 666797"/>
                <a:gd name="connsiteX94" fmla="*/ 68670 w 338963"/>
                <a:gd name="connsiteY94" fmla="*/ 252157 h 666797"/>
                <a:gd name="connsiteX95" fmla="*/ 76957 w 338963"/>
                <a:gd name="connsiteY95" fmla="*/ 254824 h 666797"/>
                <a:gd name="connsiteX96" fmla="*/ 97912 w 338963"/>
                <a:gd name="connsiteY96" fmla="*/ 260349 h 666797"/>
                <a:gd name="connsiteX97" fmla="*/ 107437 w 338963"/>
                <a:gd name="connsiteY97" fmla="*/ 262254 h 666797"/>
                <a:gd name="connsiteX98" fmla="*/ 131440 w 338963"/>
                <a:gd name="connsiteY98" fmla="*/ 265683 h 666797"/>
                <a:gd name="connsiteX99" fmla="*/ 139155 w 338963"/>
                <a:gd name="connsiteY99" fmla="*/ 266540 h 666797"/>
                <a:gd name="connsiteX100" fmla="*/ 167730 w 338963"/>
                <a:gd name="connsiteY100" fmla="*/ 267874 h 666797"/>
                <a:gd name="connsiteX101" fmla="*/ 173445 w 338963"/>
                <a:gd name="connsiteY101" fmla="*/ 267874 h 666797"/>
                <a:gd name="connsiteX102" fmla="*/ 203354 w 338963"/>
                <a:gd name="connsiteY102" fmla="*/ 266540 h 666797"/>
                <a:gd name="connsiteX103" fmla="*/ 209069 w 338963"/>
                <a:gd name="connsiteY103" fmla="*/ 265873 h 666797"/>
                <a:gd name="connsiteX104" fmla="*/ 235739 w 338963"/>
                <a:gd name="connsiteY104" fmla="*/ 262063 h 666797"/>
                <a:gd name="connsiteX105" fmla="*/ 242025 w 338963"/>
                <a:gd name="connsiteY105" fmla="*/ 260730 h 666797"/>
                <a:gd name="connsiteX106" fmla="*/ 266695 w 338963"/>
                <a:gd name="connsiteY106" fmla="*/ 254253 h 666797"/>
                <a:gd name="connsiteX107" fmla="*/ 271553 w 338963"/>
                <a:gd name="connsiteY107" fmla="*/ 252729 h 666797"/>
                <a:gd name="connsiteX108" fmla="*/ 295080 w 338963"/>
                <a:gd name="connsiteY108" fmla="*/ 243204 h 666797"/>
                <a:gd name="connsiteX109" fmla="*/ 170969 w 338963"/>
                <a:gd name="connsiteY109" fmla="*/ 43560 h 666797"/>
                <a:gd name="connsiteX110" fmla="*/ 296604 w 338963"/>
                <a:gd name="connsiteY110" fmla="*/ 83184 h 666797"/>
                <a:gd name="connsiteX111" fmla="*/ 296604 w 338963"/>
                <a:gd name="connsiteY111" fmla="*/ 84708 h 666797"/>
                <a:gd name="connsiteX112" fmla="*/ 171159 w 338963"/>
                <a:gd name="connsiteY112" fmla="*/ 124713 h 666797"/>
                <a:gd name="connsiteX113" fmla="*/ 45810 w 338963"/>
                <a:gd name="connsiteY113" fmla="*/ 84136 h 666797"/>
                <a:gd name="connsiteX114" fmla="*/ 170969 w 338963"/>
                <a:gd name="connsiteY114" fmla="*/ 43560 h 666797"/>
                <a:gd name="connsiteX115" fmla="*/ 296413 w 338963"/>
                <a:gd name="connsiteY115" fmla="*/ 583342 h 666797"/>
                <a:gd name="connsiteX116" fmla="*/ 170969 w 338963"/>
                <a:gd name="connsiteY116" fmla="*/ 623632 h 666797"/>
                <a:gd name="connsiteX117" fmla="*/ 45620 w 338963"/>
                <a:gd name="connsiteY117" fmla="*/ 583342 h 666797"/>
                <a:gd name="connsiteX118" fmla="*/ 45620 w 338963"/>
                <a:gd name="connsiteY118" fmla="*/ 542194 h 666797"/>
                <a:gd name="connsiteX119" fmla="*/ 49430 w 338963"/>
                <a:gd name="connsiteY119" fmla="*/ 543813 h 666797"/>
                <a:gd name="connsiteX120" fmla="*/ 68480 w 338963"/>
                <a:gd name="connsiteY120" fmla="*/ 552004 h 666797"/>
                <a:gd name="connsiteX121" fmla="*/ 76766 w 338963"/>
                <a:gd name="connsiteY121" fmla="*/ 554671 h 666797"/>
                <a:gd name="connsiteX122" fmla="*/ 97721 w 338963"/>
                <a:gd name="connsiteY122" fmla="*/ 560196 h 666797"/>
                <a:gd name="connsiteX123" fmla="*/ 107246 w 338963"/>
                <a:gd name="connsiteY123" fmla="*/ 562101 h 666797"/>
                <a:gd name="connsiteX124" fmla="*/ 131249 w 338963"/>
                <a:gd name="connsiteY124" fmla="*/ 565530 h 666797"/>
                <a:gd name="connsiteX125" fmla="*/ 138965 w 338963"/>
                <a:gd name="connsiteY125" fmla="*/ 566387 h 666797"/>
                <a:gd name="connsiteX126" fmla="*/ 167540 w 338963"/>
                <a:gd name="connsiteY126" fmla="*/ 567721 h 666797"/>
                <a:gd name="connsiteX127" fmla="*/ 173255 w 338963"/>
                <a:gd name="connsiteY127" fmla="*/ 567721 h 666797"/>
                <a:gd name="connsiteX128" fmla="*/ 203163 w 338963"/>
                <a:gd name="connsiteY128" fmla="*/ 566387 h 666797"/>
                <a:gd name="connsiteX129" fmla="*/ 208878 w 338963"/>
                <a:gd name="connsiteY129" fmla="*/ 565720 h 666797"/>
                <a:gd name="connsiteX130" fmla="*/ 235548 w 338963"/>
                <a:gd name="connsiteY130" fmla="*/ 561910 h 666797"/>
                <a:gd name="connsiteX131" fmla="*/ 241835 w 338963"/>
                <a:gd name="connsiteY131" fmla="*/ 560577 h 666797"/>
                <a:gd name="connsiteX132" fmla="*/ 266505 w 338963"/>
                <a:gd name="connsiteY132" fmla="*/ 554100 h 666797"/>
                <a:gd name="connsiteX133" fmla="*/ 271362 w 338963"/>
                <a:gd name="connsiteY133" fmla="*/ 552576 h 666797"/>
                <a:gd name="connsiteX134" fmla="*/ 294889 w 338963"/>
                <a:gd name="connsiteY134" fmla="*/ 543051 h 666797"/>
                <a:gd name="connsiteX135" fmla="*/ 296413 w 338963"/>
                <a:gd name="connsiteY135" fmla="*/ 542384 h 666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</a:cxnLst>
              <a:rect l="l" t="t" r="r" b="b"/>
              <a:pathLst>
                <a:path w="338963" h="666797">
                  <a:moveTo>
                    <a:pt x="1329" y="83755"/>
                  </a:moveTo>
                  <a:lnTo>
                    <a:pt x="1329" y="582961"/>
                  </a:lnTo>
                  <a:cubicBezTo>
                    <a:pt x="1329" y="638301"/>
                    <a:pt x="86577" y="667257"/>
                    <a:pt x="170778" y="667257"/>
                  </a:cubicBezTo>
                  <a:cubicBezTo>
                    <a:pt x="254979" y="667257"/>
                    <a:pt x="340228" y="638682"/>
                    <a:pt x="340228" y="582961"/>
                  </a:cubicBezTo>
                  <a:lnTo>
                    <a:pt x="340228" y="485139"/>
                  </a:lnTo>
                  <a:cubicBezTo>
                    <a:pt x="340228" y="485139"/>
                    <a:pt x="340228" y="485139"/>
                    <a:pt x="340228" y="484472"/>
                  </a:cubicBezTo>
                  <a:cubicBezTo>
                    <a:pt x="340228" y="483805"/>
                    <a:pt x="340228" y="483520"/>
                    <a:pt x="340228" y="483043"/>
                  </a:cubicBezTo>
                  <a:lnTo>
                    <a:pt x="340228" y="385317"/>
                  </a:lnTo>
                  <a:cubicBezTo>
                    <a:pt x="340228" y="385317"/>
                    <a:pt x="340228" y="385317"/>
                    <a:pt x="340228" y="384650"/>
                  </a:cubicBezTo>
                  <a:cubicBezTo>
                    <a:pt x="340228" y="383983"/>
                    <a:pt x="340228" y="383698"/>
                    <a:pt x="340228" y="383221"/>
                  </a:cubicBezTo>
                  <a:lnTo>
                    <a:pt x="340228" y="285495"/>
                  </a:lnTo>
                  <a:cubicBezTo>
                    <a:pt x="340228" y="285495"/>
                    <a:pt x="340228" y="285019"/>
                    <a:pt x="340228" y="284828"/>
                  </a:cubicBezTo>
                  <a:cubicBezTo>
                    <a:pt x="340228" y="284638"/>
                    <a:pt x="340228" y="283876"/>
                    <a:pt x="340228" y="283399"/>
                  </a:cubicBezTo>
                  <a:lnTo>
                    <a:pt x="340228" y="185578"/>
                  </a:lnTo>
                  <a:cubicBezTo>
                    <a:pt x="340228" y="185578"/>
                    <a:pt x="340228" y="185578"/>
                    <a:pt x="340228" y="184911"/>
                  </a:cubicBezTo>
                  <a:cubicBezTo>
                    <a:pt x="340228" y="184244"/>
                    <a:pt x="340228" y="184054"/>
                    <a:pt x="340228" y="183577"/>
                  </a:cubicBezTo>
                  <a:lnTo>
                    <a:pt x="340228" y="86803"/>
                  </a:lnTo>
                  <a:cubicBezTo>
                    <a:pt x="340314" y="85794"/>
                    <a:pt x="340314" y="84765"/>
                    <a:pt x="340228" y="83755"/>
                  </a:cubicBezTo>
                  <a:cubicBezTo>
                    <a:pt x="340514" y="-27211"/>
                    <a:pt x="1329" y="-27401"/>
                    <a:pt x="1329" y="83755"/>
                  </a:cubicBezTo>
                  <a:close/>
                  <a:moveTo>
                    <a:pt x="296604" y="441800"/>
                  </a:moveTo>
                  <a:lnTo>
                    <a:pt x="296604" y="483043"/>
                  </a:lnTo>
                  <a:cubicBezTo>
                    <a:pt x="296604" y="495140"/>
                    <a:pt x="253931" y="523429"/>
                    <a:pt x="171159" y="523429"/>
                  </a:cubicBezTo>
                  <a:cubicBezTo>
                    <a:pt x="115247" y="523429"/>
                    <a:pt x="74290" y="509237"/>
                    <a:pt x="56193" y="496188"/>
                  </a:cubicBezTo>
                  <a:lnTo>
                    <a:pt x="54287" y="494950"/>
                  </a:lnTo>
                  <a:cubicBezTo>
                    <a:pt x="52954" y="493902"/>
                    <a:pt x="52192" y="492854"/>
                    <a:pt x="51049" y="491806"/>
                  </a:cubicBezTo>
                  <a:cubicBezTo>
                    <a:pt x="49925" y="490768"/>
                    <a:pt x="48877" y="489654"/>
                    <a:pt x="47906" y="488473"/>
                  </a:cubicBezTo>
                  <a:cubicBezTo>
                    <a:pt x="46687" y="486911"/>
                    <a:pt x="45953" y="485025"/>
                    <a:pt x="45810" y="483043"/>
                  </a:cubicBezTo>
                  <a:lnTo>
                    <a:pt x="45810" y="441991"/>
                  </a:lnTo>
                  <a:lnTo>
                    <a:pt x="49620" y="443610"/>
                  </a:lnTo>
                  <a:cubicBezTo>
                    <a:pt x="55821" y="446667"/>
                    <a:pt x="62184" y="449401"/>
                    <a:pt x="68670" y="451801"/>
                  </a:cubicBezTo>
                  <a:lnTo>
                    <a:pt x="76957" y="454468"/>
                  </a:lnTo>
                  <a:cubicBezTo>
                    <a:pt x="83720" y="456564"/>
                    <a:pt x="90673" y="458374"/>
                    <a:pt x="97912" y="459993"/>
                  </a:cubicBezTo>
                  <a:lnTo>
                    <a:pt x="107437" y="461898"/>
                  </a:lnTo>
                  <a:cubicBezTo>
                    <a:pt x="115247" y="463327"/>
                    <a:pt x="123344" y="464470"/>
                    <a:pt x="131440" y="465327"/>
                  </a:cubicBezTo>
                  <a:cubicBezTo>
                    <a:pt x="134012" y="465327"/>
                    <a:pt x="136488" y="465994"/>
                    <a:pt x="139155" y="466184"/>
                  </a:cubicBezTo>
                  <a:cubicBezTo>
                    <a:pt x="148680" y="467041"/>
                    <a:pt x="158205" y="467422"/>
                    <a:pt x="167730" y="467518"/>
                  </a:cubicBezTo>
                  <a:lnTo>
                    <a:pt x="173445" y="467518"/>
                  </a:lnTo>
                  <a:cubicBezTo>
                    <a:pt x="182970" y="467518"/>
                    <a:pt x="193448" y="467041"/>
                    <a:pt x="203354" y="466184"/>
                  </a:cubicBezTo>
                  <a:lnTo>
                    <a:pt x="209069" y="465517"/>
                  </a:lnTo>
                  <a:cubicBezTo>
                    <a:pt x="218594" y="464565"/>
                    <a:pt x="227071" y="463327"/>
                    <a:pt x="235739" y="461707"/>
                  </a:cubicBezTo>
                  <a:lnTo>
                    <a:pt x="242025" y="460374"/>
                  </a:lnTo>
                  <a:cubicBezTo>
                    <a:pt x="250598" y="458564"/>
                    <a:pt x="258885" y="456373"/>
                    <a:pt x="266695" y="453897"/>
                  </a:cubicBezTo>
                  <a:lnTo>
                    <a:pt x="271553" y="452373"/>
                  </a:lnTo>
                  <a:cubicBezTo>
                    <a:pt x="279601" y="449725"/>
                    <a:pt x="287460" y="446544"/>
                    <a:pt x="295080" y="442848"/>
                  </a:cubicBezTo>
                  <a:close/>
                  <a:moveTo>
                    <a:pt x="71623" y="153383"/>
                  </a:moveTo>
                  <a:lnTo>
                    <a:pt x="73623" y="154050"/>
                  </a:lnTo>
                  <a:cubicBezTo>
                    <a:pt x="105141" y="163803"/>
                    <a:pt x="137974" y="168661"/>
                    <a:pt x="170969" y="168433"/>
                  </a:cubicBezTo>
                  <a:cubicBezTo>
                    <a:pt x="193543" y="168442"/>
                    <a:pt x="216069" y="166242"/>
                    <a:pt x="238215" y="161860"/>
                  </a:cubicBezTo>
                  <a:lnTo>
                    <a:pt x="238882" y="161860"/>
                  </a:lnTo>
                  <a:cubicBezTo>
                    <a:pt x="248797" y="159851"/>
                    <a:pt x="258599" y="157279"/>
                    <a:pt x="268219" y="154145"/>
                  </a:cubicBezTo>
                  <a:lnTo>
                    <a:pt x="269934" y="153669"/>
                  </a:lnTo>
                  <a:cubicBezTo>
                    <a:pt x="278963" y="150649"/>
                    <a:pt x="287745" y="146954"/>
                    <a:pt x="296222" y="142620"/>
                  </a:cubicBezTo>
                  <a:lnTo>
                    <a:pt x="296222" y="142620"/>
                  </a:lnTo>
                  <a:lnTo>
                    <a:pt x="296222" y="183863"/>
                  </a:lnTo>
                  <a:cubicBezTo>
                    <a:pt x="296222" y="195960"/>
                    <a:pt x="253551" y="224154"/>
                    <a:pt x="170778" y="224154"/>
                  </a:cubicBezTo>
                  <a:cubicBezTo>
                    <a:pt x="114866" y="224154"/>
                    <a:pt x="73909" y="210057"/>
                    <a:pt x="55812" y="197008"/>
                  </a:cubicBezTo>
                  <a:lnTo>
                    <a:pt x="53906" y="195769"/>
                  </a:lnTo>
                  <a:cubicBezTo>
                    <a:pt x="52573" y="194626"/>
                    <a:pt x="51811" y="193674"/>
                    <a:pt x="50668" y="192626"/>
                  </a:cubicBezTo>
                  <a:cubicBezTo>
                    <a:pt x="49544" y="191559"/>
                    <a:pt x="48487" y="190416"/>
                    <a:pt x="47525" y="189197"/>
                  </a:cubicBezTo>
                  <a:cubicBezTo>
                    <a:pt x="46296" y="187673"/>
                    <a:pt x="45563" y="185816"/>
                    <a:pt x="45429" y="183863"/>
                  </a:cubicBezTo>
                  <a:lnTo>
                    <a:pt x="45429" y="142810"/>
                  </a:lnTo>
                  <a:lnTo>
                    <a:pt x="46572" y="143287"/>
                  </a:lnTo>
                  <a:cubicBezTo>
                    <a:pt x="54545" y="147230"/>
                    <a:pt x="62793" y="150602"/>
                    <a:pt x="71242" y="153383"/>
                  </a:cubicBezTo>
                  <a:close/>
                  <a:moveTo>
                    <a:pt x="296604" y="341978"/>
                  </a:moveTo>
                  <a:lnTo>
                    <a:pt x="296604" y="383221"/>
                  </a:lnTo>
                  <a:cubicBezTo>
                    <a:pt x="296604" y="395318"/>
                    <a:pt x="253931" y="423512"/>
                    <a:pt x="171159" y="423512"/>
                  </a:cubicBezTo>
                  <a:cubicBezTo>
                    <a:pt x="88387" y="423512"/>
                    <a:pt x="45810" y="394937"/>
                    <a:pt x="45810" y="383221"/>
                  </a:cubicBezTo>
                  <a:lnTo>
                    <a:pt x="45810" y="342169"/>
                  </a:lnTo>
                  <a:cubicBezTo>
                    <a:pt x="46953" y="342835"/>
                    <a:pt x="48382" y="343216"/>
                    <a:pt x="49620" y="343788"/>
                  </a:cubicBezTo>
                  <a:cubicBezTo>
                    <a:pt x="55821" y="346845"/>
                    <a:pt x="62184" y="349579"/>
                    <a:pt x="68670" y="351979"/>
                  </a:cubicBezTo>
                  <a:lnTo>
                    <a:pt x="76957" y="354646"/>
                  </a:lnTo>
                  <a:cubicBezTo>
                    <a:pt x="83720" y="356742"/>
                    <a:pt x="90673" y="358552"/>
                    <a:pt x="97912" y="360171"/>
                  </a:cubicBezTo>
                  <a:lnTo>
                    <a:pt x="107437" y="362076"/>
                  </a:lnTo>
                  <a:cubicBezTo>
                    <a:pt x="115247" y="363505"/>
                    <a:pt x="123344" y="364648"/>
                    <a:pt x="131440" y="365505"/>
                  </a:cubicBezTo>
                  <a:cubicBezTo>
                    <a:pt x="134012" y="365505"/>
                    <a:pt x="136488" y="366172"/>
                    <a:pt x="139155" y="366362"/>
                  </a:cubicBezTo>
                  <a:cubicBezTo>
                    <a:pt x="148680" y="367219"/>
                    <a:pt x="158205" y="367600"/>
                    <a:pt x="167730" y="367696"/>
                  </a:cubicBezTo>
                  <a:cubicBezTo>
                    <a:pt x="169635" y="367696"/>
                    <a:pt x="171540" y="367696"/>
                    <a:pt x="173445" y="367696"/>
                  </a:cubicBezTo>
                  <a:cubicBezTo>
                    <a:pt x="182970" y="367696"/>
                    <a:pt x="193448" y="367696"/>
                    <a:pt x="203354" y="366362"/>
                  </a:cubicBezTo>
                  <a:lnTo>
                    <a:pt x="209069" y="365695"/>
                  </a:lnTo>
                  <a:cubicBezTo>
                    <a:pt x="218594" y="364743"/>
                    <a:pt x="227071" y="363505"/>
                    <a:pt x="235739" y="361885"/>
                  </a:cubicBezTo>
                  <a:lnTo>
                    <a:pt x="242025" y="360552"/>
                  </a:lnTo>
                  <a:cubicBezTo>
                    <a:pt x="250598" y="358742"/>
                    <a:pt x="258885" y="356551"/>
                    <a:pt x="266695" y="354075"/>
                  </a:cubicBezTo>
                  <a:lnTo>
                    <a:pt x="271553" y="352551"/>
                  </a:lnTo>
                  <a:cubicBezTo>
                    <a:pt x="279601" y="349903"/>
                    <a:pt x="287460" y="346722"/>
                    <a:pt x="295080" y="343026"/>
                  </a:cubicBezTo>
                  <a:close/>
                  <a:moveTo>
                    <a:pt x="296604" y="242156"/>
                  </a:moveTo>
                  <a:lnTo>
                    <a:pt x="296604" y="283399"/>
                  </a:lnTo>
                  <a:cubicBezTo>
                    <a:pt x="296604" y="295496"/>
                    <a:pt x="253931" y="323785"/>
                    <a:pt x="171159" y="323785"/>
                  </a:cubicBezTo>
                  <a:cubicBezTo>
                    <a:pt x="115247" y="323785"/>
                    <a:pt x="74290" y="309593"/>
                    <a:pt x="56193" y="296544"/>
                  </a:cubicBezTo>
                  <a:lnTo>
                    <a:pt x="54287" y="295306"/>
                  </a:lnTo>
                  <a:cubicBezTo>
                    <a:pt x="52954" y="294258"/>
                    <a:pt x="52192" y="293210"/>
                    <a:pt x="51049" y="292162"/>
                  </a:cubicBezTo>
                  <a:cubicBezTo>
                    <a:pt x="49925" y="291124"/>
                    <a:pt x="48877" y="290010"/>
                    <a:pt x="47906" y="288829"/>
                  </a:cubicBezTo>
                  <a:cubicBezTo>
                    <a:pt x="46687" y="287267"/>
                    <a:pt x="45953" y="285381"/>
                    <a:pt x="45810" y="283399"/>
                  </a:cubicBezTo>
                  <a:lnTo>
                    <a:pt x="45810" y="242347"/>
                  </a:lnTo>
                  <a:lnTo>
                    <a:pt x="49620" y="243966"/>
                  </a:lnTo>
                  <a:cubicBezTo>
                    <a:pt x="55821" y="247023"/>
                    <a:pt x="62184" y="249757"/>
                    <a:pt x="68670" y="252157"/>
                  </a:cubicBezTo>
                  <a:lnTo>
                    <a:pt x="76957" y="254824"/>
                  </a:lnTo>
                  <a:cubicBezTo>
                    <a:pt x="83720" y="256920"/>
                    <a:pt x="90673" y="258730"/>
                    <a:pt x="97912" y="260349"/>
                  </a:cubicBezTo>
                  <a:lnTo>
                    <a:pt x="107437" y="262254"/>
                  </a:lnTo>
                  <a:cubicBezTo>
                    <a:pt x="115247" y="263683"/>
                    <a:pt x="123344" y="264826"/>
                    <a:pt x="131440" y="265683"/>
                  </a:cubicBezTo>
                  <a:cubicBezTo>
                    <a:pt x="134012" y="265683"/>
                    <a:pt x="136488" y="266350"/>
                    <a:pt x="139155" y="266540"/>
                  </a:cubicBezTo>
                  <a:cubicBezTo>
                    <a:pt x="148680" y="267397"/>
                    <a:pt x="158205" y="267778"/>
                    <a:pt x="167730" y="267874"/>
                  </a:cubicBezTo>
                  <a:lnTo>
                    <a:pt x="173445" y="267874"/>
                  </a:lnTo>
                  <a:cubicBezTo>
                    <a:pt x="182970" y="267874"/>
                    <a:pt x="193448" y="267874"/>
                    <a:pt x="203354" y="266540"/>
                  </a:cubicBezTo>
                  <a:lnTo>
                    <a:pt x="209069" y="265873"/>
                  </a:lnTo>
                  <a:cubicBezTo>
                    <a:pt x="218594" y="264921"/>
                    <a:pt x="227071" y="263683"/>
                    <a:pt x="235739" y="262063"/>
                  </a:cubicBezTo>
                  <a:lnTo>
                    <a:pt x="242025" y="260730"/>
                  </a:lnTo>
                  <a:cubicBezTo>
                    <a:pt x="250598" y="258920"/>
                    <a:pt x="258885" y="256729"/>
                    <a:pt x="266695" y="254253"/>
                  </a:cubicBezTo>
                  <a:lnTo>
                    <a:pt x="271553" y="252729"/>
                  </a:lnTo>
                  <a:cubicBezTo>
                    <a:pt x="279601" y="250081"/>
                    <a:pt x="287460" y="246900"/>
                    <a:pt x="295080" y="243204"/>
                  </a:cubicBezTo>
                  <a:close/>
                  <a:moveTo>
                    <a:pt x="170969" y="43560"/>
                  </a:moveTo>
                  <a:cubicBezTo>
                    <a:pt x="251836" y="43560"/>
                    <a:pt x="294794" y="70516"/>
                    <a:pt x="296604" y="83184"/>
                  </a:cubicBezTo>
                  <a:cubicBezTo>
                    <a:pt x="296604" y="83184"/>
                    <a:pt x="296604" y="84136"/>
                    <a:pt x="296604" y="84708"/>
                  </a:cubicBezTo>
                  <a:cubicBezTo>
                    <a:pt x="295746" y="98233"/>
                    <a:pt x="250598" y="124713"/>
                    <a:pt x="171159" y="124713"/>
                  </a:cubicBezTo>
                  <a:cubicBezTo>
                    <a:pt x="88482" y="124713"/>
                    <a:pt x="45810" y="96138"/>
                    <a:pt x="45810" y="84136"/>
                  </a:cubicBezTo>
                  <a:cubicBezTo>
                    <a:pt x="45810" y="72135"/>
                    <a:pt x="88101" y="43560"/>
                    <a:pt x="170969" y="43560"/>
                  </a:cubicBezTo>
                  <a:close/>
                  <a:moveTo>
                    <a:pt x="296413" y="583342"/>
                  </a:moveTo>
                  <a:cubicBezTo>
                    <a:pt x="296413" y="595343"/>
                    <a:pt x="253741" y="623632"/>
                    <a:pt x="170969" y="623632"/>
                  </a:cubicBezTo>
                  <a:cubicBezTo>
                    <a:pt x="94769" y="623632"/>
                    <a:pt x="45620" y="597153"/>
                    <a:pt x="45620" y="583342"/>
                  </a:cubicBezTo>
                  <a:lnTo>
                    <a:pt x="45620" y="542194"/>
                  </a:lnTo>
                  <a:cubicBezTo>
                    <a:pt x="46763" y="542860"/>
                    <a:pt x="48191" y="543241"/>
                    <a:pt x="49430" y="543813"/>
                  </a:cubicBezTo>
                  <a:cubicBezTo>
                    <a:pt x="55630" y="546868"/>
                    <a:pt x="61993" y="549602"/>
                    <a:pt x="68480" y="552004"/>
                  </a:cubicBezTo>
                  <a:lnTo>
                    <a:pt x="76766" y="554671"/>
                  </a:lnTo>
                  <a:cubicBezTo>
                    <a:pt x="83529" y="556767"/>
                    <a:pt x="90482" y="558577"/>
                    <a:pt x="97721" y="560196"/>
                  </a:cubicBezTo>
                  <a:lnTo>
                    <a:pt x="107246" y="562101"/>
                  </a:lnTo>
                  <a:cubicBezTo>
                    <a:pt x="115057" y="563530"/>
                    <a:pt x="123153" y="564673"/>
                    <a:pt x="131249" y="565530"/>
                  </a:cubicBezTo>
                  <a:cubicBezTo>
                    <a:pt x="133821" y="565530"/>
                    <a:pt x="136298" y="566197"/>
                    <a:pt x="138965" y="566387"/>
                  </a:cubicBezTo>
                  <a:cubicBezTo>
                    <a:pt x="148490" y="567244"/>
                    <a:pt x="158015" y="567625"/>
                    <a:pt x="167540" y="567721"/>
                  </a:cubicBezTo>
                  <a:cubicBezTo>
                    <a:pt x="169445" y="567721"/>
                    <a:pt x="171350" y="567721"/>
                    <a:pt x="173255" y="567721"/>
                  </a:cubicBezTo>
                  <a:cubicBezTo>
                    <a:pt x="182780" y="567721"/>
                    <a:pt x="193257" y="567721"/>
                    <a:pt x="203163" y="566387"/>
                  </a:cubicBezTo>
                  <a:lnTo>
                    <a:pt x="208878" y="565720"/>
                  </a:lnTo>
                  <a:cubicBezTo>
                    <a:pt x="218403" y="564768"/>
                    <a:pt x="226880" y="563530"/>
                    <a:pt x="235548" y="561910"/>
                  </a:cubicBezTo>
                  <a:lnTo>
                    <a:pt x="241835" y="560577"/>
                  </a:lnTo>
                  <a:cubicBezTo>
                    <a:pt x="250169" y="558870"/>
                    <a:pt x="258408" y="556707"/>
                    <a:pt x="266505" y="554100"/>
                  </a:cubicBezTo>
                  <a:lnTo>
                    <a:pt x="271362" y="552576"/>
                  </a:lnTo>
                  <a:cubicBezTo>
                    <a:pt x="279411" y="549930"/>
                    <a:pt x="287269" y="546748"/>
                    <a:pt x="294889" y="543051"/>
                  </a:cubicBezTo>
                  <a:lnTo>
                    <a:pt x="296413" y="542384"/>
                  </a:ln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0" name="Freeform: Shape 152">
              <a:extLst>
                <a:ext uri="{FF2B5EF4-FFF2-40B4-BE49-F238E27FC236}">
                  <a16:creationId xmlns:a16="http://schemas.microsoft.com/office/drawing/2014/main" id="{47B6A5E6-A215-EBF9-2AF3-C812723EEFC9}"/>
                </a:ext>
              </a:extLst>
            </p:cNvPr>
            <p:cNvSpPr/>
            <p:nvPr/>
          </p:nvSpPr>
          <p:spPr>
            <a:xfrm>
              <a:off x="8135302" y="10250591"/>
              <a:ext cx="338963" cy="367617"/>
            </a:xfrm>
            <a:custGeom>
              <a:avLst/>
              <a:gdLst>
                <a:gd name="connsiteX0" fmla="*/ 1329 w 338963"/>
                <a:gd name="connsiteY0" fmla="*/ 83755 h 367617"/>
                <a:gd name="connsiteX1" fmla="*/ 1329 w 338963"/>
                <a:gd name="connsiteY1" fmla="*/ 283780 h 367617"/>
                <a:gd name="connsiteX2" fmla="*/ 170778 w 338963"/>
                <a:gd name="connsiteY2" fmla="*/ 368077 h 367617"/>
                <a:gd name="connsiteX3" fmla="*/ 340228 w 338963"/>
                <a:gd name="connsiteY3" fmla="*/ 283780 h 367617"/>
                <a:gd name="connsiteX4" fmla="*/ 340228 w 338963"/>
                <a:gd name="connsiteY4" fmla="*/ 185959 h 367617"/>
                <a:gd name="connsiteX5" fmla="*/ 340228 w 338963"/>
                <a:gd name="connsiteY5" fmla="*/ 185292 h 367617"/>
                <a:gd name="connsiteX6" fmla="*/ 340228 w 338963"/>
                <a:gd name="connsiteY6" fmla="*/ 183863 h 367617"/>
                <a:gd name="connsiteX7" fmla="*/ 340228 w 338963"/>
                <a:gd name="connsiteY7" fmla="*/ 86994 h 367617"/>
                <a:gd name="connsiteX8" fmla="*/ 340228 w 338963"/>
                <a:gd name="connsiteY8" fmla="*/ 83755 h 367617"/>
                <a:gd name="connsiteX9" fmla="*/ 1329 w 338963"/>
                <a:gd name="connsiteY9" fmla="*/ 83755 h 367617"/>
                <a:gd name="connsiteX10" fmla="*/ 53907 w 338963"/>
                <a:gd name="connsiteY10" fmla="*/ 195484 h 367617"/>
                <a:gd name="connsiteX11" fmla="*/ 50668 w 338963"/>
                <a:gd name="connsiteY11" fmla="*/ 192340 h 367617"/>
                <a:gd name="connsiteX12" fmla="*/ 47430 w 338963"/>
                <a:gd name="connsiteY12" fmla="*/ 189007 h 367617"/>
                <a:gd name="connsiteX13" fmla="*/ 45334 w 338963"/>
                <a:gd name="connsiteY13" fmla="*/ 183577 h 367617"/>
                <a:gd name="connsiteX14" fmla="*/ 45334 w 338963"/>
                <a:gd name="connsiteY14" fmla="*/ 142525 h 367617"/>
                <a:gd name="connsiteX15" fmla="*/ 46572 w 338963"/>
                <a:gd name="connsiteY15" fmla="*/ 142525 h 367617"/>
                <a:gd name="connsiteX16" fmla="*/ 71242 w 338963"/>
                <a:gd name="connsiteY16" fmla="*/ 152907 h 367617"/>
                <a:gd name="connsiteX17" fmla="*/ 73242 w 338963"/>
                <a:gd name="connsiteY17" fmla="*/ 153574 h 367617"/>
                <a:gd name="connsiteX18" fmla="*/ 170778 w 338963"/>
                <a:gd name="connsiteY18" fmla="*/ 167956 h 367617"/>
                <a:gd name="connsiteX19" fmla="*/ 268410 w 338963"/>
                <a:gd name="connsiteY19" fmla="*/ 153669 h 367617"/>
                <a:gd name="connsiteX20" fmla="*/ 269553 w 338963"/>
                <a:gd name="connsiteY20" fmla="*/ 153669 h 367617"/>
                <a:gd name="connsiteX21" fmla="*/ 296032 w 338963"/>
                <a:gd name="connsiteY21" fmla="*/ 142620 h 367617"/>
                <a:gd name="connsiteX22" fmla="*/ 296032 w 338963"/>
                <a:gd name="connsiteY22" fmla="*/ 142620 h 367617"/>
                <a:gd name="connsiteX23" fmla="*/ 296032 w 338963"/>
                <a:gd name="connsiteY23" fmla="*/ 183863 h 367617"/>
                <a:gd name="connsiteX24" fmla="*/ 170588 w 338963"/>
                <a:gd name="connsiteY24" fmla="*/ 224249 h 367617"/>
                <a:gd name="connsiteX25" fmla="*/ 55621 w 338963"/>
                <a:gd name="connsiteY25" fmla="*/ 197008 h 367617"/>
                <a:gd name="connsiteX26" fmla="*/ 170778 w 338963"/>
                <a:gd name="connsiteY26" fmla="*/ 43084 h 367617"/>
                <a:gd name="connsiteX27" fmla="*/ 296413 w 338963"/>
                <a:gd name="connsiteY27" fmla="*/ 82708 h 367617"/>
                <a:gd name="connsiteX28" fmla="*/ 296413 w 338963"/>
                <a:gd name="connsiteY28" fmla="*/ 84232 h 367617"/>
                <a:gd name="connsiteX29" fmla="*/ 170969 w 338963"/>
                <a:gd name="connsiteY29" fmla="*/ 124237 h 367617"/>
                <a:gd name="connsiteX30" fmla="*/ 45525 w 338963"/>
                <a:gd name="connsiteY30" fmla="*/ 83660 h 367617"/>
                <a:gd name="connsiteX31" fmla="*/ 170778 w 338963"/>
                <a:gd name="connsiteY31" fmla="*/ 43179 h 367617"/>
                <a:gd name="connsiteX32" fmla="*/ 296223 w 338963"/>
                <a:gd name="connsiteY32" fmla="*/ 283399 h 367617"/>
                <a:gd name="connsiteX33" fmla="*/ 170778 w 338963"/>
                <a:gd name="connsiteY33" fmla="*/ 323690 h 367617"/>
                <a:gd name="connsiteX34" fmla="*/ 45334 w 338963"/>
                <a:gd name="connsiteY34" fmla="*/ 283399 h 367617"/>
                <a:gd name="connsiteX35" fmla="*/ 45334 w 338963"/>
                <a:gd name="connsiteY35" fmla="*/ 242251 h 367617"/>
                <a:gd name="connsiteX36" fmla="*/ 49239 w 338963"/>
                <a:gd name="connsiteY36" fmla="*/ 243871 h 367617"/>
                <a:gd name="connsiteX37" fmla="*/ 68289 w 338963"/>
                <a:gd name="connsiteY37" fmla="*/ 252062 h 367617"/>
                <a:gd name="connsiteX38" fmla="*/ 76576 w 338963"/>
                <a:gd name="connsiteY38" fmla="*/ 254729 h 367617"/>
                <a:gd name="connsiteX39" fmla="*/ 97531 w 338963"/>
                <a:gd name="connsiteY39" fmla="*/ 260254 h 367617"/>
                <a:gd name="connsiteX40" fmla="*/ 107056 w 338963"/>
                <a:gd name="connsiteY40" fmla="*/ 262159 h 367617"/>
                <a:gd name="connsiteX41" fmla="*/ 131059 w 338963"/>
                <a:gd name="connsiteY41" fmla="*/ 265588 h 367617"/>
                <a:gd name="connsiteX42" fmla="*/ 138679 w 338963"/>
                <a:gd name="connsiteY42" fmla="*/ 266445 h 367617"/>
                <a:gd name="connsiteX43" fmla="*/ 167254 w 338963"/>
                <a:gd name="connsiteY43" fmla="*/ 267778 h 367617"/>
                <a:gd name="connsiteX44" fmla="*/ 172874 w 338963"/>
                <a:gd name="connsiteY44" fmla="*/ 267778 h 367617"/>
                <a:gd name="connsiteX45" fmla="*/ 202878 w 338963"/>
                <a:gd name="connsiteY45" fmla="*/ 266445 h 367617"/>
                <a:gd name="connsiteX46" fmla="*/ 208497 w 338963"/>
                <a:gd name="connsiteY46" fmla="*/ 265778 h 367617"/>
                <a:gd name="connsiteX47" fmla="*/ 235263 w 338963"/>
                <a:gd name="connsiteY47" fmla="*/ 261968 h 367617"/>
                <a:gd name="connsiteX48" fmla="*/ 241549 w 338963"/>
                <a:gd name="connsiteY48" fmla="*/ 260635 h 367617"/>
                <a:gd name="connsiteX49" fmla="*/ 266219 w 338963"/>
                <a:gd name="connsiteY49" fmla="*/ 254158 h 367617"/>
                <a:gd name="connsiteX50" fmla="*/ 270982 w 338963"/>
                <a:gd name="connsiteY50" fmla="*/ 252634 h 367617"/>
                <a:gd name="connsiteX51" fmla="*/ 294603 w 338963"/>
                <a:gd name="connsiteY51" fmla="*/ 243109 h 367617"/>
                <a:gd name="connsiteX52" fmla="*/ 296127 w 338963"/>
                <a:gd name="connsiteY52" fmla="*/ 242442 h 367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338963" h="367617">
                  <a:moveTo>
                    <a:pt x="1329" y="83755"/>
                  </a:moveTo>
                  <a:lnTo>
                    <a:pt x="1329" y="283780"/>
                  </a:lnTo>
                  <a:cubicBezTo>
                    <a:pt x="1329" y="339121"/>
                    <a:pt x="86577" y="368077"/>
                    <a:pt x="170778" y="368077"/>
                  </a:cubicBezTo>
                  <a:cubicBezTo>
                    <a:pt x="254979" y="368077"/>
                    <a:pt x="340228" y="339502"/>
                    <a:pt x="340228" y="283780"/>
                  </a:cubicBezTo>
                  <a:lnTo>
                    <a:pt x="340228" y="185959"/>
                  </a:lnTo>
                  <a:cubicBezTo>
                    <a:pt x="340228" y="185959"/>
                    <a:pt x="340228" y="185959"/>
                    <a:pt x="340228" y="185292"/>
                  </a:cubicBezTo>
                  <a:cubicBezTo>
                    <a:pt x="340228" y="184625"/>
                    <a:pt x="340228" y="184339"/>
                    <a:pt x="340228" y="183863"/>
                  </a:cubicBezTo>
                  <a:lnTo>
                    <a:pt x="340228" y="86994"/>
                  </a:lnTo>
                  <a:cubicBezTo>
                    <a:pt x="340314" y="85918"/>
                    <a:pt x="340314" y="84832"/>
                    <a:pt x="340228" y="83755"/>
                  </a:cubicBezTo>
                  <a:cubicBezTo>
                    <a:pt x="340514" y="-27306"/>
                    <a:pt x="1329" y="-27306"/>
                    <a:pt x="1329" y="83755"/>
                  </a:cubicBezTo>
                  <a:close/>
                  <a:moveTo>
                    <a:pt x="53907" y="195484"/>
                  </a:moveTo>
                  <a:cubicBezTo>
                    <a:pt x="52764" y="194512"/>
                    <a:pt x="51678" y="193455"/>
                    <a:pt x="50668" y="192340"/>
                  </a:cubicBezTo>
                  <a:cubicBezTo>
                    <a:pt x="49516" y="191302"/>
                    <a:pt x="48430" y="190188"/>
                    <a:pt x="47430" y="189007"/>
                  </a:cubicBezTo>
                  <a:cubicBezTo>
                    <a:pt x="46248" y="187425"/>
                    <a:pt x="45525" y="185540"/>
                    <a:pt x="45334" y="183577"/>
                  </a:cubicBezTo>
                  <a:lnTo>
                    <a:pt x="45334" y="142525"/>
                  </a:lnTo>
                  <a:lnTo>
                    <a:pt x="46572" y="142525"/>
                  </a:lnTo>
                  <a:cubicBezTo>
                    <a:pt x="54535" y="146582"/>
                    <a:pt x="62774" y="150049"/>
                    <a:pt x="71242" y="152907"/>
                  </a:cubicBezTo>
                  <a:lnTo>
                    <a:pt x="73242" y="153574"/>
                  </a:lnTo>
                  <a:cubicBezTo>
                    <a:pt x="104818" y="163356"/>
                    <a:pt x="137717" y="168214"/>
                    <a:pt x="170778" y="167956"/>
                  </a:cubicBezTo>
                  <a:cubicBezTo>
                    <a:pt x="203868" y="168309"/>
                    <a:pt x="236806" y="163489"/>
                    <a:pt x="268410" y="153669"/>
                  </a:cubicBezTo>
                  <a:lnTo>
                    <a:pt x="269553" y="153669"/>
                  </a:lnTo>
                  <a:cubicBezTo>
                    <a:pt x="278668" y="150707"/>
                    <a:pt x="287517" y="147011"/>
                    <a:pt x="296032" y="142620"/>
                  </a:cubicBezTo>
                  <a:lnTo>
                    <a:pt x="296032" y="142620"/>
                  </a:lnTo>
                  <a:lnTo>
                    <a:pt x="296032" y="183863"/>
                  </a:lnTo>
                  <a:cubicBezTo>
                    <a:pt x="296032" y="195960"/>
                    <a:pt x="253360" y="224249"/>
                    <a:pt x="170588" y="224249"/>
                  </a:cubicBezTo>
                  <a:cubicBezTo>
                    <a:pt x="114581" y="224249"/>
                    <a:pt x="73719" y="210057"/>
                    <a:pt x="55621" y="197008"/>
                  </a:cubicBezTo>
                  <a:close/>
                  <a:moveTo>
                    <a:pt x="170778" y="43084"/>
                  </a:moveTo>
                  <a:cubicBezTo>
                    <a:pt x="251550" y="43084"/>
                    <a:pt x="294603" y="70135"/>
                    <a:pt x="296413" y="82708"/>
                  </a:cubicBezTo>
                  <a:cubicBezTo>
                    <a:pt x="296365" y="83212"/>
                    <a:pt x="296365" y="83727"/>
                    <a:pt x="296413" y="84232"/>
                  </a:cubicBezTo>
                  <a:cubicBezTo>
                    <a:pt x="295461" y="97852"/>
                    <a:pt x="250408" y="124237"/>
                    <a:pt x="170969" y="124237"/>
                  </a:cubicBezTo>
                  <a:cubicBezTo>
                    <a:pt x="88197" y="124237"/>
                    <a:pt x="45525" y="95662"/>
                    <a:pt x="45525" y="83660"/>
                  </a:cubicBezTo>
                  <a:cubicBezTo>
                    <a:pt x="45525" y="71659"/>
                    <a:pt x="88006" y="43179"/>
                    <a:pt x="170778" y="43179"/>
                  </a:cubicBezTo>
                  <a:close/>
                  <a:moveTo>
                    <a:pt x="296223" y="283399"/>
                  </a:moveTo>
                  <a:cubicBezTo>
                    <a:pt x="296223" y="295401"/>
                    <a:pt x="253551" y="323690"/>
                    <a:pt x="170778" y="323690"/>
                  </a:cubicBezTo>
                  <a:cubicBezTo>
                    <a:pt x="94578" y="323690"/>
                    <a:pt x="45334" y="297211"/>
                    <a:pt x="45334" y="283399"/>
                  </a:cubicBezTo>
                  <a:lnTo>
                    <a:pt x="45334" y="242251"/>
                  </a:lnTo>
                  <a:cubicBezTo>
                    <a:pt x="46572" y="242918"/>
                    <a:pt x="48001" y="243299"/>
                    <a:pt x="49239" y="243871"/>
                  </a:cubicBezTo>
                  <a:cubicBezTo>
                    <a:pt x="55440" y="246926"/>
                    <a:pt x="61803" y="249660"/>
                    <a:pt x="68289" y="252062"/>
                  </a:cubicBezTo>
                  <a:lnTo>
                    <a:pt x="76576" y="254729"/>
                  </a:lnTo>
                  <a:cubicBezTo>
                    <a:pt x="83339" y="256825"/>
                    <a:pt x="90292" y="258634"/>
                    <a:pt x="97531" y="260254"/>
                  </a:cubicBezTo>
                  <a:lnTo>
                    <a:pt x="107056" y="262159"/>
                  </a:lnTo>
                  <a:cubicBezTo>
                    <a:pt x="114867" y="263556"/>
                    <a:pt x="122868" y="264699"/>
                    <a:pt x="131059" y="265588"/>
                  </a:cubicBezTo>
                  <a:cubicBezTo>
                    <a:pt x="133631" y="265588"/>
                    <a:pt x="136108" y="266254"/>
                    <a:pt x="138679" y="266445"/>
                  </a:cubicBezTo>
                  <a:cubicBezTo>
                    <a:pt x="148204" y="267302"/>
                    <a:pt x="157729" y="267683"/>
                    <a:pt x="167254" y="267778"/>
                  </a:cubicBezTo>
                  <a:cubicBezTo>
                    <a:pt x="169159" y="267778"/>
                    <a:pt x="170969" y="267778"/>
                    <a:pt x="172874" y="267778"/>
                  </a:cubicBezTo>
                  <a:cubicBezTo>
                    <a:pt x="182970" y="267778"/>
                    <a:pt x="192972" y="267778"/>
                    <a:pt x="202878" y="266445"/>
                  </a:cubicBezTo>
                  <a:lnTo>
                    <a:pt x="208497" y="265778"/>
                  </a:lnTo>
                  <a:cubicBezTo>
                    <a:pt x="218022" y="264826"/>
                    <a:pt x="226595" y="263587"/>
                    <a:pt x="235263" y="261968"/>
                  </a:cubicBezTo>
                  <a:lnTo>
                    <a:pt x="241549" y="260635"/>
                  </a:lnTo>
                  <a:cubicBezTo>
                    <a:pt x="250122" y="258825"/>
                    <a:pt x="258313" y="256634"/>
                    <a:pt x="266219" y="254158"/>
                  </a:cubicBezTo>
                  <a:lnTo>
                    <a:pt x="270982" y="252634"/>
                  </a:lnTo>
                  <a:cubicBezTo>
                    <a:pt x="279078" y="250046"/>
                    <a:pt x="286974" y="246861"/>
                    <a:pt x="294603" y="243109"/>
                  </a:cubicBezTo>
                  <a:lnTo>
                    <a:pt x="296127" y="242442"/>
                  </a:ln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1" name="Freeform: Shape 154">
              <a:extLst>
                <a:ext uri="{FF2B5EF4-FFF2-40B4-BE49-F238E27FC236}">
                  <a16:creationId xmlns:a16="http://schemas.microsoft.com/office/drawing/2014/main" id="{613C4D2B-14E8-7AD4-6A8E-361FAD2499A5}"/>
                </a:ext>
              </a:extLst>
            </p:cNvPr>
            <p:cNvSpPr/>
            <p:nvPr/>
          </p:nvSpPr>
          <p:spPr>
            <a:xfrm>
              <a:off x="8214281" y="9949792"/>
              <a:ext cx="202473" cy="290750"/>
            </a:xfrm>
            <a:custGeom>
              <a:avLst/>
              <a:gdLst>
                <a:gd name="connsiteX0" fmla="*/ 11503 w 202473"/>
                <a:gd name="connsiteY0" fmla="*/ 287686 h 290750"/>
                <a:gd name="connsiteX1" fmla="*/ 23409 w 202473"/>
                <a:gd name="connsiteY1" fmla="*/ 291210 h 290750"/>
                <a:gd name="connsiteX2" fmla="*/ 41888 w 202473"/>
                <a:gd name="connsiteY2" fmla="*/ 281114 h 290750"/>
                <a:gd name="connsiteX3" fmla="*/ 200289 w 202473"/>
                <a:gd name="connsiteY3" fmla="*/ 34416 h 290750"/>
                <a:gd name="connsiteX4" fmla="*/ 193726 w 202473"/>
                <a:gd name="connsiteY4" fmla="*/ 4003 h 290750"/>
                <a:gd name="connsiteX5" fmla="*/ 193621 w 202473"/>
                <a:gd name="connsiteY5" fmla="*/ 3936 h 290750"/>
                <a:gd name="connsiteX6" fmla="*/ 163141 w 202473"/>
                <a:gd name="connsiteY6" fmla="*/ 10603 h 290750"/>
                <a:gd name="connsiteX7" fmla="*/ 4835 w 202473"/>
                <a:gd name="connsiteY7" fmla="*/ 257301 h 290750"/>
                <a:gd name="connsiteX8" fmla="*/ 11351 w 202473"/>
                <a:gd name="connsiteY8" fmla="*/ 287591 h 290750"/>
                <a:gd name="connsiteX9" fmla="*/ 11503 w 202473"/>
                <a:gd name="connsiteY9" fmla="*/ 287686 h 290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2473" h="290750">
                  <a:moveTo>
                    <a:pt x="11503" y="287686"/>
                  </a:moveTo>
                  <a:cubicBezTo>
                    <a:pt x="15046" y="289991"/>
                    <a:pt x="19180" y="291220"/>
                    <a:pt x="23409" y="291210"/>
                  </a:cubicBezTo>
                  <a:cubicBezTo>
                    <a:pt x="30887" y="291200"/>
                    <a:pt x="37840" y="287400"/>
                    <a:pt x="41888" y="281114"/>
                  </a:cubicBezTo>
                  <a:lnTo>
                    <a:pt x="200289" y="34416"/>
                  </a:lnTo>
                  <a:cubicBezTo>
                    <a:pt x="206870" y="24205"/>
                    <a:pt x="203937" y="10584"/>
                    <a:pt x="193726" y="4003"/>
                  </a:cubicBezTo>
                  <a:cubicBezTo>
                    <a:pt x="193688" y="3974"/>
                    <a:pt x="193659" y="3955"/>
                    <a:pt x="193621" y="3936"/>
                  </a:cubicBezTo>
                  <a:cubicBezTo>
                    <a:pt x="183363" y="-2617"/>
                    <a:pt x="169732" y="364"/>
                    <a:pt x="163141" y="10603"/>
                  </a:cubicBezTo>
                  <a:lnTo>
                    <a:pt x="4835" y="257301"/>
                  </a:lnTo>
                  <a:cubicBezTo>
                    <a:pt x="-1727" y="267464"/>
                    <a:pt x="1187" y="281028"/>
                    <a:pt x="11351" y="287591"/>
                  </a:cubicBezTo>
                  <a:cubicBezTo>
                    <a:pt x="11398" y="287619"/>
                    <a:pt x="11455" y="287657"/>
                    <a:pt x="11503" y="287686"/>
                  </a:cubicBez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" name="Freeform: Shape 163">
              <a:extLst>
                <a:ext uri="{FF2B5EF4-FFF2-40B4-BE49-F238E27FC236}">
                  <a16:creationId xmlns:a16="http://schemas.microsoft.com/office/drawing/2014/main" id="{7A014139-3E6C-C4D5-561E-47A4E0F3F4FF}"/>
                </a:ext>
              </a:extLst>
            </p:cNvPr>
            <p:cNvSpPr/>
            <p:nvPr/>
          </p:nvSpPr>
          <p:spPr>
            <a:xfrm>
              <a:off x="8346376" y="10113479"/>
              <a:ext cx="128111" cy="128111"/>
            </a:xfrm>
            <a:custGeom>
              <a:avLst/>
              <a:gdLst>
                <a:gd name="connsiteX0" fmla="*/ 1329 w 128111"/>
                <a:gd name="connsiteY0" fmla="*/ 64467 h 128111"/>
                <a:gd name="connsiteX1" fmla="*/ 65432 w 128111"/>
                <a:gd name="connsiteY1" fmla="*/ 128570 h 128111"/>
                <a:gd name="connsiteX2" fmla="*/ 129440 w 128111"/>
                <a:gd name="connsiteY2" fmla="*/ 64467 h 128111"/>
                <a:gd name="connsiteX3" fmla="*/ 65432 w 128111"/>
                <a:gd name="connsiteY3" fmla="*/ 459 h 128111"/>
                <a:gd name="connsiteX4" fmla="*/ 1329 w 128111"/>
                <a:gd name="connsiteY4" fmla="*/ 64467 h 128111"/>
                <a:gd name="connsiteX5" fmla="*/ 85434 w 128111"/>
                <a:gd name="connsiteY5" fmla="*/ 64467 h 128111"/>
                <a:gd name="connsiteX6" fmla="*/ 65432 w 128111"/>
                <a:gd name="connsiteY6" fmla="*/ 84470 h 128111"/>
                <a:gd name="connsiteX7" fmla="*/ 45429 w 128111"/>
                <a:gd name="connsiteY7" fmla="*/ 64467 h 128111"/>
                <a:gd name="connsiteX8" fmla="*/ 65432 w 128111"/>
                <a:gd name="connsiteY8" fmla="*/ 44465 h 128111"/>
                <a:gd name="connsiteX9" fmla="*/ 85434 w 128111"/>
                <a:gd name="connsiteY9" fmla="*/ 64467 h 12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8111" h="128111">
                  <a:moveTo>
                    <a:pt x="1329" y="64467"/>
                  </a:moveTo>
                  <a:cubicBezTo>
                    <a:pt x="1376" y="99853"/>
                    <a:pt x="30047" y="128523"/>
                    <a:pt x="65432" y="128570"/>
                  </a:cubicBezTo>
                  <a:cubicBezTo>
                    <a:pt x="100779" y="128466"/>
                    <a:pt x="129392" y="99814"/>
                    <a:pt x="129440" y="64467"/>
                  </a:cubicBezTo>
                  <a:cubicBezTo>
                    <a:pt x="129392" y="29139"/>
                    <a:pt x="100760" y="516"/>
                    <a:pt x="65432" y="459"/>
                  </a:cubicBezTo>
                  <a:cubicBezTo>
                    <a:pt x="30065" y="459"/>
                    <a:pt x="1386" y="29101"/>
                    <a:pt x="1329" y="64467"/>
                  </a:cubicBezTo>
                  <a:close/>
                  <a:moveTo>
                    <a:pt x="85434" y="64467"/>
                  </a:moveTo>
                  <a:cubicBezTo>
                    <a:pt x="85387" y="75497"/>
                    <a:pt x="76462" y="84422"/>
                    <a:pt x="65432" y="84470"/>
                  </a:cubicBezTo>
                  <a:cubicBezTo>
                    <a:pt x="54383" y="84470"/>
                    <a:pt x="45429" y="75516"/>
                    <a:pt x="45429" y="64467"/>
                  </a:cubicBezTo>
                  <a:cubicBezTo>
                    <a:pt x="45429" y="53418"/>
                    <a:pt x="54383" y="44465"/>
                    <a:pt x="65432" y="44465"/>
                  </a:cubicBezTo>
                  <a:cubicBezTo>
                    <a:pt x="76462" y="44512"/>
                    <a:pt x="85387" y="53437"/>
                    <a:pt x="85434" y="64467"/>
                  </a:cubicBez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64">
              <a:extLst>
                <a:ext uri="{FF2B5EF4-FFF2-40B4-BE49-F238E27FC236}">
                  <a16:creationId xmlns:a16="http://schemas.microsoft.com/office/drawing/2014/main" id="{EBF2DCFE-BD19-0615-A697-198B7F42959F}"/>
                </a:ext>
              </a:extLst>
            </p:cNvPr>
            <p:cNvSpPr/>
            <p:nvPr/>
          </p:nvSpPr>
          <p:spPr>
            <a:xfrm>
              <a:off x="8147589" y="9956793"/>
              <a:ext cx="128111" cy="128111"/>
            </a:xfrm>
            <a:custGeom>
              <a:avLst/>
              <a:gdLst>
                <a:gd name="connsiteX0" fmla="*/ 65337 w 128111"/>
                <a:gd name="connsiteY0" fmla="*/ 128570 h 128111"/>
                <a:gd name="connsiteX1" fmla="*/ 129440 w 128111"/>
                <a:gd name="connsiteY1" fmla="*/ 64562 h 128111"/>
                <a:gd name="connsiteX2" fmla="*/ 65337 w 128111"/>
                <a:gd name="connsiteY2" fmla="*/ 459 h 128111"/>
                <a:gd name="connsiteX3" fmla="*/ 1329 w 128111"/>
                <a:gd name="connsiteY3" fmla="*/ 64562 h 128111"/>
                <a:gd name="connsiteX4" fmla="*/ 65337 w 128111"/>
                <a:gd name="connsiteY4" fmla="*/ 128570 h 128111"/>
                <a:gd name="connsiteX5" fmla="*/ 65337 w 128111"/>
                <a:gd name="connsiteY5" fmla="*/ 44560 h 128111"/>
                <a:gd name="connsiteX6" fmla="*/ 85339 w 128111"/>
                <a:gd name="connsiteY6" fmla="*/ 64562 h 128111"/>
                <a:gd name="connsiteX7" fmla="*/ 65337 w 128111"/>
                <a:gd name="connsiteY7" fmla="*/ 84565 h 128111"/>
                <a:gd name="connsiteX8" fmla="*/ 45334 w 128111"/>
                <a:gd name="connsiteY8" fmla="*/ 64562 h 128111"/>
                <a:gd name="connsiteX9" fmla="*/ 65337 w 128111"/>
                <a:gd name="connsiteY9" fmla="*/ 44560 h 12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8111" h="128111">
                  <a:moveTo>
                    <a:pt x="65337" y="128570"/>
                  </a:moveTo>
                  <a:cubicBezTo>
                    <a:pt x="100684" y="128523"/>
                    <a:pt x="129335" y="99910"/>
                    <a:pt x="129440" y="64562"/>
                  </a:cubicBezTo>
                  <a:cubicBezTo>
                    <a:pt x="129392" y="29177"/>
                    <a:pt x="100722" y="516"/>
                    <a:pt x="65337" y="459"/>
                  </a:cubicBezTo>
                  <a:cubicBezTo>
                    <a:pt x="29970" y="516"/>
                    <a:pt x="1329" y="29196"/>
                    <a:pt x="1329" y="64562"/>
                  </a:cubicBezTo>
                  <a:cubicBezTo>
                    <a:pt x="1376" y="99891"/>
                    <a:pt x="30008" y="128513"/>
                    <a:pt x="65337" y="128570"/>
                  </a:cubicBezTo>
                  <a:close/>
                  <a:moveTo>
                    <a:pt x="65337" y="44560"/>
                  </a:moveTo>
                  <a:cubicBezTo>
                    <a:pt x="76386" y="44560"/>
                    <a:pt x="85339" y="53513"/>
                    <a:pt x="85339" y="64562"/>
                  </a:cubicBezTo>
                  <a:cubicBezTo>
                    <a:pt x="85291" y="75592"/>
                    <a:pt x="76366" y="84517"/>
                    <a:pt x="65337" y="84565"/>
                  </a:cubicBezTo>
                  <a:cubicBezTo>
                    <a:pt x="54307" y="84517"/>
                    <a:pt x="45382" y="75592"/>
                    <a:pt x="45334" y="64562"/>
                  </a:cubicBezTo>
                  <a:cubicBezTo>
                    <a:pt x="45334" y="53513"/>
                    <a:pt x="54287" y="44560"/>
                    <a:pt x="65337" y="44560"/>
                  </a:cubicBez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8C71D154-5D2B-B169-54C0-E0B42A67578C}"/>
              </a:ext>
            </a:extLst>
          </p:cNvPr>
          <p:cNvGrpSpPr/>
          <p:nvPr/>
        </p:nvGrpSpPr>
        <p:grpSpPr>
          <a:xfrm>
            <a:off x="5216756" y="1969596"/>
            <a:ext cx="495609" cy="460763"/>
            <a:chOff x="9892087" y="7954066"/>
            <a:chExt cx="662560" cy="705135"/>
          </a:xfrm>
          <a:solidFill>
            <a:srgbClr val="353535"/>
          </a:solidFill>
        </p:grpSpPr>
        <p:sp>
          <p:nvSpPr>
            <p:cNvPr id="195" name="Freeform: Shape 165">
              <a:extLst>
                <a:ext uri="{FF2B5EF4-FFF2-40B4-BE49-F238E27FC236}">
                  <a16:creationId xmlns:a16="http://schemas.microsoft.com/office/drawing/2014/main" id="{0FA8FDB0-E0CC-6953-82A4-C3CF96F2FD3F}"/>
                </a:ext>
              </a:extLst>
            </p:cNvPr>
            <p:cNvSpPr/>
            <p:nvPr/>
          </p:nvSpPr>
          <p:spPr>
            <a:xfrm>
              <a:off x="9892087" y="8143688"/>
              <a:ext cx="662560" cy="515513"/>
            </a:xfrm>
            <a:custGeom>
              <a:avLst/>
              <a:gdLst>
                <a:gd name="connsiteX0" fmla="*/ 647320 w 662560"/>
                <a:gd name="connsiteY0" fmla="*/ 14291 h 515513"/>
                <a:gd name="connsiteX1" fmla="*/ 605505 w 662560"/>
                <a:gd name="connsiteY1" fmla="*/ 956 h 515513"/>
                <a:gd name="connsiteX2" fmla="*/ 544355 w 662560"/>
                <a:gd name="connsiteY2" fmla="*/ 58106 h 515513"/>
                <a:gd name="connsiteX3" fmla="*/ 528734 w 662560"/>
                <a:gd name="connsiteY3" fmla="*/ 136973 h 515513"/>
                <a:gd name="connsiteX4" fmla="*/ 512922 w 662560"/>
                <a:gd name="connsiteY4" fmla="*/ 169739 h 515513"/>
                <a:gd name="connsiteX5" fmla="*/ 487109 w 662560"/>
                <a:gd name="connsiteY5" fmla="*/ 164024 h 515513"/>
                <a:gd name="connsiteX6" fmla="*/ 487109 w 662560"/>
                <a:gd name="connsiteY6" fmla="*/ 164024 h 515513"/>
                <a:gd name="connsiteX7" fmla="*/ 443675 w 662560"/>
                <a:gd name="connsiteY7" fmla="*/ 182217 h 515513"/>
                <a:gd name="connsiteX8" fmla="*/ 333947 w 662560"/>
                <a:gd name="connsiteY8" fmla="*/ 292612 h 515513"/>
                <a:gd name="connsiteX9" fmla="*/ 332519 w 662560"/>
                <a:gd name="connsiteY9" fmla="*/ 294421 h 515513"/>
                <a:gd name="connsiteX10" fmla="*/ 330995 w 662560"/>
                <a:gd name="connsiteY10" fmla="*/ 292707 h 515513"/>
                <a:gd name="connsiteX11" fmla="*/ 221266 w 662560"/>
                <a:gd name="connsiteY11" fmla="*/ 182122 h 515513"/>
                <a:gd name="connsiteX12" fmla="*/ 177833 w 662560"/>
                <a:gd name="connsiteY12" fmla="*/ 164024 h 515513"/>
                <a:gd name="connsiteX13" fmla="*/ 177833 w 662560"/>
                <a:gd name="connsiteY13" fmla="*/ 164024 h 515513"/>
                <a:gd name="connsiteX14" fmla="*/ 152020 w 662560"/>
                <a:gd name="connsiteY14" fmla="*/ 169739 h 515513"/>
                <a:gd name="connsiteX15" fmla="*/ 136208 w 662560"/>
                <a:gd name="connsiteY15" fmla="*/ 136973 h 515513"/>
                <a:gd name="connsiteX16" fmla="*/ 120587 w 662560"/>
                <a:gd name="connsiteY16" fmla="*/ 58106 h 515513"/>
                <a:gd name="connsiteX17" fmla="*/ 59437 w 662560"/>
                <a:gd name="connsiteY17" fmla="*/ 956 h 515513"/>
                <a:gd name="connsiteX18" fmla="*/ 17622 w 662560"/>
                <a:gd name="connsiteY18" fmla="*/ 14291 h 515513"/>
                <a:gd name="connsiteX19" fmla="*/ 1430 w 662560"/>
                <a:gd name="connsiteY19" fmla="*/ 55058 h 515513"/>
                <a:gd name="connsiteX20" fmla="*/ 13717 w 662560"/>
                <a:gd name="connsiteY20" fmla="*/ 253273 h 515513"/>
                <a:gd name="connsiteX21" fmla="*/ 64199 w 662560"/>
                <a:gd name="connsiteY21" fmla="*/ 352238 h 515513"/>
                <a:gd name="connsiteX22" fmla="*/ 162307 w 662560"/>
                <a:gd name="connsiteY22" fmla="*/ 433201 h 515513"/>
                <a:gd name="connsiteX23" fmla="*/ 175642 w 662560"/>
                <a:gd name="connsiteY23" fmla="*/ 461776 h 515513"/>
                <a:gd name="connsiteX24" fmla="*/ 229744 w 662560"/>
                <a:gd name="connsiteY24" fmla="*/ 515973 h 515513"/>
                <a:gd name="connsiteX25" fmla="*/ 300420 w 662560"/>
                <a:gd name="connsiteY25" fmla="*/ 515973 h 515513"/>
                <a:gd name="connsiteX26" fmla="*/ 332519 w 662560"/>
                <a:gd name="connsiteY26" fmla="*/ 505115 h 515513"/>
                <a:gd name="connsiteX27" fmla="*/ 364713 w 662560"/>
                <a:gd name="connsiteY27" fmla="*/ 515973 h 515513"/>
                <a:gd name="connsiteX28" fmla="*/ 435389 w 662560"/>
                <a:gd name="connsiteY28" fmla="*/ 515973 h 515513"/>
                <a:gd name="connsiteX29" fmla="*/ 489491 w 662560"/>
                <a:gd name="connsiteY29" fmla="*/ 461776 h 515513"/>
                <a:gd name="connsiteX30" fmla="*/ 502921 w 662560"/>
                <a:gd name="connsiteY30" fmla="*/ 433201 h 515513"/>
                <a:gd name="connsiteX31" fmla="*/ 600933 w 662560"/>
                <a:gd name="connsiteY31" fmla="*/ 352238 h 515513"/>
                <a:gd name="connsiteX32" fmla="*/ 651416 w 662560"/>
                <a:gd name="connsiteY32" fmla="*/ 253273 h 515513"/>
                <a:gd name="connsiteX33" fmla="*/ 663798 w 662560"/>
                <a:gd name="connsiteY33" fmla="*/ 55058 h 515513"/>
                <a:gd name="connsiteX34" fmla="*/ 647320 w 662560"/>
                <a:gd name="connsiteY34" fmla="*/ 14291 h 515513"/>
                <a:gd name="connsiteX35" fmla="*/ 310325 w 662560"/>
                <a:gd name="connsiteY35" fmla="*/ 461490 h 515513"/>
                <a:gd name="connsiteX36" fmla="*/ 300229 w 662560"/>
                <a:gd name="connsiteY36" fmla="*/ 471586 h 515513"/>
                <a:gd name="connsiteX37" fmla="*/ 229744 w 662560"/>
                <a:gd name="connsiteY37" fmla="*/ 471586 h 515513"/>
                <a:gd name="connsiteX38" fmla="*/ 219647 w 662560"/>
                <a:gd name="connsiteY38" fmla="*/ 461490 h 515513"/>
                <a:gd name="connsiteX39" fmla="*/ 190310 w 662560"/>
                <a:gd name="connsiteY39" fmla="*/ 399196 h 515513"/>
                <a:gd name="connsiteX40" fmla="*/ 92203 w 662560"/>
                <a:gd name="connsiteY40" fmla="*/ 318329 h 515513"/>
                <a:gd name="connsiteX41" fmla="*/ 57722 w 662560"/>
                <a:gd name="connsiteY41" fmla="*/ 250511 h 515513"/>
                <a:gd name="connsiteX42" fmla="*/ 45340 w 662560"/>
                <a:gd name="connsiteY42" fmla="*/ 52296 h 515513"/>
                <a:gd name="connsiteX43" fmla="*/ 47721 w 662560"/>
                <a:gd name="connsiteY43" fmla="*/ 46486 h 515513"/>
                <a:gd name="connsiteX44" fmla="*/ 52674 w 662560"/>
                <a:gd name="connsiteY44" fmla="*/ 44485 h 515513"/>
                <a:gd name="connsiteX45" fmla="*/ 53627 w 662560"/>
                <a:gd name="connsiteY45" fmla="*/ 44485 h 515513"/>
                <a:gd name="connsiteX46" fmla="*/ 77344 w 662560"/>
                <a:gd name="connsiteY46" fmla="*/ 66774 h 515513"/>
                <a:gd name="connsiteX47" fmla="*/ 93060 w 662560"/>
                <a:gd name="connsiteY47" fmla="*/ 145546 h 515513"/>
                <a:gd name="connsiteX48" fmla="*/ 121635 w 662560"/>
                <a:gd name="connsiteY48" fmla="*/ 201648 h 515513"/>
                <a:gd name="connsiteX49" fmla="*/ 134780 w 662560"/>
                <a:gd name="connsiteY49" fmla="*/ 268894 h 515513"/>
                <a:gd name="connsiteX50" fmla="*/ 190310 w 662560"/>
                <a:gd name="connsiteY50" fmla="*/ 324425 h 515513"/>
                <a:gd name="connsiteX51" fmla="*/ 221429 w 662560"/>
                <a:gd name="connsiteY51" fmla="*/ 324454 h 515513"/>
                <a:gd name="connsiteX52" fmla="*/ 221457 w 662560"/>
                <a:gd name="connsiteY52" fmla="*/ 324425 h 515513"/>
                <a:gd name="connsiteX53" fmla="*/ 221457 w 662560"/>
                <a:gd name="connsiteY53" fmla="*/ 293278 h 515513"/>
                <a:gd name="connsiteX54" fmla="*/ 165926 w 662560"/>
                <a:gd name="connsiteY54" fmla="*/ 237748 h 515513"/>
                <a:gd name="connsiteX55" fmla="*/ 165926 w 662560"/>
                <a:gd name="connsiteY55" fmla="*/ 213459 h 515513"/>
                <a:gd name="connsiteX56" fmla="*/ 165926 w 662560"/>
                <a:gd name="connsiteY56" fmla="*/ 213459 h 515513"/>
                <a:gd name="connsiteX57" fmla="*/ 177928 w 662560"/>
                <a:gd name="connsiteY57" fmla="*/ 208601 h 515513"/>
                <a:gd name="connsiteX58" fmla="*/ 190215 w 662560"/>
                <a:gd name="connsiteY58" fmla="*/ 213649 h 515513"/>
                <a:gd name="connsiteX59" fmla="*/ 299943 w 662560"/>
                <a:gd name="connsiteY59" fmla="*/ 324235 h 515513"/>
                <a:gd name="connsiteX60" fmla="*/ 310611 w 662560"/>
                <a:gd name="connsiteY60" fmla="*/ 350048 h 515513"/>
                <a:gd name="connsiteX61" fmla="*/ 607315 w 662560"/>
                <a:gd name="connsiteY61" fmla="*/ 250797 h 515513"/>
                <a:gd name="connsiteX62" fmla="*/ 572739 w 662560"/>
                <a:gd name="connsiteY62" fmla="*/ 318615 h 515513"/>
                <a:gd name="connsiteX63" fmla="*/ 474727 w 662560"/>
                <a:gd name="connsiteY63" fmla="*/ 399482 h 515513"/>
                <a:gd name="connsiteX64" fmla="*/ 445295 w 662560"/>
                <a:gd name="connsiteY64" fmla="*/ 461776 h 515513"/>
                <a:gd name="connsiteX65" fmla="*/ 435198 w 662560"/>
                <a:gd name="connsiteY65" fmla="*/ 471872 h 515513"/>
                <a:gd name="connsiteX66" fmla="*/ 364523 w 662560"/>
                <a:gd name="connsiteY66" fmla="*/ 471872 h 515513"/>
                <a:gd name="connsiteX67" fmla="*/ 354426 w 662560"/>
                <a:gd name="connsiteY67" fmla="*/ 461776 h 515513"/>
                <a:gd name="connsiteX68" fmla="*/ 354426 w 662560"/>
                <a:gd name="connsiteY68" fmla="*/ 350048 h 515513"/>
                <a:gd name="connsiteX69" fmla="*/ 365094 w 662560"/>
                <a:gd name="connsiteY69" fmla="*/ 324140 h 515513"/>
                <a:gd name="connsiteX70" fmla="*/ 474822 w 662560"/>
                <a:gd name="connsiteY70" fmla="*/ 213745 h 515513"/>
                <a:gd name="connsiteX71" fmla="*/ 487109 w 662560"/>
                <a:gd name="connsiteY71" fmla="*/ 208601 h 515513"/>
                <a:gd name="connsiteX72" fmla="*/ 487109 w 662560"/>
                <a:gd name="connsiteY72" fmla="*/ 208601 h 515513"/>
                <a:gd name="connsiteX73" fmla="*/ 499111 w 662560"/>
                <a:gd name="connsiteY73" fmla="*/ 213459 h 515513"/>
                <a:gd name="connsiteX74" fmla="*/ 499111 w 662560"/>
                <a:gd name="connsiteY74" fmla="*/ 213459 h 515513"/>
                <a:gd name="connsiteX75" fmla="*/ 503969 w 662560"/>
                <a:gd name="connsiteY75" fmla="*/ 225460 h 515513"/>
                <a:gd name="connsiteX76" fmla="*/ 498920 w 662560"/>
                <a:gd name="connsiteY76" fmla="*/ 237748 h 515513"/>
                <a:gd name="connsiteX77" fmla="*/ 443390 w 662560"/>
                <a:gd name="connsiteY77" fmla="*/ 293278 h 515513"/>
                <a:gd name="connsiteX78" fmla="*/ 443390 w 662560"/>
                <a:gd name="connsiteY78" fmla="*/ 324425 h 515513"/>
                <a:gd name="connsiteX79" fmla="*/ 474536 w 662560"/>
                <a:gd name="connsiteY79" fmla="*/ 324425 h 515513"/>
                <a:gd name="connsiteX80" fmla="*/ 530067 w 662560"/>
                <a:gd name="connsiteY80" fmla="*/ 268894 h 515513"/>
                <a:gd name="connsiteX81" fmla="*/ 543212 w 662560"/>
                <a:gd name="connsiteY81" fmla="*/ 201648 h 515513"/>
                <a:gd name="connsiteX82" fmla="*/ 571787 w 662560"/>
                <a:gd name="connsiteY82" fmla="*/ 145546 h 515513"/>
                <a:gd name="connsiteX83" fmla="*/ 587408 w 662560"/>
                <a:gd name="connsiteY83" fmla="*/ 66774 h 515513"/>
                <a:gd name="connsiteX84" fmla="*/ 611030 w 662560"/>
                <a:gd name="connsiteY84" fmla="*/ 44485 h 515513"/>
                <a:gd name="connsiteX85" fmla="*/ 617126 w 662560"/>
                <a:gd name="connsiteY85" fmla="*/ 46390 h 515513"/>
                <a:gd name="connsiteX86" fmla="*/ 619412 w 662560"/>
                <a:gd name="connsiteY86" fmla="*/ 52201 h 515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</a:cxnLst>
              <a:rect l="l" t="t" r="r" b="b"/>
              <a:pathLst>
                <a:path w="662560" h="515513">
                  <a:moveTo>
                    <a:pt x="647320" y="14291"/>
                  </a:moveTo>
                  <a:cubicBezTo>
                    <a:pt x="636138" y="3718"/>
                    <a:pt x="620745" y="-1196"/>
                    <a:pt x="605505" y="956"/>
                  </a:cubicBezTo>
                  <a:cubicBezTo>
                    <a:pt x="574977" y="4928"/>
                    <a:pt x="550384" y="27922"/>
                    <a:pt x="544355" y="58106"/>
                  </a:cubicBezTo>
                  <a:lnTo>
                    <a:pt x="528734" y="136973"/>
                  </a:lnTo>
                  <a:cubicBezTo>
                    <a:pt x="526324" y="149060"/>
                    <a:pt x="520885" y="160338"/>
                    <a:pt x="512922" y="169739"/>
                  </a:cubicBezTo>
                  <a:cubicBezTo>
                    <a:pt x="504835" y="165977"/>
                    <a:pt x="496025" y="164024"/>
                    <a:pt x="487109" y="164024"/>
                  </a:cubicBezTo>
                  <a:lnTo>
                    <a:pt x="487109" y="164024"/>
                  </a:lnTo>
                  <a:cubicBezTo>
                    <a:pt x="470774" y="164015"/>
                    <a:pt x="455124" y="170568"/>
                    <a:pt x="443675" y="182217"/>
                  </a:cubicBezTo>
                  <a:lnTo>
                    <a:pt x="333947" y="292612"/>
                  </a:lnTo>
                  <a:cubicBezTo>
                    <a:pt x="333376" y="293183"/>
                    <a:pt x="332995" y="293850"/>
                    <a:pt x="332519" y="294421"/>
                  </a:cubicBezTo>
                  <a:cubicBezTo>
                    <a:pt x="332042" y="294993"/>
                    <a:pt x="331566" y="293183"/>
                    <a:pt x="330995" y="292707"/>
                  </a:cubicBezTo>
                  <a:lnTo>
                    <a:pt x="221266" y="182122"/>
                  </a:lnTo>
                  <a:cubicBezTo>
                    <a:pt x="209761" y="170577"/>
                    <a:pt x="194139" y="164062"/>
                    <a:pt x="177833" y="164024"/>
                  </a:cubicBezTo>
                  <a:lnTo>
                    <a:pt x="177833" y="164024"/>
                  </a:lnTo>
                  <a:cubicBezTo>
                    <a:pt x="168917" y="164024"/>
                    <a:pt x="160107" y="165977"/>
                    <a:pt x="152020" y="169739"/>
                  </a:cubicBezTo>
                  <a:cubicBezTo>
                    <a:pt x="144095" y="160309"/>
                    <a:pt x="138656" y="149051"/>
                    <a:pt x="136208" y="136973"/>
                  </a:cubicBezTo>
                  <a:lnTo>
                    <a:pt x="120587" y="58106"/>
                  </a:lnTo>
                  <a:cubicBezTo>
                    <a:pt x="114558" y="27922"/>
                    <a:pt x="89965" y="4928"/>
                    <a:pt x="59437" y="956"/>
                  </a:cubicBezTo>
                  <a:cubicBezTo>
                    <a:pt x="44197" y="-1196"/>
                    <a:pt x="28804" y="3718"/>
                    <a:pt x="17622" y="14291"/>
                  </a:cubicBezTo>
                  <a:cubicBezTo>
                    <a:pt x="6411" y="24778"/>
                    <a:pt x="467" y="39732"/>
                    <a:pt x="1430" y="55058"/>
                  </a:cubicBezTo>
                  <a:lnTo>
                    <a:pt x="13717" y="253273"/>
                  </a:lnTo>
                  <a:cubicBezTo>
                    <a:pt x="16146" y="291821"/>
                    <a:pt x="34415" y="327645"/>
                    <a:pt x="64199" y="352238"/>
                  </a:cubicBezTo>
                  <a:lnTo>
                    <a:pt x="162307" y="433201"/>
                  </a:lnTo>
                  <a:cubicBezTo>
                    <a:pt x="170841" y="440221"/>
                    <a:pt x="175747" y="450727"/>
                    <a:pt x="175642" y="461776"/>
                  </a:cubicBezTo>
                  <a:cubicBezTo>
                    <a:pt x="175642" y="491675"/>
                    <a:pt x="199845" y="515916"/>
                    <a:pt x="229744" y="515973"/>
                  </a:cubicBezTo>
                  <a:lnTo>
                    <a:pt x="300420" y="515973"/>
                  </a:lnTo>
                  <a:cubicBezTo>
                    <a:pt x="312011" y="515916"/>
                    <a:pt x="323270" y="512106"/>
                    <a:pt x="332519" y="505115"/>
                  </a:cubicBezTo>
                  <a:cubicBezTo>
                    <a:pt x="341806" y="512096"/>
                    <a:pt x="353093" y="515906"/>
                    <a:pt x="364713" y="515973"/>
                  </a:cubicBezTo>
                  <a:lnTo>
                    <a:pt x="435389" y="515973"/>
                  </a:lnTo>
                  <a:cubicBezTo>
                    <a:pt x="465288" y="515916"/>
                    <a:pt x="489491" y="491675"/>
                    <a:pt x="489491" y="461776"/>
                  </a:cubicBezTo>
                  <a:cubicBezTo>
                    <a:pt x="489424" y="450708"/>
                    <a:pt x="494367" y="440211"/>
                    <a:pt x="502921" y="433201"/>
                  </a:cubicBezTo>
                  <a:lnTo>
                    <a:pt x="600933" y="352238"/>
                  </a:lnTo>
                  <a:cubicBezTo>
                    <a:pt x="630718" y="327645"/>
                    <a:pt x="648987" y="291821"/>
                    <a:pt x="651416" y="253273"/>
                  </a:cubicBezTo>
                  <a:lnTo>
                    <a:pt x="663798" y="55058"/>
                  </a:lnTo>
                  <a:cubicBezTo>
                    <a:pt x="664713" y="39685"/>
                    <a:pt x="658664" y="24712"/>
                    <a:pt x="647320" y="14291"/>
                  </a:cubicBezTo>
                  <a:close/>
                  <a:moveTo>
                    <a:pt x="310325" y="461490"/>
                  </a:moveTo>
                  <a:cubicBezTo>
                    <a:pt x="310325" y="467062"/>
                    <a:pt x="305801" y="471586"/>
                    <a:pt x="300229" y="471586"/>
                  </a:cubicBezTo>
                  <a:lnTo>
                    <a:pt x="229744" y="471586"/>
                  </a:lnTo>
                  <a:cubicBezTo>
                    <a:pt x="224191" y="471539"/>
                    <a:pt x="219695" y="467043"/>
                    <a:pt x="219647" y="461490"/>
                  </a:cubicBezTo>
                  <a:cubicBezTo>
                    <a:pt x="219695" y="437382"/>
                    <a:pt x="208922" y="414522"/>
                    <a:pt x="190310" y="399196"/>
                  </a:cubicBezTo>
                  <a:lnTo>
                    <a:pt x="92203" y="318329"/>
                  </a:lnTo>
                  <a:cubicBezTo>
                    <a:pt x="71838" y="301451"/>
                    <a:pt x="59361" y="276905"/>
                    <a:pt x="57722" y="250511"/>
                  </a:cubicBezTo>
                  <a:lnTo>
                    <a:pt x="45340" y="52296"/>
                  </a:lnTo>
                  <a:cubicBezTo>
                    <a:pt x="45207" y="50095"/>
                    <a:pt x="46083" y="47962"/>
                    <a:pt x="47721" y="46486"/>
                  </a:cubicBezTo>
                  <a:cubicBezTo>
                    <a:pt x="49064" y="45219"/>
                    <a:pt x="50826" y="44505"/>
                    <a:pt x="52674" y="44485"/>
                  </a:cubicBezTo>
                  <a:lnTo>
                    <a:pt x="53627" y="44485"/>
                  </a:lnTo>
                  <a:cubicBezTo>
                    <a:pt x="65523" y="46000"/>
                    <a:pt x="75096" y="55001"/>
                    <a:pt x="77344" y="66774"/>
                  </a:cubicBezTo>
                  <a:lnTo>
                    <a:pt x="93060" y="145546"/>
                  </a:lnTo>
                  <a:cubicBezTo>
                    <a:pt x="97213" y="166529"/>
                    <a:pt x="107110" y="185951"/>
                    <a:pt x="121635" y="201648"/>
                  </a:cubicBezTo>
                  <a:cubicBezTo>
                    <a:pt x="111977" y="224651"/>
                    <a:pt x="117168" y="251216"/>
                    <a:pt x="134780" y="268894"/>
                  </a:cubicBezTo>
                  <a:lnTo>
                    <a:pt x="190310" y="324425"/>
                  </a:lnTo>
                  <a:cubicBezTo>
                    <a:pt x="198892" y="333026"/>
                    <a:pt x="212827" y="333036"/>
                    <a:pt x="221429" y="324454"/>
                  </a:cubicBezTo>
                  <a:cubicBezTo>
                    <a:pt x="221438" y="324444"/>
                    <a:pt x="221448" y="324435"/>
                    <a:pt x="221457" y="324425"/>
                  </a:cubicBezTo>
                  <a:cubicBezTo>
                    <a:pt x="230020" y="315805"/>
                    <a:pt x="230020" y="301898"/>
                    <a:pt x="221457" y="293278"/>
                  </a:cubicBezTo>
                  <a:lnTo>
                    <a:pt x="165926" y="237748"/>
                  </a:lnTo>
                  <a:cubicBezTo>
                    <a:pt x="159307" y="231004"/>
                    <a:pt x="159307" y="220203"/>
                    <a:pt x="165926" y="213459"/>
                  </a:cubicBezTo>
                  <a:lnTo>
                    <a:pt x="165926" y="213459"/>
                  </a:lnTo>
                  <a:cubicBezTo>
                    <a:pt x="169136" y="210335"/>
                    <a:pt x="173442" y="208592"/>
                    <a:pt x="177928" y="208601"/>
                  </a:cubicBezTo>
                  <a:cubicBezTo>
                    <a:pt x="182538" y="208572"/>
                    <a:pt x="186958" y="210392"/>
                    <a:pt x="190215" y="213649"/>
                  </a:cubicBezTo>
                  <a:lnTo>
                    <a:pt x="299943" y="324235"/>
                  </a:lnTo>
                  <a:cubicBezTo>
                    <a:pt x="306811" y="331064"/>
                    <a:pt x="310649" y="340361"/>
                    <a:pt x="310611" y="350048"/>
                  </a:cubicBezTo>
                  <a:close/>
                  <a:moveTo>
                    <a:pt x="607315" y="250797"/>
                  </a:moveTo>
                  <a:cubicBezTo>
                    <a:pt x="605591" y="277191"/>
                    <a:pt x="593094" y="301718"/>
                    <a:pt x="572739" y="318615"/>
                  </a:cubicBezTo>
                  <a:lnTo>
                    <a:pt x="474727" y="399482"/>
                  </a:lnTo>
                  <a:cubicBezTo>
                    <a:pt x="456058" y="414770"/>
                    <a:pt x="445247" y="437639"/>
                    <a:pt x="445295" y="461776"/>
                  </a:cubicBezTo>
                  <a:cubicBezTo>
                    <a:pt x="445295" y="467348"/>
                    <a:pt x="440770" y="471872"/>
                    <a:pt x="435198" y="471872"/>
                  </a:cubicBezTo>
                  <a:lnTo>
                    <a:pt x="364523" y="471872"/>
                  </a:lnTo>
                  <a:cubicBezTo>
                    <a:pt x="358951" y="471872"/>
                    <a:pt x="354426" y="467348"/>
                    <a:pt x="354426" y="461776"/>
                  </a:cubicBezTo>
                  <a:lnTo>
                    <a:pt x="354426" y="350048"/>
                  </a:lnTo>
                  <a:cubicBezTo>
                    <a:pt x="354379" y="340332"/>
                    <a:pt x="358227" y="331007"/>
                    <a:pt x="365094" y="324140"/>
                  </a:cubicBezTo>
                  <a:lnTo>
                    <a:pt x="474822" y="213745"/>
                  </a:lnTo>
                  <a:cubicBezTo>
                    <a:pt x="478042" y="210430"/>
                    <a:pt x="482480" y="208563"/>
                    <a:pt x="487109" y="208601"/>
                  </a:cubicBezTo>
                  <a:lnTo>
                    <a:pt x="487109" y="208601"/>
                  </a:lnTo>
                  <a:cubicBezTo>
                    <a:pt x="491596" y="208592"/>
                    <a:pt x="495901" y="210335"/>
                    <a:pt x="499111" y="213459"/>
                  </a:cubicBezTo>
                  <a:lnTo>
                    <a:pt x="499111" y="213459"/>
                  </a:lnTo>
                  <a:cubicBezTo>
                    <a:pt x="502235" y="216669"/>
                    <a:pt x="503978" y="220974"/>
                    <a:pt x="503969" y="225460"/>
                  </a:cubicBezTo>
                  <a:cubicBezTo>
                    <a:pt x="503978" y="230061"/>
                    <a:pt x="502159" y="234480"/>
                    <a:pt x="498920" y="237748"/>
                  </a:cubicBezTo>
                  <a:lnTo>
                    <a:pt x="443390" y="293278"/>
                  </a:lnTo>
                  <a:cubicBezTo>
                    <a:pt x="434827" y="301898"/>
                    <a:pt x="434827" y="315805"/>
                    <a:pt x="443390" y="324425"/>
                  </a:cubicBezTo>
                  <a:cubicBezTo>
                    <a:pt x="452010" y="332988"/>
                    <a:pt x="465916" y="332988"/>
                    <a:pt x="474536" y="324425"/>
                  </a:cubicBezTo>
                  <a:lnTo>
                    <a:pt x="530067" y="268894"/>
                  </a:lnTo>
                  <a:cubicBezTo>
                    <a:pt x="547727" y="251245"/>
                    <a:pt x="552927" y="224651"/>
                    <a:pt x="543212" y="201648"/>
                  </a:cubicBezTo>
                  <a:cubicBezTo>
                    <a:pt x="557699" y="185922"/>
                    <a:pt x="567586" y="166510"/>
                    <a:pt x="571787" y="145546"/>
                  </a:cubicBezTo>
                  <a:lnTo>
                    <a:pt x="587408" y="66774"/>
                  </a:lnTo>
                  <a:cubicBezTo>
                    <a:pt x="589646" y="55029"/>
                    <a:pt x="599171" y="46038"/>
                    <a:pt x="611030" y="44485"/>
                  </a:cubicBezTo>
                  <a:cubicBezTo>
                    <a:pt x="613239" y="44247"/>
                    <a:pt x="615449" y="44933"/>
                    <a:pt x="617126" y="46390"/>
                  </a:cubicBezTo>
                  <a:cubicBezTo>
                    <a:pt x="618716" y="47886"/>
                    <a:pt x="619555" y="50019"/>
                    <a:pt x="619412" y="5220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66">
              <a:extLst>
                <a:ext uri="{FF2B5EF4-FFF2-40B4-BE49-F238E27FC236}">
                  <a16:creationId xmlns:a16="http://schemas.microsoft.com/office/drawing/2014/main" id="{842EE045-F4E0-C8DB-1F91-A61CA5A7A5B1}"/>
                </a:ext>
              </a:extLst>
            </p:cNvPr>
            <p:cNvSpPr/>
            <p:nvPr/>
          </p:nvSpPr>
          <p:spPr>
            <a:xfrm>
              <a:off x="10035920" y="7954066"/>
              <a:ext cx="374427" cy="374427"/>
            </a:xfrm>
            <a:custGeom>
              <a:avLst/>
              <a:gdLst>
                <a:gd name="connsiteX0" fmla="*/ 188495 w 374427"/>
                <a:gd name="connsiteY0" fmla="*/ 374887 h 374427"/>
                <a:gd name="connsiteX1" fmla="*/ 375756 w 374427"/>
                <a:gd name="connsiteY1" fmla="*/ 187625 h 374427"/>
                <a:gd name="connsiteX2" fmla="*/ 188495 w 374427"/>
                <a:gd name="connsiteY2" fmla="*/ 459 h 374427"/>
                <a:gd name="connsiteX3" fmla="*/ 1329 w 374427"/>
                <a:gd name="connsiteY3" fmla="*/ 187625 h 374427"/>
                <a:gd name="connsiteX4" fmla="*/ 188495 w 374427"/>
                <a:gd name="connsiteY4" fmla="*/ 374887 h 374427"/>
                <a:gd name="connsiteX5" fmla="*/ 188495 w 374427"/>
                <a:gd name="connsiteY5" fmla="*/ 44465 h 374427"/>
                <a:gd name="connsiteX6" fmla="*/ 331370 w 374427"/>
                <a:gd name="connsiteY6" fmla="*/ 187340 h 374427"/>
                <a:gd name="connsiteX7" fmla="*/ 188495 w 374427"/>
                <a:gd name="connsiteY7" fmla="*/ 330215 h 374427"/>
                <a:gd name="connsiteX8" fmla="*/ 45620 w 374427"/>
                <a:gd name="connsiteY8" fmla="*/ 187340 h 374427"/>
                <a:gd name="connsiteX9" fmla="*/ 188495 w 374427"/>
                <a:gd name="connsiteY9" fmla="*/ 44465 h 374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74427" h="374427">
                  <a:moveTo>
                    <a:pt x="188495" y="374887"/>
                  </a:moveTo>
                  <a:cubicBezTo>
                    <a:pt x="291870" y="374782"/>
                    <a:pt x="375652" y="291000"/>
                    <a:pt x="375756" y="187625"/>
                  </a:cubicBezTo>
                  <a:cubicBezTo>
                    <a:pt x="375652" y="84260"/>
                    <a:pt x="291860" y="507"/>
                    <a:pt x="188495" y="459"/>
                  </a:cubicBezTo>
                  <a:cubicBezTo>
                    <a:pt x="85168" y="564"/>
                    <a:pt x="1433" y="84298"/>
                    <a:pt x="1329" y="187625"/>
                  </a:cubicBezTo>
                  <a:cubicBezTo>
                    <a:pt x="1386" y="290991"/>
                    <a:pt x="85130" y="374782"/>
                    <a:pt x="188495" y="374887"/>
                  </a:cubicBezTo>
                  <a:close/>
                  <a:moveTo>
                    <a:pt x="188495" y="44465"/>
                  </a:moveTo>
                  <a:cubicBezTo>
                    <a:pt x="267295" y="44722"/>
                    <a:pt x="331113" y="108540"/>
                    <a:pt x="331370" y="187340"/>
                  </a:cubicBezTo>
                  <a:cubicBezTo>
                    <a:pt x="331113" y="266140"/>
                    <a:pt x="267295" y="329958"/>
                    <a:pt x="188495" y="330215"/>
                  </a:cubicBezTo>
                  <a:cubicBezTo>
                    <a:pt x="109590" y="330215"/>
                    <a:pt x="45620" y="266245"/>
                    <a:pt x="45620" y="187340"/>
                  </a:cubicBezTo>
                  <a:cubicBezTo>
                    <a:pt x="45620" y="108435"/>
                    <a:pt x="109590" y="44465"/>
                    <a:pt x="188495" y="4446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76">
              <a:extLst>
                <a:ext uri="{FF2B5EF4-FFF2-40B4-BE49-F238E27FC236}">
                  <a16:creationId xmlns:a16="http://schemas.microsoft.com/office/drawing/2014/main" id="{DF7FCF3A-4778-4A2A-FE4E-6693F27B3F41}"/>
                </a:ext>
              </a:extLst>
            </p:cNvPr>
            <p:cNvSpPr/>
            <p:nvPr/>
          </p:nvSpPr>
          <p:spPr>
            <a:xfrm>
              <a:off x="10157362" y="8026742"/>
              <a:ext cx="131923" cy="228885"/>
            </a:xfrm>
            <a:custGeom>
              <a:avLst/>
              <a:gdLst>
                <a:gd name="connsiteX0" fmla="*/ 67053 w 131923"/>
                <a:gd name="connsiteY0" fmla="*/ 137143 h 228885"/>
                <a:gd name="connsiteX1" fmla="*/ 89151 w 131923"/>
                <a:gd name="connsiteY1" fmla="*/ 152669 h 228885"/>
                <a:gd name="connsiteX2" fmla="*/ 67434 w 131923"/>
                <a:gd name="connsiteY2" fmla="*/ 168194 h 228885"/>
                <a:gd name="connsiteX3" fmla="*/ 66767 w 131923"/>
                <a:gd name="connsiteY3" fmla="*/ 168194 h 228885"/>
                <a:gd name="connsiteX4" fmla="*/ 46384 w 131923"/>
                <a:gd name="connsiteY4" fmla="*/ 157336 h 228885"/>
                <a:gd name="connsiteX5" fmla="*/ 17875 w 131923"/>
                <a:gd name="connsiteY5" fmla="*/ 145211 h 228885"/>
                <a:gd name="connsiteX6" fmla="*/ 17809 w 131923"/>
                <a:gd name="connsiteY6" fmla="*/ 145239 h 228885"/>
                <a:gd name="connsiteX7" fmla="*/ 5683 w 131923"/>
                <a:gd name="connsiteY7" fmla="*/ 173748 h 228885"/>
                <a:gd name="connsiteX8" fmla="*/ 5712 w 131923"/>
                <a:gd name="connsiteY8" fmla="*/ 173814 h 228885"/>
                <a:gd name="connsiteX9" fmla="*/ 45431 w 131923"/>
                <a:gd name="connsiteY9" fmla="*/ 208581 h 228885"/>
                <a:gd name="connsiteX10" fmla="*/ 67148 w 131923"/>
                <a:gd name="connsiteY10" fmla="*/ 229345 h 228885"/>
                <a:gd name="connsiteX11" fmla="*/ 88961 w 131923"/>
                <a:gd name="connsiteY11" fmla="*/ 208581 h 228885"/>
                <a:gd name="connsiteX12" fmla="*/ 133252 w 131923"/>
                <a:gd name="connsiteY12" fmla="*/ 152574 h 228885"/>
                <a:gd name="connsiteX13" fmla="*/ 67148 w 131923"/>
                <a:gd name="connsiteY13" fmla="*/ 92947 h 228885"/>
                <a:gd name="connsiteX14" fmla="*/ 45146 w 131923"/>
                <a:gd name="connsiteY14" fmla="*/ 77135 h 228885"/>
                <a:gd name="connsiteX15" fmla="*/ 66863 w 131923"/>
                <a:gd name="connsiteY15" fmla="*/ 61610 h 228885"/>
                <a:gd name="connsiteX16" fmla="*/ 67529 w 131923"/>
                <a:gd name="connsiteY16" fmla="*/ 61610 h 228885"/>
                <a:gd name="connsiteX17" fmla="*/ 88294 w 131923"/>
                <a:gd name="connsiteY17" fmla="*/ 72468 h 228885"/>
                <a:gd name="connsiteX18" fmla="*/ 116869 w 131923"/>
                <a:gd name="connsiteY18" fmla="*/ 84470 h 228885"/>
                <a:gd name="connsiteX19" fmla="*/ 128870 w 131923"/>
                <a:gd name="connsiteY19" fmla="*/ 55895 h 228885"/>
                <a:gd name="connsiteX20" fmla="*/ 89151 w 131923"/>
                <a:gd name="connsiteY20" fmla="*/ 21224 h 228885"/>
                <a:gd name="connsiteX21" fmla="*/ 67339 w 131923"/>
                <a:gd name="connsiteY21" fmla="*/ 459 h 228885"/>
                <a:gd name="connsiteX22" fmla="*/ 45622 w 131923"/>
                <a:gd name="connsiteY22" fmla="*/ 21224 h 228885"/>
                <a:gd name="connsiteX23" fmla="*/ 1331 w 131923"/>
                <a:gd name="connsiteY23" fmla="*/ 77231 h 228885"/>
                <a:gd name="connsiteX24" fmla="*/ 67053 w 131923"/>
                <a:gd name="connsiteY24" fmla="*/ 137143 h 228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31923" h="228885">
                  <a:moveTo>
                    <a:pt x="67053" y="137143"/>
                  </a:moveTo>
                  <a:cubicBezTo>
                    <a:pt x="79055" y="137143"/>
                    <a:pt x="89151" y="144287"/>
                    <a:pt x="89151" y="152669"/>
                  </a:cubicBezTo>
                  <a:cubicBezTo>
                    <a:pt x="89151" y="161051"/>
                    <a:pt x="80198" y="168099"/>
                    <a:pt x="67434" y="168194"/>
                  </a:cubicBezTo>
                  <a:lnTo>
                    <a:pt x="66767" y="168194"/>
                  </a:lnTo>
                  <a:cubicBezTo>
                    <a:pt x="58471" y="168718"/>
                    <a:pt x="50584" y="164518"/>
                    <a:pt x="46384" y="157336"/>
                  </a:cubicBezTo>
                  <a:cubicBezTo>
                    <a:pt x="41859" y="146115"/>
                    <a:pt x="29096" y="140686"/>
                    <a:pt x="17875" y="145211"/>
                  </a:cubicBezTo>
                  <a:cubicBezTo>
                    <a:pt x="17847" y="145220"/>
                    <a:pt x="17828" y="145230"/>
                    <a:pt x="17809" y="145239"/>
                  </a:cubicBezTo>
                  <a:cubicBezTo>
                    <a:pt x="6588" y="149764"/>
                    <a:pt x="1159" y="162527"/>
                    <a:pt x="5683" y="173748"/>
                  </a:cubicBezTo>
                  <a:cubicBezTo>
                    <a:pt x="5693" y="173776"/>
                    <a:pt x="5703" y="173795"/>
                    <a:pt x="5712" y="173814"/>
                  </a:cubicBezTo>
                  <a:cubicBezTo>
                    <a:pt x="13180" y="190692"/>
                    <a:pt x="27715" y="203418"/>
                    <a:pt x="45431" y="208581"/>
                  </a:cubicBezTo>
                  <a:cubicBezTo>
                    <a:pt x="45993" y="220182"/>
                    <a:pt x="55537" y="229307"/>
                    <a:pt x="67148" y="229345"/>
                  </a:cubicBezTo>
                  <a:cubicBezTo>
                    <a:pt x="78778" y="229307"/>
                    <a:pt x="88351" y="220191"/>
                    <a:pt x="88961" y="208581"/>
                  </a:cubicBezTo>
                  <a:cubicBezTo>
                    <a:pt x="114402" y="201627"/>
                    <a:pt x="132347" y="178929"/>
                    <a:pt x="133252" y="152574"/>
                  </a:cubicBezTo>
                  <a:cubicBezTo>
                    <a:pt x="133252" y="119712"/>
                    <a:pt x="103629" y="92947"/>
                    <a:pt x="67148" y="92947"/>
                  </a:cubicBezTo>
                  <a:cubicBezTo>
                    <a:pt x="55242" y="92947"/>
                    <a:pt x="45146" y="85708"/>
                    <a:pt x="45146" y="77135"/>
                  </a:cubicBezTo>
                  <a:cubicBezTo>
                    <a:pt x="45146" y="68563"/>
                    <a:pt x="54099" y="61705"/>
                    <a:pt x="66863" y="61610"/>
                  </a:cubicBezTo>
                  <a:lnTo>
                    <a:pt x="67529" y="61610"/>
                  </a:lnTo>
                  <a:cubicBezTo>
                    <a:pt x="75968" y="60914"/>
                    <a:pt x="84055" y="65143"/>
                    <a:pt x="88294" y="72468"/>
                  </a:cubicBezTo>
                  <a:cubicBezTo>
                    <a:pt x="92942" y="83593"/>
                    <a:pt x="105667" y="88937"/>
                    <a:pt x="116869" y="84470"/>
                  </a:cubicBezTo>
                  <a:cubicBezTo>
                    <a:pt x="127994" y="79822"/>
                    <a:pt x="133338" y="67096"/>
                    <a:pt x="128870" y="55895"/>
                  </a:cubicBezTo>
                  <a:cubicBezTo>
                    <a:pt x="121403" y="39035"/>
                    <a:pt x="106868" y="26348"/>
                    <a:pt x="89151" y="21224"/>
                  </a:cubicBezTo>
                  <a:cubicBezTo>
                    <a:pt x="88541" y="9613"/>
                    <a:pt x="78969" y="497"/>
                    <a:pt x="67339" y="459"/>
                  </a:cubicBezTo>
                  <a:cubicBezTo>
                    <a:pt x="55747" y="545"/>
                    <a:pt x="46222" y="9651"/>
                    <a:pt x="45622" y="21224"/>
                  </a:cubicBezTo>
                  <a:cubicBezTo>
                    <a:pt x="20181" y="28177"/>
                    <a:pt x="2235" y="50875"/>
                    <a:pt x="1331" y="77231"/>
                  </a:cubicBezTo>
                  <a:cubicBezTo>
                    <a:pt x="1045" y="110568"/>
                    <a:pt x="31144" y="137143"/>
                    <a:pt x="67053" y="13714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BF2586B6-85BE-D0DF-4BEA-B6D42C271963}"/>
              </a:ext>
            </a:extLst>
          </p:cNvPr>
          <p:cNvGrpSpPr/>
          <p:nvPr/>
        </p:nvGrpSpPr>
        <p:grpSpPr>
          <a:xfrm>
            <a:off x="5177405" y="3975770"/>
            <a:ext cx="549818" cy="541762"/>
            <a:chOff x="4416549" y="7764995"/>
            <a:chExt cx="704854" cy="706088"/>
          </a:xfrm>
        </p:grpSpPr>
        <p:sp>
          <p:nvSpPr>
            <p:cNvPr id="199" name="Freeform: Shape 177">
              <a:extLst>
                <a:ext uri="{FF2B5EF4-FFF2-40B4-BE49-F238E27FC236}">
                  <a16:creationId xmlns:a16="http://schemas.microsoft.com/office/drawing/2014/main" id="{0DCE597C-DA81-974D-A6CF-B95A61E38F49}"/>
                </a:ext>
              </a:extLst>
            </p:cNvPr>
            <p:cNvSpPr/>
            <p:nvPr/>
          </p:nvSpPr>
          <p:spPr>
            <a:xfrm>
              <a:off x="4416549" y="7764995"/>
              <a:ext cx="704854" cy="706088"/>
            </a:xfrm>
            <a:custGeom>
              <a:avLst/>
              <a:gdLst>
                <a:gd name="connsiteX0" fmla="*/ 649697 w 704854"/>
                <a:gd name="connsiteY0" fmla="*/ 359456 h 706088"/>
                <a:gd name="connsiteX1" fmla="*/ 468056 w 704854"/>
                <a:gd name="connsiteY1" fmla="*/ 177720 h 706088"/>
                <a:gd name="connsiteX2" fmla="*/ 515681 w 704854"/>
                <a:gd name="connsiteY2" fmla="*/ 83994 h 706088"/>
                <a:gd name="connsiteX3" fmla="*/ 506156 w 704854"/>
                <a:gd name="connsiteY3" fmla="*/ 18557 h 706088"/>
                <a:gd name="connsiteX4" fmla="*/ 420431 w 704854"/>
                <a:gd name="connsiteY4" fmla="*/ 18557 h 706088"/>
                <a:gd name="connsiteX5" fmla="*/ 397095 w 704854"/>
                <a:gd name="connsiteY5" fmla="*/ 17890 h 706088"/>
                <a:gd name="connsiteX6" fmla="*/ 311370 w 704854"/>
                <a:gd name="connsiteY6" fmla="*/ 17890 h 706088"/>
                <a:gd name="connsiteX7" fmla="*/ 288319 w 704854"/>
                <a:gd name="connsiteY7" fmla="*/ 17890 h 706088"/>
                <a:gd name="connsiteX8" fmla="*/ 202118 w 704854"/>
                <a:gd name="connsiteY8" fmla="*/ 17890 h 706088"/>
                <a:gd name="connsiteX9" fmla="*/ 192593 w 704854"/>
                <a:gd name="connsiteY9" fmla="*/ 82470 h 706088"/>
                <a:gd name="connsiteX10" fmla="*/ 240218 w 704854"/>
                <a:gd name="connsiteY10" fmla="*/ 177053 h 706088"/>
                <a:gd name="connsiteX11" fmla="*/ 58576 w 704854"/>
                <a:gd name="connsiteY11" fmla="*/ 358790 h 706088"/>
                <a:gd name="connsiteX12" fmla="*/ 1331 w 704854"/>
                <a:gd name="connsiteY12" fmla="*/ 496140 h 706088"/>
                <a:gd name="connsiteX13" fmla="*/ 211547 w 704854"/>
                <a:gd name="connsiteY13" fmla="*/ 706547 h 706088"/>
                <a:gd name="connsiteX14" fmla="*/ 495964 w 704854"/>
                <a:gd name="connsiteY14" fmla="*/ 706547 h 706088"/>
                <a:gd name="connsiteX15" fmla="*/ 706181 w 704854"/>
                <a:gd name="connsiteY15" fmla="*/ 496140 h 706088"/>
                <a:gd name="connsiteX16" fmla="*/ 649697 w 704854"/>
                <a:gd name="connsiteY16" fmla="*/ 359456 h 706088"/>
                <a:gd name="connsiteX17" fmla="*/ 232502 w 704854"/>
                <a:gd name="connsiteY17" fmla="*/ 49703 h 706088"/>
                <a:gd name="connsiteX18" fmla="*/ 257553 w 704854"/>
                <a:gd name="connsiteY18" fmla="*/ 51228 h 706088"/>
                <a:gd name="connsiteX19" fmla="*/ 341469 w 704854"/>
                <a:gd name="connsiteY19" fmla="*/ 49989 h 706088"/>
                <a:gd name="connsiteX20" fmla="*/ 365757 w 704854"/>
                <a:gd name="connsiteY20" fmla="*/ 49989 h 706088"/>
                <a:gd name="connsiteX21" fmla="*/ 449958 w 704854"/>
                <a:gd name="connsiteY21" fmla="*/ 51513 h 706088"/>
                <a:gd name="connsiteX22" fmla="*/ 475009 w 704854"/>
                <a:gd name="connsiteY22" fmla="*/ 49989 h 706088"/>
                <a:gd name="connsiteX23" fmla="*/ 476343 w 704854"/>
                <a:gd name="connsiteY23" fmla="*/ 63610 h 706088"/>
                <a:gd name="connsiteX24" fmla="*/ 427670 w 704854"/>
                <a:gd name="connsiteY24" fmla="*/ 160289 h 706088"/>
                <a:gd name="connsiteX25" fmla="*/ 279842 w 704854"/>
                <a:gd name="connsiteY25" fmla="*/ 160289 h 706088"/>
                <a:gd name="connsiteX26" fmla="*/ 230693 w 704854"/>
                <a:gd name="connsiteY26" fmla="*/ 62753 h 706088"/>
                <a:gd name="connsiteX27" fmla="*/ 232502 w 704854"/>
                <a:gd name="connsiteY27" fmla="*/ 49703 h 706088"/>
                <a:gd name="connsiteX28" fmla="*/ 495964 w 704854"/>
                <a:gd name="connsiteY28" fmla="*/ 662066 h 706088"/>
                <a:gd name="connsiteX29" fmla="*/ 211547 w 704854"/>
                <a:gd name="connsiteY29" fmla="*/ 662066 h 706088"/>
                <a:gd name="connsiteX30" fmla="*/ 45431 w 704854"/>
                <a:gd name="connsiteY30" fmla="*/ 496140 h 706088"/>
                <a:gd name="connsiteX31" fmla="*/ 88961 w 704854"/>
                <a:gd name="connsiteY31" fmla="*/ 391365 h 706088"/>
                <a:gd name="connsiteX32" fmla="*/ 275460 w 704854"/>
                <a:gd name="connsiteY32" fmla="*/ 204770 h 706088"/>
                <a:gd name="connsiteX33" fmla="*/ 432051 w 704854"/>
                <a:gd name="connsiteY33" fmla="*/ 204770 h 706088"/>
                <a:gd name="connsiteX34" fmla="*/ 618932 w 704854"/>
                <a:gd name="connsiteY34" fmla="*/ 390603 h 706088"/>
                <a:gd name="connsiteX35" fmla="*/ 662557 w 704854"/>
                <a:gd name="connsiteY35" fmla="*/ 495378 h 706088"/>
                <a:gd name="connsiteX36" fmla="*/ 496440 w 704854"/>
                <a:gd name="connsiteY36" fmla="*/ 662066 h 706088"/>
                <a:gd name="connsiteX37" fmla="*/ 495964 w 704854"/>
                <a:gd name="connsiteY37" fmla="*/ 662066 h 706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704854" h="706088">
                  <a:moveTo>
                    <a:pt x="649697" y="359456"/>
                  </a:moveTo>
                  <a:lnTo>
                    <a:pt x="468056" y="177720"/>
                  </a:lnTo>
                  <a:lnTo>
                    <a:pt x="515681" y="83994"/>
                  </a:lnTo>
                  <a:cubicBezTo>
                    <a:pt x="527454" y="62495"/>
                    <a:pt x="523567" y="35806"/>
                    <a:pt x="506156" y="18557"/>
                  </a:cubicBezTo>
                  <a:cubicBezTo>
                    <a:pt x="482181" y="-4380"/>
                    <a:pt x="444405" y="-4380"/>
                    <a:pt x="420431" y="18557"/>
                  </a:cubicBezTo>
                  <a:cubicBezTo>
                    <a:pt x="413630" y="24348"/>
                    <a:pt x="403553" y="24062"/>
                    <a:pt x="397095" y="17890"/>
                  </a:cubicBezTo>
                  <a:cubicBezTo>
                    <a:pt x="372968" y="-4665"/>
                    <a:pt x="335496" y="-4665"/>
                    <a:pt x="311370" y="17890"/>
                  </a:cubicBezTo>
                  <a:cubicBezTo>
                    <a:pt x="304750" y="23614"/>
                    <a:pt x="294939" y="23614"/>
                    <a:pt x="288319" y="17890"/>
                  </a:cubicBezTo>
                  <a:cubicBezTo>
                    <a:pt x="264288" y="-5351"/>
                    <a:pt x="226149" y="-5351"/>
                    <a:pt x="202118" y="17890"/>
                  </a:cubicBezTo>
                  <a:cubicBezTo>
                    <a:pt x="185030" y="34949"/>
                    <a:pt x="181163" y="61200"/>
                    <a:pt x="192593" y="82470"/>
                  </a:cubicBezTo>
                  <a:lnTo>
                    <a:pt x="240218" y="177053"/>
                  </a:lnTo>
                  <a:lnTo>
                    <a:pt x="58576" y="358790"/>
                  </a:lnTo>
                  <a:cubicBezTo>
                    <a:pt x="21733" y="394966"/>
                    <a:pt x="1093" y="444505"/>
                    <a:pt x="1331" y="496140"/>
                  </a:cubicBezTo>
                  <a:cubicBezTo>
                    <a:pt x="1378" y="612250"/>
                    <a:pt x="95438" y="706386"/>
                    <a:pt x="211547" y="706547"/>
                  </a:cubicBezTo>
                  <a:lnTo>
                    <a:pt x="495964" y="706547"/>
                  </a:lnTo>
                  <a:cubicBezTo>
                    <a:pt x="612074" y="706386"/>
                    <a:pt x="706133" y="612250"/>
                    <a:pt x="706181" y="496140"/>
                  </a:cubicBezTo>
                  <a:cubicBezTo>
                    <a:pt x="706447" y="444848"/>
                    <a:pt x="686093" y="395604"/>
                    <a:pt x="649697" y="359456"/>
                  </a:cubicBezTo>
                  <a:close/>
                  <a:moveTo>
                    <a:pt x="232502" y="49703"/>
                  </a:moveTo>
                  <a:cubicBezTo>
                    <a:pt x="239894" y="43350"/>
                    <a:pt x="250990" y="44027"/>
                    <a:pt x="257553" y="51228"/>
                  </a:cubicBezTo>
                  <a:cubicBezTo>
                    <a:pt x="281823" y="72059"/>
                    <a:pt x="317818" y="71535"/>
                    <a:pt x="341469" y="49989"/>
                  </a:cubicBezTo>
                  <a:cubicBezTo>
                    <a:pt x="348345" y="43703"/>
                    <a:pt x="358880" y="43703"/>
                    <a:pt x="365757" y="49989"/>
                  </a:cubicBezTo>
                  <a:cubicBezTo>
                    <a:pt x="389303" y="71954"/>
                    <a:pt x="425631" y="72611"/>
                    <a:pt x="449958" y="51513"/>
                  </a:cubicBezTo>
                  <a:cubicBezTo>
                    <a:pt x="456521" y="44312"/>
                    <a:pt x="467627" y="43636"/>
                    <a:pt x="475009" y="49989"/>
                  </a:cubicBezTo>
                  <a:cubicBezTo>
                    <a:pt x="478514" y="53685"/>
                    <a:pt x="479067" y="59295"/>
                    <a:pt x="476343" y="63610"/>
                  </a:cubicBezTo>
                  <a:lnTo>
                    <a:pt x="427670" y="160289"/>
                  </a:lnTo>
                  <a:lnTo>
                    <a:pt x="279842" y="160289"/>
                  </a:lnTo>
                  <a:lnTo>
                    <a:pt x="230693" y="62753"/>
                  </a:lnTo>
                  <a:cubicBezTo>
                    <a:pt x="228283" y="58495"/>
                    <a:pt x="229026" y="53152"/>
                    <a:pt x="232502" y="49703"/>
                  </a:cubicBezTo>
                  <a:close/>
                  <a:moveTo>
                    <a:pt x="495964" y="662066"/>
                  </a:moveTo>
                  <a:lnTo>
                    <a:pt x="211547" y="662066"/>
                  </a:lnTo>
                  <a:cubicBezTo>
                    <a:pt x="119945" y="661913"/>
                    <a:pt x="45698" y="587742"/>
                    <a:pt x="45431" y="496140"/>
                  </a:cubicBezTo>
                  <a:cubicBezTo>
                    <a:pt x="45422" y="456812"/>
                    <a:pt x="61081" y="419102"/>
                    <a:pt x="88961" y="391365"/>
                  </a:cubicBezTo>
                  <a:lnTo>
                    <a:pt x="275460" y="204770"/>
                  </a:lnTo>
                  <a:lnTo>
                    <a:pt x="432051" y="204770"/>
                  </a:lnTo>
                  <a:lnTo>
                    <a:pt x="618932" y="390603"/>
                  </a:lnTo>
                  <a:cubicBezTo>
                    <a:pt x="646831" y="418330"/>
                    <a:pt x="662537" y="456040"/>
                    <a:pt x="662557" y="495378"/>
                  </a:cubicBezTo>
                  <a:cubicBezTo>
                    <a:pt x="662718" y="587275"/>
                    <a:pt x="588338" y="661904"/>
                    <a:pt x="496440" y="662066"/>
                  </a:cubicBezTo>
                  <a:cubicBezTo>
                    <a:pt x="496278" y="662066"/>
                    <a:pt x="496126" y="662066"/>
                    <a:pt x="495964" y="662066"/>
                  </a:cubicBez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78">
              <a:extLst>
                <a:ext uri="{FF2B5EF4-FFF2-40B4-BE49-F238E27FC236}">
                  <a16:creationId xmlns:a16="http://schemas.microsoft.com/office/drawing/2014/main" id="{A3DE29FD-B960-A0AF-0C2C-52514ABDB16F}"/>
                </a:ext>
              </a:extLst>
            </p:cNvPr>
            <p:cNvSpPr/>
            <p:nvPr/>
          </p:nvSpPr>
          <p:spPr>
            <a:xfrm>
              <a:off x="4504277" y="8180237"/>
              <a:ext cx="144118" cy="202644"/>
            </a:xfrm>
            <a:custGeom>
              <a:avLst/>
              <a:gdLst>
                <a:gd name="connsiteX0" fmla="*/ 123820 w 144118"/>
                <a:gd name="connsiteY0" fmla="*/ 158717 h 202644"/>
                <a:gd name="connsiteX1" fmla="*/ 45429 w 144118"/>
                <a:gd name="connsiteY1" fmla="*/ 80898 h 202644"/>
                <a:gd name="connsiteX2" fmla="*/ 45429 w 144118"/>
                <a:gd name="connsiteY2" fmla="*/ 80898 h 202644"/>
                <a:gd name="connsiteX3" fmla="*/ 63146 w 144118"/>
                <a:gd name="connsiteY3" fmla="*/ 38131 h 202644"/>
                <a:gd name="connsiteX4" fmla="*/ 63146 w 144118"/>
                <a:gd name="connsiteY4" fmla="*/ 6889 h 202644"/>
                <a:gd name="connsiteX5" fmla="*/ 31904 w 144118"/>
                <a:gd name="connsiteY5" fmla="*/ 6889 h 202644"/>
                <a:gd name="connsiteX6" fmla="*/ 1329 w 144118"/>
                <a:gd name="connsiteY6" fmla="*/ 80898 h 202644"/>
                <a:gd name="connsiteX7" fmla="*/ 123439 w 144118"/>
                <a:gd name="connsiteY7" fmla="*/ 203104 h 202644"/>
                <a:gd name="connsiteX8" fmla="*/ 145442 w 144118"/>
                <a:gd name="connsiteY8" fmla="*/ 181292 h 202644"/>
                <a:gd name="connsiteX9" fmla="*/ 145442 w 144118"/>
                <a:gd name="connsiteY9" fmla="*/ 181101 h 202644"/>
                <a:gd name="connsiteX10" fmla="*/ 124020 w 144118"/>
                <a:gd name="connsiteY10" fmla="*/ 158717 h 202644"/>
                <a:gd name="connsiteX11" fmla="*/ 123820 w 144118"/>
                <a:gd name="connsiteY11" fmla="*/ 158717 h 202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4118" h="202644">
                  <a:moveTo>
                    <a:pt x="123820" y="158717"/>
                  </a:moveTo>
                  <a:cubicBezTo>
                    <a:pt x="80681" y="158879"/>
                    <a:pt x="45592" y="124037"/>
                    <a:pt x="45429" y="80898"/>
                  </a:cubicBezTo>
                  <a:cubicBezTo>
                    <a:pt x="45429" y="80898"/>
                    <a:pt x="45429" y="80898"/>
                    <a:pt x="45429" y="80898"/>
                  </a:cubicBezTo>
                  <a:cubicBezTo>
                    <a:pt x="45439" y="64858"/>
                    <a:pt x="51811" y="49475"/>
                    <a:pt x="63146" y="38131"/>
                  </a:cubicBezTo>
                  <a:cubicBezTo>
                    <a:pt x="71718" y="29482"/>
                    <a:pt x="71718" y="15537"/>
                    <a:pt x="63146" y="6889"/>
                  </a:cubicBezTo>
                  <a:cubicBezTo>
                    <a:pt x="54497" y="-1684"/>
                    <a:pt x="40552" y="-1684"/>
                    <a:pt x="31904" y="6889"/>
                  </a:cubicBezTo>
                  <a:cubicBezTo>
                    <a:pt x="12396" y="26586"/>
                    <a:pt x="1415" y="53171"/>
                    <a:pt x="1329" y="80898"/>
                  </a:cubicBezTo>
                  <a:cubicBezTo>
                    <a:pt x="1376" y="148335"/>
                    <a:pt x="56002" y="202999"/>
                    <a:pt x="123439" y="203104"/>
                  </a:cubicBezTo>
                  <a:cubicBezTo>
                    <a:pt x="135536" y="203161"/>
                    <a:pt x="145385" y="193388"/>
                    <a:pt x="145442" y="181292"/>
                  </a:cubicBezTo>
                  <a:cubicBezTo>
                    <a:pt x="145442" y="181225"/>
                    <a:pt x="145442" y="181168"/>
                    <a:pt x="145442" y="181101"/>
                  </a:cubicBezTo>
                  <a:cubicBezTo>
                    <a:pt x="145709" y="169004"/>
                    <a:pt x="136117" y="158984"/>
                    <a:pt x="124020" y="158717"/>
                  </a:cubicBezTo>
                  <a:cubicBezTo>
                    <a:pt x="123954" y="158717"/>
                    <a:pt x="123887" y="158717"/>
                    <a:pt x="123820" y="158717"/>
                  </a:cubicBez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185">
              <a:extLst>
                <a:ext uri="{FF2B5EF4-FFF2-40B4-BE49-F238E27FC236}">
                  <a16:creationId xmlns:a16="http://schemas.microsoft.com/office/drawing/2014/main" id="{F41F50C0-D475-D9A5-B79C-18325BF49AC1}"/>
                </a:ext>
              </a:extLst>
            </p:cNvPr>
            <p:cNvSpPr/>
            <p:nvPr/>
          </p:nvSpPr>
          <p:spPr>
            <a:xfrm>
              <a:off x="4889182" y="8180045"/>
              <a:ext cx="144112" cy="202455"/>
            </a:xfrm>
            <a:custGeom>
              <a:avLst/>
              <a:gdLst>
                <a:gd name="connsiteX0" fmla="*/ 83624 w 144112"/>
                <a:gd name="connsiteY0" fmla="*/ 6700 h 202455"/>
                <a:gd name="connsiteX1" fmla="*/ 83624 w 144112"/>
                <a:gd name="connsiteY1" fmla="*/ 37942 h 202455"/>
                <a:gd name="connsiteX2" fmla="*/ 101436 w 144112"/>
                <a:gd name="connsiteY2" fmla="*/ 80709 h 202455"/>
                <a:gd name="connsiteX3" fmla="*/ 23332 w 144112"/>
                <a:gd name="connsiteY3" fmla="*/ 158909 h 202455"/>
                <a:gd name="connsiteX4" fmla="*/ 1329 w 144112"/>
                <a:gd name="connsiteY4" fmla="*/ 180721 h 202455"/>
                <a:gd name="connsiteX5" fmla="*/ 1329 w 144112"/>
                <a:gd name="connsiteY5" fmla="*/ 180912 h 202455"/>
                <a:gd name="connsiteX6" fmla="*/ 23141 w 144112"/>
                <a:gd name="connsiteY6" fmla="*/ 202915 h 202455"/>
                <a:gd name="connsiteX7" fmla="*/ 23332 w 144112"/>
                <a:gd name="connsiteY7" fmla="*/ 202915 h 202455"/>
                <a:gd name="connsiteX8" fmla="*/ 145441 w 144112"/>
                <a:gd name="connsiteY8" fmla="*/ 81090 h 202455"/>
                <a:gd name="connsiteX9" fmla="*/ 114867 w 144112"/>
                <a:gd name="connsiteY9" fmla="*/ 7081 h 202455"/>
                <a:gd name="connsiteX10" fmla="*/ 83624 w 144112"/>
                <a:gd name="connsiteY10" fmla="*/ 6700 h 202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4112" h="202455">
                  <a:moveTo>
                    <a:pt x="83624" y="6700"/>
                  </a:moveTo>
                  <a:cubicBezTo>
                    <a:pt x="75052" y="15348"/>
                    <a:pt x="75052" y="29293"/>
                    <a:pt x="83624" y="37942"/>
                  </a:cubicBezTo>
                  <a:cubicBezTo>
                    <a:pt x="94988" y="49277"/>
                    <a:pt x="101388" y="64659"/>
                    <a:pt x="101436" y="80709"/>
                  </a:cubicBezTo>
                  <a:cubicBezTo>
                    <a:pt x="101436" y="123857"/>
                    <a:pt x="66479" y="158852"/>
                    <a:pt x="23332" y="158909"/>
                  </a:cubicBezTo>
                  <a:cubicBezTo>
                    <a:pt x="11235" y="158852"/>
                    <a:pt x="1386" y="168625"/>
                    <a:pt x="1329" y="180721"/>
                  </a:cubicBezTo>
                  <a:cubicBezTo>
                    <a:pt x="1329" y="180788"/>
                    <a:pt x="1329" y="180845"/>
                    <a:pt x="1329" y="180912"/>
                  </a:cubicBezTo>
                  <a:cubicBezTo>
                    <a:pt x="1271" y="193009"/>
                    <a:pt x="11044" y="202858"/>
                    <a:pt x="23141" y="202915"/>
                  </a:cubicBezTo>
                  <a:cubicBezTo>
                    <a:pt x="23208" y="202915"/>
                    <a:pt x="23265" y="202915"/>
                    <a:pt x="23332" y="202915"/>
                  </a:cubicBezTo>
                  <a:cubicBezTo>
                    <a:pt x="90616" y="202810"/>
                    <a:pt x="145175" y="148375"/>
                    <a:pt x="145441" y="81090"/>
                  </a:cubicBezTo>
                  <a:cubicBezTo>
                    <a:pt x="145356" y="53363"/>
                    <a:pt x="134374" y="26779"/>
                    <a:pt x="114867" y="7081"/>
                  </a:cubicBezTo>
                  <a:cubicBezTo>
                    <a:pt x="106322" y="-1596"/>
                    <a:pt x="92378" y="-1768"/>
                    <a:pt x="83624" y="6700"/>
                  </a:cubicBez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186">
              <a:extLst>
                <a:ext uri="{FF2B5EF4-FFF2-40B4-BE49-F238E27FC236}">
                  <a16:creationId xmlns:a16="http://schemas.microsoft.com/office/drawing/2014/main" id="{33A678BB-49BA-D48E-3CC3-5098D262A129}"/>
                </a:ext>
              </a:extLst>
            </p:cNvPr>
            <p:cNvSpPr/>
            <p:nvPr/>
          </p:nvSpPr>
          <p:spPr>
            <a:xfrm>
              <a:off x="4694396" y="8048173"/>
              <a:ext cx="149161" cy="298894"/>
            </a:xfrm>
            <a:custGeom>
              <a:avLst/>
              <a:gdLst>
                <a:gd name="connsiteX0" fmla="*/ 76576 w 149161"/>
                <a:gd name="connsiteY0" fmla="*/ 78755 h 298894"/>
                <a:gd name="connsiteX1" fmla="*/ 106484 w 149161"/>
                <a:gd name="connsiteY1" fmla="*/ 95424 h 298894"/>
                <a:gd name="connsiteX2" fmla="*/ 128487 w 149161"/>
                <a:gd name="connsiteY2" fmla="*/ 117426 h 298894"/>
                <a:gd name="connsiteX3" fmla="*/ 150490 w 149161"/>
                <a:gd name="connsiteY3" fmla="*/ 95424 h 298894"/>
                <a:gd name="connsiteX4" fmla="*/ 103818 w 149161"/>
                <a:gd name="connsiteY4" fmla="*/ 37797 h 298894"/>
                <a:gd name="connsiteX5" fmla="*/ 103818 w 149161"/>
                <a:gd name="connsiteY5" fmla="*/ 22462 h 298894"/>
                <a:gd name="connsiteX6" fmla="*/ 82005 w 149161"/>
                <a:gd name="connsiteY6" fmla="*/ 459 h 298894"/>
                <a:gd name="connsiteX7" fmla="*/ 81815 w 149161"/>
                <a:gd name="connsiteY7" fmla="*/ 459 h 298894"/>
                <a:gd name="connsiteX8" fmla="*/ 59812 w 149161"/>
                <a:gd name="connsiteY8" fmla="*/ 22462 h 298894"/>
                <a:gd name="connsiteX9" fmla="*/ 59812 w 149161"/>
                <a:gd name="connsiteY9" fmla="*/ 38083 h 298894"/>
                <a:gd name="connsiteX10" fmla="*/ 23045 w 149161"/>
                <a:gd name="connsiteY10" fmla="*/ 72564 h 298894"/>
                <a:gd name="connsiteX11" fmla="*/ 34190 w 149161"/>
                <a:gd name="connsiteY11" fmla="*/ 127237 h 298894"/>
                <a:gd name="connsiteX12" fmla="*/ 99341 w 149161"/>
                <a:gd name="connsiteY12" fmla="*/ 199913 h 298894"/>
                <a:gd name="connsiteX13" fmla="*/ 102484 w 149161"/>
                <a:gd name="connsiteY13" fmla="*/ 207628 h 298894"/>
                <a:gd name="connsiteX14" fmla="*/ 99531 w 149161"/>
                <a:gd name="connsiteY14" fmla="*/ 213152 h 298894"/>
                <a:gd name="connsiteX15" fmla="*/ 75909 w 149161"/>
                <a:gd name="connsiteY15" fmla="*/ 221439 h 298894"/>
                <a:gd name="connsiteX16" fmla="*/ 45334 w 149161"/>
                <a:gd name="connsiteY16" fmla="*/ 199436 h 298894"/>
                <a:gd name="connsiteX17" fmla="*/ 23427 w 149161"/>
                <a:gd name="connsiteY17" fmla="*/ 177339 h 298894"/>
                <a:gd name="connsiteX18" fmla="*/ 23331 w 149161"/>
                <a:gd name="connsiteY18" fmla="*/ 177339 h 298894"/>
                <a:gd name="connsiteX19" fmla="*/ 1329 w 149161"/>
                <a:gd name="connsiteY19" fmla="*/ 199436 h 298894"/>
                <a:gd name="connsiteX20" fmla="*/ 59812 w 149161"/>
                <a:gd name="connsiteY20" fmla="*/ 263825 h 298894"/>
                <a:gd name="connsiteX21" fmla="*/ 59812 w 149161"/>
                <a:gd name="connsiteY21" fmla="*/ 277256 h 298894"/>
                <a:gd name="connsiteX22" fmla="*/ 81815 w 149161"/>
                <a:gd name="connsiteY22" fmla="*/ 299354 h 298894"/>
                <a:gd name="connsiteX23" fmla="*/ 103818 w 149161"/>
                <a:gd name="connsiteY23" fmla="*/ 277351 h 298894"/>
                <a:gd name="connsiteX24" fmla="*/ 103818 w 149161"/>
                <a:gd name="connsiteY24" fmla="*/ 277256 h 298894"/>
                <a:gd name="connsiteX25" fmla="*/ 103818 w 149161"/>
                <a:gd name="connsiteY25" fmla="*/ 260587 h 298894"/>
                <a:gd name="connsiteX26" fmla="*/ 128678 w 149161"/>
                <a:gd name="connsiteY26" fmla="*/ 246109 h 298894"/>
                <a:gd name="connsiteX27" fmla="*/ 146489 w 149161"/>
                <a:gd name="connsiteY27" fmla="*/ 210009 h 298894"/>
                <a:gd name="connsiteX28" fmla="*/ 132107 w 149161"/>
                <a:gd name="connsiteY28" fmla="*/ 170385 h 298894"/>
                <a:gd name="connsiteX29" fmla="*/ 66955 w 149161"/>
                <a:gd name="connsiteY29" fmla="*/ 97709 h 298894"/>
                <a:gd name="connsiteX30" fmla="*/ 64479 w 149161"/>
                <a:gd name="connsiteY30" fmla="*/ 87232 h 298894"/>
                <a:gd name="connsiteX31" fmla="*/ 76576 w 149161"/>
                <a:gd name="connsiteY31" fmla="*/ 78755 h 298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9161" h="298894">
                  <a:moveTo>
                    <a:pt x="76576" y="78755"/>
                  </a:moveTo>
                  <a:cubicBezTo>
                    <a:pt x="90578" y="76564"/>
                    <a:pt x="106484" y="85041"/>
                    <a:pt x="106484" y="95424"/>
                  </a:cubicBezTo>
                  <a:cubicBezTo>
                    <a:pt x="106484" y="107577"/>
                    <a:pt x="116333" y="117426"/>
                    <a:pt x="128487" y="117426"/>
                  </a:cubicBezTo>
                  <a:cubicBezTo>
                    <a:pt x="140612" y="117379"/>
                    <a:pt x="150433" y="107558"/>
                    <a:pt x="150490" y="95424"/>
                  </a:cubicBezTo>
                  <a:cubicBezTo>
                    <a:pt x="149394" y="68001"/>
                    <a:pt x="130411" y="44560"/>
                    <a:pt x="103818" y="37797"/>
                  </a:cubicBezTo>
                  <a:lnTo>
                    <a:pt x="103818" y="22462"/>
                  </a:lnTo>
                  <a:cubicBezTo>
                    <a:pt x="103875" y="10365"/>
                    <a:pt x="94102" y="517"/>
                    <a:pt x="82005" y="459"/>
                  </a:cubicBezTo>
                  <a:cubicBezTo>
                    <a:pt x="81939" y="459"/>
                    <a:pt x="81881" y="459"/>
                    <a:pt x="81815" y="459"/>
                  </a:cubicBezTo>
                  <a:cubicBezTo>
                    <a:pt x="69661" y="459"/>
                    <a:pt x="59812" y="10308"/>
                    <a:pt x="59812" y="22462"/>
                  </a:cubicBezTo>
                  <a:lnTo>
                    <a:pt x="59812" y="38083"/>
                  </a:lnTo>
                  <a:cubicBezTo>
                    <a:pt x="42791" y="43112"/>
                    <a:pt x="29161" y="55904"/>
                    <a:pt x="23045" y="72564"/>
                  </a:cubicBezTo>
                  <a:cubicBezTo>
                    <a:pt x="16283" y="91442"/>
                    <a:pt x="20579" y="112511"/>
                    <a:pt x="34190" y="127237"/>
                  </a:cubicBezTo>
                  <a:lnTo>
                    <a:pt x="99341" y="199913"/>
                  </a:lnTo>
                  <a:cubicBezTo>
                    <a:pt x="101398" y="201941"/>
                    <a:pt x="102541" y="204732"/>
                    <a:pt x="102484" y="207628"/>
                  </a:cubicBezTo>
                  <a:cubicBezTo>
                    <a:pt x="102312" y="209800"/>
                    <a:pt x="101246" y="211800"/>
                    <a:pt x="99531" y="213152"/>
                  </a:cubicBezTo>
                  <a:cubicBezTo>
                    <a:pt x="92892" y="218639"/>
                    <a:pt x="84520" y="221573"/>
                    <a:pt x="75909" y="221439"/>
                  </a:cubicBezTo>
                  <a:cubicBezTo>
                    <a:pt x="59335" y="221439"/>
                    <a:pt x="45334" y="211343"/>
                    <a:pt x="45334" y="199436"/>
                  </a:cubicBezTo>
                  <a:cubicBezTo>
                    <a:pt x="45391" y="187282"/>
                    <a:pt x="35581" y="177396"/>
                    <a:pt x="23427" y="177339"/>
                  </a:cubicBezTo>
                  <a:cubicBezTo>
                    <a:pt x="23398" y="177339"/>
                    <a:pt x="23360" y="177339"/>
                    <a:pt x="23331" y="177339"/>
                  </a:cubicBezTo>
                  <a:cubicBezTo>
                    <a:pt x="11167" y="177386"/>
                    <a:pt x="1329" y="187273"/>
                    <a:pt x="1329" y="199436"/>
                  </a:cubicBezTo>
                  <a:cubicBezTo>
                    <a:pt x="1329" y="230964"/>
                    <a:pt x="26379" y="257349"/>
                    <a:pt x="59812" y="263825"/>
                  </a:cubicBezTo>
                  <a:lnTo>
                    <a:pt x="59812" y="277256"/>
                  </a:lnTo>
                  <a:cubicBezTo>
                    <a:pt x="59812" y="289419"/>
                    <a:pt x="69651" y="299297"/>
                    <a:pt x="81815" y="299354"/>
                  </a:cubicBezTo>
                  <a:cubicBezTo>
                    <a:pt x="93969" y="299354"/>
                    <a:pt x="103818" y="289505"/>
                    <a:pt x="103818" y="277351"/>
                  </a:cubicBezTo>
                  <a:cubicBezTo>
                    <a:pt x="103818" y="277322"/>
                    <a:pt x="103818" y="277284"/>
                    <a:pt x="103818" y="277256"/>
                  </a:cubicBezTo>
                  <a:lnTo>
                    <a:pt x="103818" y="260587"/>
                  </a:lnTo>
                  <a:cubicBezTo>
                    <a:pt x="112961" y="257415"/>
                    <a:pt x="121410" y="252500"/>
                    <a:pt x="128678" y="246109"/>
                  </a:cubicBezTo>
                  <a:cubicBezTo>
                    <a:pt x="139193" y="236936"/>
                    <a:pt x="145603" y="223935"/>
                    <a:pt x="146489" y="210009"/>
                  </a:cubicBezTo>
                  <a:cubicBezTo>
                    <a:pt x="147204" y="195408"/>
                    <a:pt x="142022" y="181129"/>
                    <a:pt x="132107" y="170385"/>
                  </a:cubicBezTo>
                  <a:lnTo>
                    <a:pt x="66955" y="97709"/>
                  </a:lnTo>
                  <a:cubicBezTo>
                    <a:pt x="64222" y="94966"/>
                    <a:pt x="63270" y="90909"/>
                    <a:pt x="64479" y="87232"/>
                  </a:cubicBezTo>
                  <a:cubicBezTo>
                    <a:pt x="66622" y="82384"/>
                    <a:pt x="71280" y="79117"/>
                    <a:pt x="76576" y="78755"/>
                  </a:cubicBez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97EC4550-B606-AD5B-3550-CC93FC547B85}"/>
              </a:ext>
            </a:extLst>
          </p:cNvPr>
          <p:cNvGrpSpPr/>
          <p:nvPr/>
        </p:nvGrpSpPr>
        <p:grpSpPr>
          <a:xfrm>
            <a:off x="6588047" y="976891"/>
            <a:ext cx="704850" cy="704849"/>
            <a:chOff x="9870757" y="9852589"/>
            <a:chExt cx="704850" cy="704849"/>
          </a:xfrm>
        </p:grpSpPr>
        <p:sp>
          <p:nvSpPr>
            <p:cNvPr id="211" name="Freeform: Shape 262">
              <a:extLst>
                <a:ext uri="{FF2B5EF4-FFF2-40B4-BE49-F238E27FC236}">
                  <a16:creationId xmlns:a16="http://schemas.microsoft.com/office/drawing/2014/main" id="{4B70ED81-C53F-353D-5562-0EF200EC9B50}"/>
                </a:ext>
              </a:extLst>
            </p:cNvPr>
            <p:cNvSpPr/>
            <p:nvPr/>
          </p:nvSpPr>
          <p:spPr>
            <a:xfrm>
              <a:off x="9870757" y="9852589"/>
              <a:ext cx="704850" cy="704849"/>
            </a:xfrm>
            <a:custGeom>
              <a:avLst/>
              <a:gdLst>
                <a:gd name="connsiteX0" fmla="*/ 566637 w 704850"/>
                <a:gd name="connsiteY0" fmla="*/ 459 h 704849"/>
                <a:gd name="connsiteX1" fmla="*/ 140775 w 704850"/>
                <a:gd name="connsiteY1" fmla="*/ 459 h 704849"/>
                <a:gd name="connsiteX2" fmla="*/ 1329 w 704850"/>
                <a:gd name="connsiteY2" fmla="*/ 140000 h 704849"/>
                <a:gd name="connsiteX3" fmla="*/ 1329 w 704850"/>
                <a:gd name="connsiteY3" fmla="*/ 565863 h 704849"/>
                <a:gd name="connsiteX4" fmla="*/ 140775 w 704850"/>
                <a:gd name="connsiteY4" fmla="*/ 705309 h 704849"/>
                <a:gd name="connsiteX5" fmla="*/ 566637 w 704850"/>
                <a:gd name="connsiteY5" fmla="*/ 705309 h 704849"/>
                <a:gd name="connsiteX6" fmla="*/ 706179 w 704850"/>
                <a:gd name="connsiteY6" fmla="*/ 565863 h 704849"/>
                <a:gd name="connsiteX7" fmla="*/ 706179 w 704850"/>
                <a:gd name="connsiteY7" fmla="*/ 140000 h 704849"/>
                <a:gd name="connsiteX8" fmla="*/ 566637 w 704850"/>
                <a:gd name="connsiteY8" fmla="*/ 459 h 704849"/>
                <a:gd name="connsiteX9" fmla="*/ 661887 w 704850"/>
                <a:gd name="connsiteY9" fmla="*/ 565863 h 704849"/>
                <a:gd name="connsiteX10" fmla="*/ 566637 w 704850"/>
                <a:gd name="connsiteY10" fmla="*/ 661113 h 704849"/>
                <a:gd name="connsiteX11" fmla="*/ 140775 w 704850"/>
                <a:gd name="connsiteY11" fmla="*/ 661113 h 704849"/>
                <a:gd name="connsiteX12" fmla="*/ 45525 w 704850"/>
                <a:gd name="connsiteY12" fmla="*/ 565863 h 704849"/>
                <a:gd name="connsiteX13" fmla="*/ 45525 w 704850"/>
                <a:gd name="connsiteY13" fmla="*/ 447372 h 704849"/>
                <a:gd name="connsiteX14" fmla="*/ 153824 w 704850"/>
                <a:gd name="connsiteY14" fmla="*/ 376887 h 704849"/>
                <a:gd name="connsiteX15" fmla="*/ 223356 w 704850"/>
                <a:gd name="connsiteY15" fmla="*/ 490044 h 704849"/>
                <a:gd name="connsiteX16" fmla="*/ 238120 w 704850"/>
                <a:gd name="connsiteY16" fmla="*/ 500141 h 704849"/>
                <a:gd name="connsiteX17" fmla="*/ 242121 w 704850"/>
                <a:gd name="connsiteY17" fmla="*/ 500141 h 704849"/>
                <a:gd name="connsiteX18" fmla="*/ 255551 w 704850"/>
                <a:gd name="connsiteY18" fmla="*/ 495569 h 704849"/>
                <a:gd name="connsiteX19" fmla="*/ 408427 w 704850"/>
                <a:gd name="connsiteY19" fmla="*/ 378030 h 704849"/>
                <a:gd name="connsiteX20" fmla="*/ 476721 w 704850"/>
                <a:gd name="connsiteY20" fmla="*/ 403367 h 704849"/>
                <a:gd name="connsiteX21" fmla="*/ 583401 w 704850"/>
                <a:gd name="connsiteY21" fmla="*/ 296687 h 704849"/>
                <a:gd name="connsiteX22" fmla="*/ 476721 w 704850"/>
                <a:gd name="connsiteY22" fmla="*/ 190007 h 704849"/>
                <a:gd name="connsiteX23" fmla="*/ 369946 w 704850"/>
                <a:gd name="connsiteY23" fmla="*/ 296687 h 704849"/>
                <a:gd name="connsiteX24" fmla="*/ 381186 w 704850"/>
                <a:gd name="connsiteY24" fmla="*/ 343359 h 704849"/>
                <a:gd name="connsiteX25" fmla="*/ 247836 w 704850"/>
                <a:gd name="connsiteY25" fmla="*/ 445753 h 704849"/>
                <a:gd name="connsiteX26" fmla="*/ 179351 w 704850"/>
                <a:gd name="connsiteY26" fmla="*/ 334215 h 704849"/>
                <a:gd name="connsiteX27" fmla="*/ 165444 w 704850"/>
                <a:gd name="connsiteY27" fmla="*/ 324214 h 704849"/>
                <a:gd name="connsiteX28" fmla="*/ 148490 w 704850"/>
                <a:gd name="connsiteY28" fmla="*/ 327262 h 704849"/>
                <a:gd name="connsiteX29" fmla="*/ 45334 w 704850"/>
                <a:gd name="connsiteY29" fmla="*/ 394413 h 704849"/>
                <a:gd name="connsiteX30" fmla="*/ 45334 w 704850"/>
                <a:gd name="connsiteY30" fmla="*/ 139620 h 704849"/>
                <a:gd name="connsiteX31" fmla="*/ 140584 w 704850"/>
                <a:gd name="connsiteY31" fmla="*/ 44370 h 704849"/>
                <a:gd name="connsiteX32" fmla="*/ 566447 w 704850"/>
                <a:gd name="connsiteY32" fmla="*/ 44370 h 704849"/>
                <a:gd name="connsiteX33" fmla="*/ 661697 w 704850"/>
                <a:gd name="connsiteY33" fmla="*/ 139620 h 704849"/>
                <a:gd name="connsiteX34" fmla="*/ 413666 w 704850"/>
                <a:gd name="connsiteY34" fmla="*/ 297068 h 704849"/>
                <a:gd name="connsiteX35" fmla="*/ 476340 w 704850"/>
                <a:gd name="connsiteY35" fmla="*/ 234488 h 704849"/>
                <a:gd name="connsiteX36" fmla="*/ 538920 w 704850"/>
                <a:gd name="connsiteY36" fmla="*/ 297068 h 704849"/>
                <a:gd name="connsiteX37" fmla="*/ 476340 w 704850"/>
                <a:gd name="connsiteY37" fmla="*/ 359742 h 704849"/>
                <a:gd name="connsiteX38" fmla="*/ 413856 w 704850"/>
                <a:gd name="connsiteY38" fmla="*/ 297068 h 704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04850" h="704849">
                  <a:moveTo>
                    <a:pt x="566637" y="459"/>
                  </a:moveTo>
                  <a:lnTo>
                    <a:pt x="140775" y="459"/>
                  </a:lnTo>
                  <a:cubicBezTo>
                    <a:pt x="63765" y="564"/>
                    <a:pt x="1386" y="62991"/>
                    <a:pt x="1329" y="140000"/>
                  </a:cubicBezTo>
                  <a:lnTo>
                    <a:pt x="1329" y="565863"/>
                  </a:lnTo>
                  <a:cubicBezTo>
                    <a:pt x="1433" y="642834"/>
                    <a:pt x="63803" y="705205"/>
                    <a:pt x="140775" y="705309"/>
                  </a:cubicBezTo>
                  <a:lnTo>
                    <a:pt x="566637" y="705309"/>
                  </a:lnTo>
                  <a:cubicBezTo>
                    <a:pt x="643647" y="705257"/>
                    <a:pt x="706074" y="642871"/>
                    <a:pt x="706179" y="565863"/>
                  </a:cubicBezTo>
                  <a:lnTo>
                    <a:pt x="706179" y="140000"/>
                  </a:lnTo>
                  <a:cubicBezTo>
                    <a:pt x="706121" y="62953"/>
                    <a:pt x="643685" y="516"/>
                    <a:pt x="566637" y="459"/>
                  </a:cubicBezTo>
                  <a:close/>
                  <a:moveTo>
                    <a:pt x="661887" y="565863"/>
                  </a:moveTo>
                  <a:cubicBezTo>
                    <a:pt x="661887" y="618468"/>
                    <a:pt x="619244" y="661113"/>
                    <a:pt x="566637" y="661113"/>
                  </a:cubicBezTo>
                  <a:lnTo>
                    <a:pt x="140775" y="661113"/>
                  </a:lnTo>
                  <a:cubicBezTo>
                    <a:pt x="88168" y="661113"/>
                    <a:pt x="45525" y="618468"/>
                    <a:pt x="45525" y="565863"/>
                  </a:cubicBezTo>
                  <a:lnTo>
                    <a:pt x="45525" y="447372"/>
                  </a:lnTo>
                  <a:lnTo>
                    <a:pt x="153824" y="376887"/>
                  </a:lnTo>
                  <a:lnTo>
                    <a:pt x="223356" y="490044"/>
                  </a:lnTo>
                  <a:cubicBezTo>
                    <a:pt x="226623" y="495350"/>
                    <a:pt x="231996" y="499017"/>
                    <a:pt x="238120" y="500141"/>
                  </a:cubicBezTo>
                  <a:cubicBezTo>
                    <a:pt x="239454" y="500284"/>
                    <a:pt x="240787" y="500284"/>
                    <a:pt x="242121" y="500141"/>
                  </a:cubicBezTo>
                  <a:cubicBezTo>
                    <a:pt x="246978" y="500112"/>
                    <a:pt x="251684" y="498512"/>
                    <a:pt x="255551" y="495569"/>
                  </a:cubicBezTo>
                  <a:lnTo>
                    <a:pt x="408427" y="378030"/>
                  </a:lnTo>
                  <a:cubicBezTo>
                    <a:pt x="427467" y="394308"/>
                    <a:pt x="451671" y="403281"/>
                    <a:pt x="476721" y="403367"/>
                  </a:cubicBezTo>
                  <a:cubicBezTo>
                    <a:pt x="535614" y="403310"/>
                    <a:pt x="583344" y="355580"/>
                    <a:pt x="583401" y="296687"/>
                  </a:cubicBezTo>
                  <a:cubicBezTo>
                    <a:pt x="583297" y="237813"/>
                    <a:pt x="535595" y="190111"/>
                    <a:pt x="476721" y="190007"/>
                  </a:cubicBezTo>
                  <a:cubicBezTo>
                    <a:pt x="417809" y="190064"/>
                    <a:pt x="370051" y="237775"/>
                    <a:pt x="369946" y="296687"/>
                  </a:cubicBezTo>
                  <a:cubicBezTo>
                    <a:pt x="370032" y="312908"/>
                    <a:pt x="373880" y="328881"/>
                    <a:pt x="381186" y="343359"/>
                  </a:cubicBezTo>
                  <a:lnTo>
                    <a:pt x="247836" y="445753"/>
                  </a:lnTo>
                  <a:lnTo>
                    <a:pt x="179351" y="334215"/>
                  </a:lnTo>
                  <a:cubicBezTo>
                    <a:pt x="176236" y="329158"/>
                    <a:pt x="171236" y="325557"/>
                    <a:pt x="165444" y="324214"/>
                  </a:cubicBezTo>
                  <a:cubicBezTo>
                    <a:pt x="159615" y="322890"/>
                    <a:pt x="153500" y="323995"/>
                    <a:pt x="148490" y="327262"/>
                  </a:cubicBezTo>
                  <a:lnTo>
                    <a:pt x="45334" y="394413"/>
                  </a:lnTo>
                  <a:lnTo>
                    <a:pt x="45334" y="139620"/>
                  </a:lnTo>
                  <a:cubicBezTo>
                    <a:pt x="45334" y="87013"/>
                    <a:pt x="87978" y="44370"/>
                    <a:pt x="140584" y="44370"/>
                  </a:cubicBezTo>
                  <a:lnTo>
                    <a:pt x="566447" y="44370"/>
                  </a:lnTo>
                  <a:cubicBezTo>
                    <a:pt x="619053" y="44370"/>
                    <a:pt x="661697" y="87013"/>
                    <a:pt x="661697" y="139620"/>
                  </a:cubicBezTo>
                  <a:close/>
                  <a:moveTo>
                    <a:pt x="413666" y="297068"/>
                  </a:moveTo>
                  <a:cubicBezTo>
                    <a:pt x="413723" y="262492"/>
                    <a:pt x="441765" y="234488"/>
                    <a:pt x="476340" y="234488"/>
                  </a:cubicBezTo>
                  <a:cubicBezTo>
                    <a:pt x="510878" y="234546"/>
                    <a:pt x="538872" y="262530"/>
                    <a:pt x="538920" y="297068"/>
                  </a:cubicBezTo>
                  <a:cubicBezTo>
                    <a:pt x="538920" y="331643"/>
                    <a:pt x="510916" y="359685"/>
                    <a:pt x="476340" y="359742"/>
                  </a:cubicBezTo>
                  <a:cubicBezTo>
                    <a:pt x="441822" y="359590"/>
                    <a:pt x="413904" y="331586"/>
                    <a:pt x="413856" y="297068"/>
                  </a:cubicBez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63">
              <a:extLst>
                <a:ext uri="{FF2B5EF4-FFF2-40B4-BE49-F238E27FC236}">
                  <a16:creationId xmlns:a16="http://schemas.microsoft.com/office/drawing/2014/main" id="{C6B13B98-C3EB-2BD8-7F83-ECF0301A075E}"/>
                </a:ext>
              </a:extLst>
            </p:cNvPr>
            <p:cNvSpPr/>
            <p:nvPr/>
          </p:nvSpPr>
          <p:spPr>
            <a:xfrm>
              <a:off x="10323861" y="10395419"/>
              <a:ext cx="44100" cy="73437"/>
            </a:xfrm>
            <a:custGeom>
              <a:avLst/>
              <a:gdLst>
                <a:gd name="connsiteX0" fmla="*/ 23426 w 44100"/>
                <a:gd name="connsiteY0" fmla="*/ 459 h 73437"/>
                <a:gd name="connsiteX1" fmla="*/ 1329 w 44100"/>
                <a:gd name="connsiteY1" fmla="*/ 22557 h 73437"/>
                <a:gd name="connsiteX2" fmla="*/ 1329 w 44100"/>
                <a:gd name="connsiteY2" fmla="*/ 51894 h 73437"/>
                <a:gd name="connsiteX3" fmla="*/ 23331 w 44100"/>
                <a:gd name="connsiteY3" fmla="*/ 73897 h 73437"/>
                <a:gd name="connsiteX4" fmla="*/ 23426 w 44100"/>
                <a:gd name="connsiteY4" fmla="*/ 73897 h 73437"/>
                <a:gd name="connsiteX5" fmla="*/ 45429 w 44100"/>
                <a:gd name="connsiteY5" fmla="*/ 51894 h 73437"/>
                <a:gd name="connsiteX6" fmla="*/ 45429 w 44100"/>
                <a:gd name="connsiteY6" fmla="*/ 22557 h 73437"/>
                <a:gd name="connsiteX7" fmla="*/ 23426 w 44100"/>
                <a:gd name="connsiteY7" fmla="*/ 459 h 7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100" h="73437">
                  <a:moveTo>
                    <a:pt x="23426" y="459"/>
                  </a:moveTo>
                  <a:cubicBezTo>
                    <a:pt x="11225" y="459"/>
                    <a:pt x="1329" y="10356"/>
                    <a:pt x="1329" y="22557"/>
                  </a:cubicBezTo>
                  <a:lnTo>
                    <a:pt x="1329" y="51894"/>
                  </a:lnTo>
                  <a:cubicBezTo>
                    <a:pt x="1329" y="64048"/>
                    <a:pt x="11177" y="73897"/>
                    <a:pt x="23331" y="73897"/>
                  </a:cubicBezTo>
                  <a:cubicBezTo>
                    <a:pt x="23360" y="73897"/>
                    <a:pt x="23398" y="73897"/>
                    <a:pt x="23426" y="73897"/>
                  </a:cubicBezTo>
                  <a:cubicBezTo>
                    <a:pt x="35580" y="73897"/>
                    <a:pt x="45429" y="64048"/>
                    <a:pt x="45429" y="51894"/>
                  </a:cubicBezTo>
                  <a:lnTo>
                    <a:pt x="45429" y="22557"/>
                  </a:lnTo>
                  <a:cubicBezTo>
                    <a:pt x="45429" y="10394"/>
                    <a:pt x="35590" y="516"/>
                    <a:pt x="23426" y="459"/>
                  </a:cubicBez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64">
              <a:extLst>
                <a:ext uri="{FF2B5EF4-FFF2-40B4-BE49-F238E27FC236}">
                  <a16:creationId xmlns:a16="http://schemas.microsoft.com/office/drawing/2014/main" id="{D1D8986A-64B5-0213-E4E4-B926F47F7806}"/>
                </a:ext>
              </a:extLst>
            </p:cNvPr>
            <p:cNvSpPr/>
            <p:nvPr/>
          </p:nvSpPr>
          <p:spPr>
            <a:xfrm>
              <a:off x="10323861" y="9941267"/>
              <a:ext cx="44100" cy="73437"/>
            </a:xfrm>
            <a:custGeom>
              <a:avLst/>
              <a:gdLst>
                <a:gd name="connsiteX0" fmla="*/ 23426 w 44100"/>
                <a:gd name="connsiteY0" fmla="*/ 460 h 73437"/>
                <a:gd name="connsiteX1" fmla="*/ 1329 w 44100"/>
                <a:gd name="connsiteY1" fmla="*/ 22367 h 73437"/>
                <a:gd name="connsiteX2" fmla="*/ 1329 w 44100"/>
                <a:gd name="connsiteY2" fmla="*/ 22462 h 73437"/>
                <a:gd name="connsiteX3" fmla="*/ 1329 w 44100"/>
                <a:gd name="connsiteY3" fmla="*/ 51799 h 73437"/>
                <a:gd name="connsiteX4" fmla="*/ 23426 w 44100"/>
                <a:gd name="connsiteY4" fmla="*/ 73897 h 73437"/>
                <a:gd name="connsiteX5" fmla="*/ 45429 w 44100"/>
                <a:gd name="connsiteY5" fmla="*/ 51799 h 73437"/>
                <a:gd name="connsiteX6" fmla="*/ 45429 w 44100"/>
                <a:gd name="connsiteY6" fmla="*/ 22462 h 73437"/>
                <a:gd name="connsiteX7" fmla="*/ 23426 w 44100"/>
                <a:gd name="connsiteY7" fmla="*/ 460 h 7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100" h="73437">
                  <a:moveTo>
                    <a:pt x="23426" y="460"/>
                  </a:moveTo>
                  <a:cubicBezTo>
                    <a:pt x="11273" y="402"/>
                    <a:pt x="1386" y="10213"/>
                    <a:pt x="1329" y="22367"/>
                  </a:cubicBezTo>
                  <a:cubicBezTo>
                    <a:pt x="1329" y="22396"/>
                    <a:pt x="1329" y="22434"/>
                    <a:pt x="1329" y="22462"/>
                  </a:cubicBezTo>
                  <a:lnTo>
                    <a:pt x="1329" y="51799"/>
                  </a:lnTo>
                  <a:cubicBezTo>
                    <a:pt x="1329" y="64001"/>
                    <a:pt x="11225" y="73897"/>
                    <a:pt x="23426" y="73897"/>
                  </a:cubicBezTo>
                  <a:cubicBezTo>
                    <a:pt x="35590" y="73850"/>
                    <a:pt x="45429" y="63963"/>
                    <a:pt x="45429" y="51799"/>
                  </a:cubicBezTo>
                  <a:lnTo>
                    <a:pt x="45429" y="22462"/>
                  </a:lnTo>
                  <a:cubicBezTo>
                    <a:pt x="45429" y="10308"/>
                    <a:pt x="35580" y="460"/>
                    <a:pt x="23426" y="460"/>
                  </a:cubicBez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65">
              <a:extLst>
                <a:ext uri="{FF2B5EF4-FFF2-40B4-BE49-F238E27FC236}">
                  <a16:creationId xmlns:a16="http://schemas.microsoft.com/office/drawing/2014/main" id="{DAB74D9E-E79C-3B34-5089-6AE3F2E2DF62}"/>
                </a:ext>
              </a:extLst>
            </p:cNvPr>
            <p:cNvSpPr/>
            <p:nvPr/>
          </p:nvSpPr>
          <p:spPr>
            <a:xfrm>
              <a:off x="10323861" y="10281881"/>
              <a:ext cx="44291" cy="73438"/>
            </a:xfrm>
            <a:custGeom>
              <a:avLst/>
              <a:gdLst>
                <a:gd name="connsiteX0" fmla="*/ 23426 w 44291"/>
                <a:gd name="connsiteY0" fmla="*/ 460 h 73438"/>
                <a:gd name="connsiteX1" fmla="*/ 1329 w 44291"/>
                <a:gd name="connsiteY1" fmla="*/ 22462 h 73438"/>
                <a:gd name="connsiteX2" fmla="*/ 1329 w 44291"/>
                <a:gd name="connsiteY2" fmla="*/ 51895 h 73438"/>
                <a:gd name="connsiteX3" fmla="*/ 23426 w 44291"/>
                <a:gd name="connsiteY3" fmla="*/ 73897 h 73438"/>
                <a:gd name="connsiteX4" fmla="*/ 45620 w 44291"/>
                <a:gd name="connsiteY4" fmla="*/ 51895 h 73438"/>
                <a:gd name="connsiteX5" fmla="*/ 45620 w 44291"/>
                <a:gd name="connsiteY5" fmla="*/ 51895 h 73438"/>
                <a:gd name="connsiteX6" fmla="*/ 45620 w 44291"/>
                <a:gd name="connsiteY6" fmla="*/ 22462 h 73438"/>
                <a:gd name="connsiteX7" fmla="*/ 23426 w 44291"/>
                <a:gd name="connsiteY7" fmla="*/ 460 h 73438"/>
                <a:gd name="connsiteX8" fmla="*/ 23426 w 44291"/>
                <a:gd name="connsiteY8" fmla="*/ 460 h 7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291" h="73438">
                  <a:moveTo>
                    <a:pt x="23426" y="460"/>
                  </a:moveTo>
                  <a:cubicBezTo>
                    <a:pt x="11263" y="460"/>
                    <a:pt x="1376" y="10299"/>
                    <a:pt x="1329" y="22462"/>
                  </a:cubicBezTo>
                  <a:lnTo>
                    <a:pt x="1329" y="51895"/>
                  </a:lnTo>
                  <a:cubicBezTo>
                    <a:pt x="1386" y="64058"/>
                    <a:pt x="11263" y="73897"/>
                    <a:pt x="23426" y="73897"/>
                  </a:cubicBezTo>
                  <a:cubicBezTo>
                    <a:pt x="35628" y="73954"/>
                    <a:pt x="45563" y="64096"/>
                    <a:pt x="45620" y="51895"/>
                  </a:cubicBezTo>
                  <a:cubicBezTo>
                    <a:pt x="45620" y="51895"/>
                    <a:pt x="45620" y="51895"/>
                    <a:pt x="45620" y="51895"/>
                  </a:cubicBezTo>
                  <a:lnTo>
                    <a:pt x="45620" y="22462"/>
                  </a:lnTo>
                  <a:cubicBezTo>
                    <a:pt x="45563" y="10261"/>
                    <a:pt x="35628" y="402"/>
                    <a:pt x="23426" y="460"/>
                  </a:cubicBezTo>
                  <a:cubicBezTo>
                    <a:pt x="23426" y="460"/>
                    <a:pt x="23426" y="460"/>
                    <a:pt x="23426" y="460"/>
                  </a:cubicBez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21B5F85C-14BE-5774-4F9C-6BE2521F1826}"/>
              </a:ext>
            </a:extLst>
          </p:cNvPr>
          <p:cNvGrpSpPr/>
          <p:nvPr/>
        </p:nvGrpSpPr>
        <p:grpSpPr>
          <a:xfrm>
            <a:off x="6658783" y="2601307"/>
            <a:ext cx="705240" cy="704860"/>
            <a:chOff x="2079359" y="5413377"/>
            <a:chExt cx="705240" cy="704860"/>
          </a:xfrm>
        </p:grpSpPr>
        <p:sp>
          <p:nvSpPr>
            <p:cNvPr id="216" name="Freeform: Shape 371">
              <a:extLst>
                <a:ext uri="{FF2B5EF4-FFF2-40B4-BE49-F238E27FC236}">
                  <a16:creationId xmlns:a16="http://schemas.microsoft.com/office/drawing/2014/main" id="{30EAB131-F579-D5B7-871C-1F459B1D8C66}"/>
                </a:ext>
              </a:extLst>
            </p:cNvPr>
            <p:cNvSpPr/>
            <p:nvPr/>
          </p:nvSpPr>
          <p:spPr>
            <a:xfrm>
              <a:off x="2211119" y="5413377"/>
              <a:ext cx="199519" cy="243186"/>
            </a:xfrm>
            <a:custGeom>
              <a:avLst/>
              <a:gdLst>
                <a:gd name="connsiteX0" fmla="*/ 137238 w 199519"/>
                <a:gd name="connsiteY0" fmla="*/ 237499 h 243186"/>
                <a:gd name="connsiteX1" fmla="*/ 163051 w 199519"/>
                <a:gd name="connsiteY1" fmla="*/ 248266 h 243186"/>
                <a:gd name="connsiteX2" fmla="*/ 177243 w 199519"/>
                <a:gd name="connsiteY2" fmla="*/ 245405 h 243186"/>
                <a:gd name="connsiteX3" fmla="*/ 199818 w 199519"/>
                <a:gd name="connsiteY3" fmla="*/ 211594 h 243186"/>
                <a:gd name="connsiteX4" fmla="*/ 199818 w 199519"/>
                <a:gd name="connsiteY4" fmla="*/ 27191 h 243186"/>
                <a:gd name="connsiteX5" fmla="*/ 192388 w 199519"/>
                <a:gd name="connsiteY5" fmla="*/ 10522 h 243186"/>
                <a:gd name="connsiteX6" fmla="*/ 174957 w 199519"/>
                <a:gd name="connsiteY6" fmla="*/ 5281 h 243186"/>
                <a:gd name="connsiteX7" fmla="*/ 8936 w 199519"/>
                <a:gd name="connsiteY7" fmla="*/ 73955 h 243186"/>
                <a:gd name="connsiteX8" fmla="*/ 364 w 199519"/>
                <a:gd name="connsiteY8" fmla="*/ 89959 h 243186"/>
                <a:gd name="connsiteX9" fmla="*/ 6746 w 199519"/>
                <a:gd name="connsiteY9" fmla="*/ 107009 h 243186"/>
                <a:gd name="connsiteX10" fmla="*/ 155812 w 199519"/>
                <a:gd name="connsiteY10" fmla="*/ 53385 h 243186"/>
                <a:gd name="connsiteX11" fmla="*/ 155812 w 199519"/>
                <a:gd name="connsiteY11" fmla="*/ 193878 h 243186"/>
                <a:gd name="connsiteX12" fmla="*/ 56466 w 199519"/>
                <a:gd name="connsiteY12" fmla="*/ 94531 h 243186"/>
                <a:gd name="connsiteX13" fmla="*/ 155812 w 199519"/>
                <a:gd name="connsiteY13" fmla="*/ 53385 h 243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9519" h="243186">
                  <a:moveTo>
                    <a:pt x="137238" y="237499"/>
                  </a:moveTo>
                  <a:cubicBezTo>
                    <a:pt x="144049" y="244359"/>
                    <a:pt x="153354" y="248266"/>
                    <a:pt x="163051" y="248266"/>
                  </a:cubicBezTo>
                  <a:cubicBezTo>
                    <a:pt x="167918" y="248266"/>
                    <a:pt x="172747" y="247312"/>
                    <a:pt x="177243" y="245405"/>
                  </a:cubicBezTo>
                  <a:cubicBezTo>
                    <a:pt x="190950" y="239787"/>
                    <a:pt x="199875" y="226453"/>
                    <a:pt x="199818" y="211594"/>
                  </a:cubicBezTo>
                  <a:lnTo>
                    <a:pt x="199818" y="27191"/>
                  </a:lnTo>
                  <a:cubicBezTo>
                    <a:pt x="199846" y="20805"/>
                    <a:pt x="197141" y="14713"/>
                    <a:pt x="192388" y="10522"/>
                  </a:cubicBezTo>
                  <a:cubicBezTo>
                    <a:pt x="187597" y="6327"/>
                    <a:pt x="181253" y="4425"/>
                    <a:pt x="174957" y="5281"/>
                  </a:cubicBezTo>
                  <a:cubicBezTo>
                    <a:pt x="114616" y="13471"/>
                    <a:pt x="57419" y="37093"/>
                    <a:pt x="8936" y="73955"/>
                  </a:cubicBezTo>
                  <a:cubicBezTo>
                    <a:pt x="3888" y="77764"/>
                    <a:pt x="764" y="83671"/>
                    <a:pt x="364" y="89959"/>
                  </a:cubicBezTo>
                  <a:cubicBezTo>
                    <a:pt x="-131" y="96340"/>
                    <a:pt x="2202" y="102530"/>
                    <a:pt x="6746" y="107009"/>
                  </a:cubicBezTo>
                  <a:close/>
                  <a:moveTo>
                    <a:pt x="155812" y="53385"/>
                  </a:moveTo>
                  <a:lnTo>
                    <a:pt x="155812" y="193878"/>
                  </a:lnTo>
                  <a:lnTo>
                    <a:pt x="56466" y="94531"/>
                  </a:lnTo>
                  <a:cubicBezTo>
                    <a:pt x="86879" y="75007"/>
                    <a:pt x="120522" y="61096"/>
                    <a:pt x="155812" y="53385"/>
                  </a:cubicBez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372">
              <a:extLst>
                <a:ext uri="{FF2B5EF4-FFF2-40B4-BE49-F238E27FC236}">
                  <a16:creationId xmlns:a16="http://schemas.microsoft.com/office/drawing/2014/main" id="{A2D00B61-ABC1-FDE6-CA40-FDD9DED51BC4}"/>
                </a:ext>
              </a:extLst>
            </p:cNvPr>
            <p:cNvSpPr/>
            <p:nvPr/>
          </p:nvSpPr>
          <p:spPr>
            <a:xfrm>
              <a:off x="2079359" y="5541510"/>
              <a:ext cx="704765" cy="576727"/>
            </a:xfrm>
            <a:custGeom>
              <a:avLst/>
              <a:gdLst>
                <a:gd name="connsiteX0" fmla="*/ 683527 w 704765"/>
                <a:gd name="connsiteY0" fmla="*/ 250911 h 576727"/>
                <a:gd name="connsiteX1" fmla="*/ 471595 w 704765"/>
                <a:gd name="connsiteY1" fmla="*/ 250911 h 576727"/>
                <a:gd name="connsiteX2" fmla="*/ 450450 w 704765"/>
                <a:gd name="connsiteY2" fmla="*/ 266817 h 576727"/>
                <a:gd name="connsiteX3" fmla="*/ 449593 w 704765"/>
                <a:gd name="connsiteY3" fmla="*/ 268719 h 576727"/>
                <a:gd name="connsiteX4" fmla="*/ 449021 w 704765"/>
                <a:gd name="connsiteY4" fmla="*/ 269673 h 576727"/>
                <a:gd name="connsiteX5" fmla="*/ 395395 w 704765"/>
                <a:gd name="connsiteY5" fmla="*/ 322730 h 576727"/>
                <a:gd name="connsiteX6" fmla="*/ 391681 w 704765"/>
                <a:gd name="connsiteY6" fmla="*/ 324251 h 576727"/>
                <a:gd name="connsiteX7" fmla="*/ 315481 w 704765"/>
                <a:gd name="connsiteY7" fmla="*/ 323488 h 576727"/>
                <a:gd name="connsiteX8" fmla="*/ 312433 w 704765"/>
                <a:gd name="connsiteY8" fmla="*/ 322158 h 576727"/>
                <a:gd name="connsiteX9" fmla="*/ 260045 w 704765"/>
                <a:gd name="connsiteY9" fmla="*/ 269673 h 576727"/>
                <a:gd name="connsiteX10" fmla="*/ 257950 w 704765"/>
                <a:gd name="connsiteY10" fmla="*/ 264627 h 576727"/>
                <a:gd name="connsiteX11" fmla="*/ 250996 w 704765"/>
                <a:gd name="connsiteY11" fmla="*/ 227764 h 576727"/>
                <a:gd name="connsiteX12" fmla="*/ 257950 w 704765"/>
                <a:gd name="connsiteY12" fmla="*/ 190901 h 576727"/>
                <a:gd name="connsiteX13" fmla="*/ 259569 w 704765"/>
                <a:gd name="connsiteY13" fmla="*/ 186808 h 576727"/>
                <a:gd name="connsiteX14" fmla="*/ 255473 w 704765"/>
                <a:gd name="connsiteY14" fmla="*/ 161470 h 576727"/>
                <a:gd name="connsiteX15" fmla="*/ 105454 w 704765"/>
                <a:gd name="connsiteY15" fmla="*/ 11544 h 576727"/>
                <a:gd name="connsiteX16" fmla="*/ 88405 w 704765"/>
                <a:gd name="connsiteY16" fmla="*/ 5163 h 576727"/>
                <a:gd name="connsiteX17" fmla="*/ 72403 w 704765"/>
                <a:gd name="connsiteY17" fmla="*/ 13735 h 576727"/>
                <a:gd name="connsiteX18" fmla="*/ 3727 w 704765"/>
                <a:gd name="connsiteY18" fmla="*/ 179567 h 576727"/>
                <a:gd name="connsiteX19" fmla="*/ 299 w 704765"/>
                <a:gd name="connsiteY19" fmla="*/ 227764 h 576727"/>
                <a:gd name="connsiteX20" fmla="*/ 3727 w 704765"/>
                <a:gd name="connsiteY20" fmla="*/ 275389 h 576727"/>
                <a:gd name="connsiteX21" fmla="*/ 72784 w 704765"/>
                <a:gd name="connsiteY21" fmla="*/ 441793 h 576727"/>
                <a:gd name="connsiteX22" fmla="*/ 140697 w 704765"/>
                <a:gd name="connsiteY22" fmla="*/ 509705 h 576727"/>
                <a:gd name="connsiteX23" fmla="*/ 306527 w 704765"/>
                <a:gd name="connsiteY23" fmla="*/ 578380 h 576727"/>
                <a:gd name="connsiteX24" fmla="*/ 354724 w 704765"/>
                <a:gd name="connsiteY24" fmla="*/ 581807 h 576727"/>
                <a:gd name="connsiteX25" fmla="*/ 402349 w 704765"/>
                <a:gd name="connsiteY25" fmla="*/ 578380 h 576727"/>
                <a:gd name="connsiteX26" fmla="*/ 568369 w 704765"/>
                <a:gd name="connsiteY26" fmla="*/ 509705 h 576727"/>
                <a:gd name="connsiteX27" fmla="*/ 636187 w 704765"/>
                <a:gd name="connsiteY27" fmla="*/ 441793 h 576727"/>
                <a:gd name="connsiteX28" fmla="*/ 704863 w 704765"/>
                <a:gd name="connsiteY28" fmla="*/ 275770 h 576727"/>
                <a:gd name="connsiteX29" fmla="*/ 699624 w 704765"/>
                <a:gd name="connsiteY29" fmla="*/ 258436 h 576727"/>
                <a:gd name="connsiteX30" fmla="*/ 683527 w 704765"/>
                <a:gd name="connsiteY30" fmla="*/ 250911 h 576727"/>
                <a:gd name="connsiteX31" fmla="*/ 601707 w 704765"/>
                <a:gd name="connsiteY31" fmla="*/ 415120 h 576727"/>
                <a:gd name="connsiteX32" fmla="*/ 542081 w 704765"/>
                <a:gd name="connsiteY32" fmla="*/ 474651 h 576727"/>
                <a:gd name="connsiteX33" fmla="*/ 396824 w 704765"/>
                <a:gd name="connsiteY33" fmla="*/ 534661 h 576727"/>
                <a:gd name="connsiteX34" fmla="*/ 312528 w 704765"/>
                <a:gd name="connsiteY34" fmla="*/ 534661 h 576727"/>
                <a:gd name="connsiteX35" fmla="*/ 167462 w 704765"/>
                <a:gd name="connsiteY35" fmla="*/ 474651 h 576727"/>
                <a:gd name="connsiteX36" fmla="*/ 107836 w 704765"/>
                <a:gd name="connsiteY36" fmla="*/ 415120 h 576727"/>
                <a:gd name="connsiteX37" fmla="*/ 47828 w 704765"/>
                <a:gd name="connsiteY37" fmla="*/ 269864 h 576727"/>
                <a:gd name="connsiteX38" fmla="*/ 44780 w 704765"/>
                <a:gd name="connsiteY38" fmla="*/ 227764 h 576727"/>
                <a:gd name="connsiteX39" fmla="*/ 47828 w 704765"/>
                <a:gd name="connsiteY39" fmla="*/ 185566 h 576727"/>
                <a:gd name="connsiteX40" fmla="*/ 93358 w 704765"/>
                <a:gd name="connsiteY40" fmla="*/ 61267 h 576727"/>
                <a:gd name="connsiteX41" fmla="*/ 214516 w 704765"/>
                <a:gd name="connsiteY41" fmla="*/ 182427 h 576727"/>
                <a:gd name="connsiteX42" fmla="*/ 207277 w 704765"/>
                <a:gd name="connsiteY42" fmla="*/ 227764 h 576727"/>
                <a:gd name="connsiteX43" fmla="*/ 216802 w 704765"/>
                <a:gd name="connsiteY43" fmla="*/ 279105 h 576727"/>
                <a:gd name="connsiteX44" fmla="*/ 220135 w 704765"/>
                <a:gd name="connsiteY44" fmla="*/ 287393 h 576727"/>
                <a:gd name="connsiteX45" fmla="*/ 294811 w 704765"/>
                <a:gd name="connsiteY45" fmla="*/ 362258 h 576727"/>
                <a:gd name="connsiteX46" fmla="*/ 301384 w 704765"/>
                <a:gd name="connsiteY46" fmla="*/ 365021 h 576727"/>
                <a:gd name="connsiteX47" fmla="*/ 406159 w 704765"/>
                <a:gd name="connsiteY47" fmla="*/ 365783 h 576727"/>
                <a:gd name="connsiteX48" fmla="*/ 414445 w 704765"/>
                <a:gd name="connsiteY48" fmla="*/ 362449 h 576727"/>
                <a:gd name="connsiteX49" fmla="*/ 485978 w 704765"/>
                <a:gd name="connsiteY49" fmla="*/ 294913 h 576727"/>
                <a:gd name="connsiteX50" fmla="*/ 657428 w 704765"/>
                <a:gd name="connsiteY50" fmla="*/ 294913 h 576727"/>
                <a:gd name="connsiteX51" fmla="*/ 601707 w 704765"/>
                <a:gd name="connsiteY51" fmla="*/ 415120 h 576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704765" h="576727">
                  <a:moveTo>
                    <a:pt x="683527" y="250911"/>
                  </a:moveTo>
                  <a:lnTo>
                    <a:pt x="471595" y="250911"/>
                  </a:lnTo>
                  <a:cubicBezTo>
                    <a:pt x="462013" y="251576"/>
                    <a:pt x="453717" y="257767"/>
                    <a:pt x="450450" y="266817"/>
                  </a:cubicBezTo>
                  <a:lnTo>
                    <a:pt x="449593" y="268719"/>
                  </a:lnTo>
                  <a:lnTo>
                    <a:pt x="449021" y="269673"/>
                  </a:lnTo>
                  <a:cubicBezTo>
                    <a:pt x="438429" y="293485"/>
                    <a:pt x="419294" y="312345"/>
                    <a:pt x="395395" y="322730"/>
                  </a:cubicBezTo>
                  <a:lnTo>
                    <a:pt x="391681" y="324251"/>
                  </a:lnTo>
                  <a:cubicBezTo>
                    <a:pt x="367144" y="333967"/>
                    <a:pt x="339817" y="333683"/>
                    <a:pt x="315481" y="323488"/>
                  </a:cubicBezTo>
                  <a:lnTo>
                    <a:pt x="312433" y="322158"/>
                  </a:lnTo>
                  <a:cubicBezTo>
                    <a:pt x="289068" y="311773"/>
                    <a:pt x="270399" y="293011"/>
                    <a:pt x="260045" y="269673"/>
                  </a:cubicBezTo>
                  <a:cubicBezTo>
                    <a:pt x="260045" y="269673"/>
                    <a:pt x="258045" y="265008"/>
                    <a:pt x="257950" y="264627"/>
                  </a:cubicBezTo>
                  <a:cubicBezTo>
                    <a:pt x="253254" y="252911"/>
                    <a:pt x="250892" y="240433"/>
                    <a:pt x="250996" y="227764"/>
                  </a:cubicBezTo>
                  <a:cubicBezTo>
                    <a:pt x="250892" y="215095"/>
                    <a:pt x="253254" y="202616"/>
                    <a:pt x="257950" y="190901"/>
                  </a:cubicBezTo>
                  <a:cubicBezTo>
                    <a:pt x="257950" y="190138"/>
                    <a:pt x="259378" y="187566"/>
                    <a:pt x="259569" y="186808"/>
                  </a:cubicBezTo>
                  <a:cubicBezTo>
                    <a:pt x="263808" y="178330"/>
                    <a:pt x="262160" y="168140"/>
                    <a:pt x="255473" y="161470"/>
                  </a:cubicBezTo>
                  <a:lnTo>
                    <a:pt x="105454" y="11544"/>
                  </a:lnTo>
                  <a:cubicBezTo>
                    <a:pt x="101016" y="6973"/>
                    <a:pt x="94758" y="4591"/>
                    <a:pt x="88405" y="5163"/>
                  </a:cubicBezTo>
                  <a:cubicBezTo>
                    <a:pt x="82080" y="5545"/>
                    <a:pt x="76241" y="8689"/>
                    <a:pt x="72403" y="13735"/>
                  </a:cubicBezTo>
                  <a:cubicBezTo>
                    <a:pt x="35531" y="62123"/>
                    <a:pt x="11862" y="119273"/>
                    <a:pt x="3727" y="179567"/>
                  </a:cubicBezTo>
                  <a:cubicBezTo>
                    <a:pt x="1527" y="195570"/>
                    <a:pt x="375" y="211667"/>
                    <a:pt x="299" y="227764"/>
                  </a:cubicBezTo>
                  <a:cubicBezTo>
                    <a:pt x="384" y="243670"/>
                    <a:pt x="1537" y="259576"/>
                    <a:pt x="3727" y="275389"/>
                  </a:cubicBezTo>
                  <a:cubicBezTo>
                    <a:pt x="11881" y="335873"/>
                    <a:pt x="35684" y="393307"/>
                    <a:pt x="72784" y="441793"/>
                  </a:cubicBezTo>
                  <a:cubicBezTo>
                    <a:pt x="92319" y="467317"/>
                    <a:pt x="115160" y="490176"/>
                    <a:pt x="140697" y="509705"/>
                  </a:cubicBezTo>
                  <a:cubicBezTo>
                    <a:pt x="189093" y="546568"/>
                    <a:pt x="246234" y="570282"/>
                    <a:pt x="306527" y="578380"/>
                  </a:cubicBezTo>
                  <a:cubicBezTo>
                    <a:pt x="322491" y="580663"/>
                    <a:pt x="338598" y="581807"/>
                    <a:pt x="354724" y="581807"/>
                  </a:cubicBezTo>
                  <a:cubicBezTo>
                    <a:pt x="370659" y="581714"/>
                    <a:pt x="386566" y="580570"/>
                    <a:pt x="402349" y="578380"/>
                  </a:cubicBezTo>
                  <a:cubicBezTo>
                    <a:pt x="462699" y="570282"/>
                    <a:pt x="519906" y="546568"/>
                    <a:pt x="568369" y="509705"/>
                  </a:cubicBezTo>
                  <a:cubicBezTo>
                    <a:pt x="593877" y="490176"/>
                    <a:pt x="616680" y="467317"/>
                    <a:pt x="636187" y="441793"/>
                  </a:cubicBezTo>
                  <a:cubicBezTo>
                    <a:pt x="673097" y="393307"/>
                    <a:pt x="696766" y="336157"/>
                    <a:pt x="704863" y="275770"/>
                  </a:cubicBezTo>
                  <a:cubicBezTo>
                    <a:pt x="705720" y="269482"/>
                    <a:pt x="703815" y="263199"/>
                    <a:pt x="699624" y="258436"/>
                  </a:cubicBezTo>
                  <a:cubicBezTo>
                    <a:pt x="695576" y="253767"/>
                    <a:pt x="689718" y="251004"/>
                    <a:pt x="683527" y="250911"/>
                  </a:cubicBezTo>
                  <a:close/>
                  <a:moveTo>
                    <a:pt x="601707" y="415120"/>
                  </a:moveTo>
                  <a:cubicBezTo>
                    <a:pt x="584533" y="437504"/>
                    <a:pt x="564483" y="457508"/>
                    <a:pt x="542081" y="474651"/>
                  </a:cubicBezTo>
                  <a:cubicBezTo>
                    <a:pt x="499723" y="506942"/>
                    <a:pt x="449650" y="527708"/>
                    <a:pt x="396824" y="534661"/>
                  </a:cubicBezTo>
                  <a:cubicBezTo>
                    <a:pt x="368878" y="538852"/>
                    <a:pt x="340474" y="538852"/>
                    <a:pt x="312528" y="534661"/>
                  </a:cubicBezTo>
                  <a:cubicBezTo>
                    <a:pt x="259759" y="527708"/>
                    <a:pt x="209744" y="506942"/>
                    <a:pt x="167462" y="474651"/>
                  </a:cubicBezTo>
                  <a:cubicBezTo>
                    <a:pt x="145031" y="457508"/>
                    <a:pt x="124981" y="437504"/>
                    <a:pt x="107836" y="415120"/>
                  </a:cubicBezTo>
                  <a:cubicBezTo>
                    <a:pt x="75584" y="372736"/>
                    <a:pt x="54905" y="322632"/>
                    <a:pt x="47828" y="269864"/>
                  </a:cubicBezTo>
                  <a:cubicBezTo>
                    <a:pt x="45847" y="255957"/>
                    <a:pt x="44828" y="241861"/>
                    <a:pt x="44780" y="227764"/>
                  </a:cubicBezTo>
                  <a:cubicBezTo>
                    <a:pt x="44828" y="213667"/>
                    <a:pt x="45847" y="199570"/>
                    <a:pt x="47828" y="185566"/>
                  </a:cubicBezTo>
                  <a:cubicBezTo>
                    <a:pt x="53714" y="141276"/>
                    <a:pt x="69259" y="98893"/>
                    <a:pt x="93358" y="61267"/>
                  </a:cubicBezTo>
                  <a:lnTo>
                    <a:pt x="214516" y="182427"/>
                  </a:lnTo>
                  <a:cubicBezTo>
                    <a:pt x="209639" y="196998"/>
                    <a:pt x="207191" y="212332"/>
                    <a:pt x="207277" y="227764"/>
                  </a:cubicBezTo>
                  <a:cubicBezTo>
                    <a:pt x="207153" y="245288"/>
                    <a:pt x="210382" y="262720"/>
                    <a:pt x="216802" y="279105"/>
                  </a:cubicBezTo>
                  <a:cubicBezTo>
                    <a:pt x="217640" y="281960"/>
                    <a:pt x="218764" y="284723"/>
                    <a:pt x="220135" y="287393"/>
                  </a:cubicBezTo>
                  <a:cubicBezTo>
                    <a:pt x="234890" y="320730"/>
                    <a:pt x="261502" y="347398"/>
                    <a:pt x="294811" y="362258"/>
                  </a:cubicBezTo>
                  <a:cubicBezTo>
                    <a:pt x="296917" y="363402"/>
                    <a:pt x="299117" y="364258"/>
                    <a:pt x="301384" y="365021"/>
                  </a:cubicBezTo>
                  <a:cubicBezTo>
                    <a:pt x="335045" y="378066"/>
                    <a:pt x="372316" y="378355"/>
                    <a:pt x="406159" y="365783"/>
                  </a:cubicBezTo>
                  <a:cubicBezTo>
                    <a:pt x="409007" y="364923"/>
                    <a:pt x="411778" y="363779"/>
                    <a:pt x="414445" y="362449"/>
                  </a:cubicBezTo>
                  <a:cubicBezTo>
                    <a:pt x="445287" y="348733"/>
                    <a:pt x="470529" y="324921"/>
                    <a:pt x="485978" y="294913"/>
                  </a:cubicBezTo>
                  <a:lnTo>
                    <a:pt x="657428" y="294913"/>
                  </a:lnTo>
                  <a:cubicBezTo>
                    <a:pt x="647789" y="338538"/>
                    <a:pt x="628768" y="379592"/>
                    <a:pt x="601707" y="415120"/>
                  </a:cubicBez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373">
              <a:extLst>
                <a:ext uri="{FF2B5EF4-FFF2-40B4-BE49-F238E27FC236}">
                  <a16:creationId xmlns:a16="http://schemas.microsoft.com/office/drawing/2014/main" id="{BB2FBA8B-5882-22B5-A67E-AB4D1EBF17A4}"/>
                </a:ext>
              </a:extLst>
            </p:cNvPr>
            <p:cNvSpPr/>
            <p:nvPr/>
          </p:nvSpPr>
          <p:spPr>
            <a:xfrm>
              <a:off x="2456929" y="5413377"/>
              <a:ext cx="327670" cy="327669"/>
            </a:xfrm>
            <a:custGeom>
              <a:avLst/>
              <a:gdLst>
                <a:gd name="connsiteX0" fmla="*/ 16110 w 327670"/>
                <a:gd name="connsiteY0" fmla="*/ 260172 h 327669"/>
                <a:gd name="connsiteX1" fmla="*/ 19063 w 327670"/>
                <a:gd name="connsiteY1" fmla="*/ 261502 h 327669"/>
                <a:gd name="connsiteX2" fmla="*/ 71450 w 327670"/>
                <a:gd name="connsiteY2" fmla="*/ 313987 h 327669"/>
                <a:gd name="connsiteX3" fmla="*/ 72784 w 327670"/>
                <a:gd name="connsiteY3" fmla="*/ 316559 h 327669"/>
                <a:gd name="connsiteX4" fmla="*/ 94025 w 327670"/>
                <a:gd name="connsiteY4" fmla="*/ 332749 h 327669"/>
                <a:gd name="connsiteX5" fmla="*/ 305956 w 327670"/>
                <a:gd name="connsiteY5" fmla="*/ 332749 h 327669"/>
                <a:gd name="connsiteX6" fmla="*/ 322529 w 327670"/>
                <a:gd name="connsiteY6" fmla="*/ 325224 h 327669"/>
                <a:gd name="connsiteX7" fmla="*/ 327768 w 327670"/>
                <a:gd name="connsiteY7" fmla="*/ 307890 h 327669"/>
                <a:gd name="connsiteX8" fmla="*/ 259093 w 327670"/>
                <a:gd name="connsiteY8" fmla="*/ 141868 h 327669"/>
                <a:gd name="connsiteX9" fmla="*/ 191180 w 327670"/>
                <a:gd name="connsiteY9" fmla="*/ 73955 h 327669"/>
                <a:gd name="connsiteX10" fmla="*/ 25254 w 327670"/>
                <a:gd name="connsiteY10" fmla="*/ 5281 h 327669"/>
                <a:gd name="connsiteX11" fmla="*/ 7823 w 327670"/>
                <a:gd name="connsiteY11" fmla="*/ 10522 h 327669"/>
                <a:gd name="connsiteX12" fmla="*/ 299 w 327670"/>
                <a:gd name="connsiteY12" fmla="*/ 27191 h 327669"/>
                <a:gd name="connsiteX13" fmla="*/ 299 w 327670"/>
                <a:gd name="connsiteY13" fmla="*/ 239406 h 327669"/>
                <a:gd name="connsiteX14" fmla="*/ 16110 w 327670"/>
                <a:gd name="connsiteY14" fmla="*/ 260172 h 327669"/>
                <a:gd name="connsiteX15" fmla="*/ 44685 w 327670"/>
                <a:gd name="connsiteY15" fmla="*/ 53385 h 327669"/>
                <a:gd name="connsiteX16" fmla="*/ 164795 w 327670"/>
                <a:gd name="connsiteY16" fmla="*/ 109009 h 327669"/>
                <a:gd name="connsiteX17" fmla="*/ 224327 w 327670"/>
                <a:gd name="connsiteY17" fmla="*/ 168540 h 327669"/>
                <a:gd name="connsiteX18" fmla="*/ 280048 w 327670"/>
                <a:gd name="connsiteY18" fmla="*/ 288747 h 327669"/>
                <a:gd name="connsiteX19" fmla="*/ 108598 w 327670"/>
                <a:gd name="connsiteY19" fmla="*/ 288747 h 327669"/>
                <a:gd name="connsiteX20" fmla="*/ 44685 w 327670"/>
                <a:gd name="connsiteY20" fmla="*/ 224737 h 327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27670" h="327669">
                  <a:moveTo>
                    <a:pt x="16110" y="260172"/>
                  </a:moveTo>
                  <a:lnTo>
                    <a:pt x="19063" y="261502"/>
                  </a:lnTo>
                  <a:cubicBezTo>
                    <a:pt x="42447" y="271888"/>
                    <a:pt x="61125" y="290556"/>
                    <a:pt x="71450" y="313987"/>
                  </a:cubicBezTo>
                  <a:lnTo>
                    <a:pt x="72784" y="316559"/>
                  </a:lnTo>
                  <a:cubicBezTo>
                    <a:pt x="75403" y="326084"/>
                    <a:pt x="84100" y="332749"/>
                    <a:pt x="94025" y="332749"/>
                  </a:cubicBezTo>
                  <a:lnTo>
                    <a:pt x="305956" y="332749"/>
                  </a:lnTo>
                  <a:cubicBezTo>
                    <a:pt x="312318" y="332749"/>
                    <a:pt x="318376" y="330084"/>
                    <a:pt x="322529" y="325224"/>
                  </a:cubicBezTo>
                  <a:cubicBezTo>
                    <a:pt x="326720" y="320461"/>
                    <a:pt x="328625" y="314178"/>
                    <a:pt x="327768" y="307890"/>
                  </a:cubicBezTo>
                  <a:cubicBezTo>
                    <a:pt x="319672" y="247503"/>
                    <a:pt x="296002" y="190353"/>
                    <a:pt x="259093" y="141868"/>
                  </a:cubicBezTo>
                  <a:cubicBezTo>
                    <a:pt x="239576" y="116344"/>
                    <a:pt x="216745" y="93484"/>
                    <a:pt x="191180" y="73955"/>
                  </a:cubicBezTo>
                  <a:cubicBezTo>
                    <a:pt x="142726" y="37093"/>
                    <a:pt x="85566" y="13471"/>
                    <a:pt x="25254" y="5281"/>
                  </a:cubicBezTo>
                  <a:cubicBezTo>
                    <a:pt x="18958" y="4425"/>
                    <a:pt x="12614" y="6327"/>
                    <a:pt x="7823" y="10522"/>
                  </a:cubicBezTo>
                  <a:cubicBezTo>
                    <a:pt x="3042" y="14713"/>
                    <a:pt x="308" y="20805"/>
                    <a:pt x="299" y="27191"/>
                  </a:cubicBezTo>
                  <a:lnTo>
                    <a:pt x="299" y="239406"/>
                  </a:lnTo>
                  <a:cubicBezTo>
                    <a:pt x="822" y="248931"/>
                    <a:pt x="7080" y="257121"/>
                    <a:pt x="16110" y="260172"/>
                  </a:cubicBezTo>
                  <a:close/>
                  <a:moveTo>
                    <a:pt x="44685" y="53385"/>
                  </a:moveTo>
                  <a:cubicBezTo>
                    <a:pt x="88291" y="63003"/>
                    <a:pt x="129277" y="81960"/>
                    <a:pt x="164795" y="109009"/>
                  </a:cubicBezTo>
                  <a:cubicBezTo>
                    <a:pt x="187198" y="126152"/>
                    <a:pt x="207210" y="146156"/>
                    <a:pt x="224327" y="168540"/>
                  </a:cubicBezTo>
                  <a:cubicBezTo>
                    <a:pt x="251425" y="204068"/>
                    <a:pt x="270437" y="245122"/>
                    <a:pt x="280048" y="288747"/>
                  </a:cubicBezTo>
                  <a:lnTo>
                    <a:pt x="108598" y="288747"/>
                  </a:lnTo>
                  <a:cubicBezTo>
                    <a:pt x="94491" y="261311"/>
                    <a:pt x="72146" y="238931"/>
                    <a:pt x="44685" y="224737"/>
                  </a:cubicBez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60DDC796-E4F9-B2E3-7EA2-E6D99B883297}"/>
              </a:ext>
            </a:extLst>
          </p:cNvPr>
          <p:cNvGrpSpPr/>
          <p:nvPr/>
        </p:nvGrpSpPr>
        <p:grpSpPr>
          <a:xfrm>
            <a:off x="5120594" y="2586321"/>
            <a:ext cx="655402" cy="541762"/>
            <a:chOff x="3544816" y="3956739"/>
            <a:chExt cx="705137" cy="705135"/>
          </a:xfrm>
        </p:grpSpPr>
        <p:sp>
          <p:nvSpPr>
            <p:cNvPr id="220" name="Freeform: Shape 376">
              <a:extLst>
                <a:ext uri="{FF2B5EF4-FFF2-40B4-BE49-F238E27FC236}">
                  <a16:creationId xmlns:a16="http://schemas.microsoft.com/office/drawing/2014/main" id="{C26953B1-FB60-9393-A326-B693018DF6F2}"/>
                </a:ext>
              </a:extLst>
            </p:cNvPr>
            <p:cNvSpPr/>
            <p:nvPr/>
          </p:nvSpPr>
          <p:spPr>
            <a:xfrm>
              <a:off x="3544816" y="3956739"/>
              <a:ext cx="705137" cy="705135"/>
            </a:xfrm>
            <a:custGeom>
              <a:avLst/>
              <a:gdLst>
                <a:gd name="connsiteX0" fmla="*/ 654839 w 705137"/>
                <a:gd name="connsiteY0" fmla="*/ 289638 h 705135"/>
                <a:gd name="connsiteX1" fmla="*/ 630551 w 705137"/>
                <a:gd name="connsiteY1" fmla="*/ 289638 h 705135"/>
                <a:gd name="connsiteX2" fmla="*/ 573401 w 705137"/>
                <a:gd name="connsiteY2" fmla="*/ 219153 h 705135"/>
                <a:gd name="connsiteX3" fmla="*/ 573401 w 705137"/>
                <a:gd name="connsiteY3" fmla="*/ 108377 h 705135"/>
                <a:gd name="connsiteX4" fmla="*/ 554351 w 705137"/>
                <a:gd name="connsiteY4" fmla="*/ 68373 h 705135"/>
                <a:gd name="connsiteX5" fmla="*/ 510155 w 705137"/>
                <a:gd name="connsiteY5" fmla="*/ 58181 h 705135"/>
                <a:gd name="connsiteX6" fmla="*/ 413762 w 705137"/>
                <a:gd name="connsiteY6" fmla="*/ 150573 h 705135"/>
                <a:gd name="connsiteX7" fmla="*/ 342420 w 705137"/>
                <a:gd name="connsiteY7" fmla="*/ 148001 h 705135"/>
                <a:gd name="connsiteX8" fmla="*/ 172779 w 705137"/>
                <a:gd name="connsiteY8" fmla="*/ 459 h 705135"/>
                <a:gd name="connsiteX9" fmla="*/ 1329 w 705137"/>
                <a:gd name="connsiteY9" fmla="*/ 171338 h 705135"/>
                <a:gd name="connsiteX10" fmla="*/ 87054 w 705137"/>
                <a:gd name="connsiteY10" fmla="*/ 319642 h 705135"/>
                <a:gd name="connsiteX11" fmla="*/ 77529 w 705137"/>
                <a:gd name="connsiteY11" fmla="*/ 371934 h 705135"/>
                <a:gd name="connsiteX12" fmla="*/ 53050 w 705137"/>
                <a:gd name="connsiteY12" fmla="*/ 371934 h 705135"/>
                <a:gd name="connsiteX13" fmla="*/ 45716 w 705137"/>
                <a:gd name="connsiteY13" fmla="*/ 364600 h 705135"/>
                <a:gd name="connsiteX14" fmla="*/ 45716 w 705137"/>
                <a:gd name="connsiteY14" fmla="*/ 330691 h 705135"/>
                <a:gd name="connsiteX15" fmla="*/ 23904 w 705137"/>
                <a:gd name="connsiteY15" fmla="*/ 308688 h 705135"/>
                <a:gd name="connsiteX16" fmla="*/ 23713 w 705137"/>
                <a:gd name="connsiteY16" fmla="*/ 308688 h 705135"/>
                <a:gd name="connsiteX17" fmla="*/ 1710 w 705137"/>
                <a:gd name="connsiteY17" fmla="*/ 330500 h 705135"/>
                <a:gd name="connsiteX18" fmla="*/ 1710 w 705137"/>
                <a:gd name="connsiteY18" fmla="*/ 330691 h 705135"/>
                <a:gd name="connsiteX19" fmla="*/ 1710 w 705137"/>
                <a:gd name="connsiteY19" fmla="*/ 364600 h 705135"/>
                <a:gd name="connsiteX20" fmla="*/ 53050 w 705137"/>
                <a:gd name="connsiteY20" fmla="*/ 416035 h 705135"/>
                <a:gd name="connsiteX21" fmla="*/ 79339 w 705137"/>
                <a:gd name="connsiteY21" fmla="*/ 416035 h 705135"/>
                <a:gd name="connsiteX22" fmla="*/ 157825 w 705137"/>
                <a:gd name="connsiteY22" fmla="*/ 549385 h 705135"/>
                <a:gd name="connsiteX23" fmla="*/ 157825 w 705137"/>
                <a:gd name="connsiteY23" fmla="*/ 654160 h 705135"/>
                <a:gd name="connsiteX24" fmla="*/ 209260 w 705137"/>
                <a:gd name="connsiteY24" fmla="*/ 705595 h 705135"/>
                <a:gd name="connsiteX25" fmla="*/ 238597 w 705137"/>
                <a:gd name="connsiteY25" fmla="*/ 705595 h 705135"/>
                <a:gd name="connsiteX26" fmla="*/ 290032 w 705137"/>
                <a:gd name="connsiteY26" fmla="*/ 654160 h 705135"/>
                <a:gd name="connsiteX27" fmla="*/ 290032 w 705137"/>
                <a:gd name="connsiteY27" fmla="*/ 613393 h 705135"/>
                <a:gd name="connsiteX28" fmla="*/ 418048 w 705137"/>
                <a:gd name="connsiteY28" fmla="*/ 617775 h 705135"/>
                <a:gd name="connsiteX29" fmla="*/ 418048 w 705137"/>
                <a:gd name="connsiteY29" fmla="*/ 654160 h 705135"/>
                <a:gd name="connsiteX30" fmla="*/ 469483 w 705137"/>
                <a:gd name="connsiteY30" fmla="*/ 705595 h 705135"/>
                <a:gd name="connsiteX31" fmla="*/ 499106 w 705137"/>
                <a:gd name="connsiteY31" fmla="*/ 705595 h 705135"/>
                <a:gd name="connsiteX32" fmla="*/ 550541 w 705137"/>
                <a:gd name="connsiteY32" fmla="*/ 654160 h 705135"/>
                <a:gd name="connsiteX33" fmla="*/ 550541 w 705137"/>
                <a:gd name="connsiteY33" fmla="*/ 567101 h 705135"/>
                <a:gd name="connsiteX34" fmla="*/ 628550 w 705137"/>
                <a:gd name="connsiteY34" fmla="*/ 483567 h 705135"/>
                <a:gd name="connsiteX35" fmla="*/ 655030 w 705137"/>
                <a:gd name="connsiteY35" fmla="*/ 483567 h 705135"/>
                <a:gd name="connsiteX36" fmla="*/ 706465 w 705137"/>
                <a:gd name="connsiteY36" fmla="*/ 432132 h 705135"/>
                <a:gd name="connsiteX37" fmla="*/ 706465 w 705137"/>
                <a:gd name="connsiteY37" fmla="*/ 341359 h 705135"/>
                <a:gd name="connsiteX38" fmla="*/ 655316 w 705137"/>
                <a:gd name="connsiteY38" fmla="*/ 289638 h 705135"/>
                <a:gd name="connsiteX39" fmla="*/ 654839 w 705137"/>
                <a:gd name="connsiteY39" fmla="*/ 289638 h 705135"/>
                <a:gd name="connsiteX40" fmla="*/ 45239 w 705137"/>
                <a:gd name="connsiteY40" fmla="*/ 171242 h 705135"/>
                <a:gd name="connsiteX41" fmla="*/ 172684 w 705137"/>
                <a:gd name="connsiteY41" fmla="*/ 44369 h 705135"/>
                <a:gd name="connsiteX42" fmla="*/ 172779 w 705137"/>
                <a:gd name="connsiteY42" fmla="*/ 44369 h 705135"/>
                <a:gd name="connsiteX43" fmla="*/ 299557 w 705137"/>
                <a:gd name="connsiteY43" fmla="*/ 171909 h 705135"/>
                <a:gd name="connsiteX44" fmla="*/ 298128 w 705137"/>
                <a:gd name="connsiteY44" fmla="*/ 189435 h 705135"/>
                <a:gd name="connsiteX45" fmla="*/ 296985 w 705137"/>
                <a:gd name="connsiteY45" fmla="*/ 194960 h 705135"/>
                <a:gd name="connsiteX46" fmla="*/ 294509 w 705137"/>
                <a:gd name="connsiteY46" fmla="*/ 206199 h 705135"/>
                <a:gd name="connsiteX47" fmla="*/ 292318 w 705137"/>
                <a:gd name="connsiteY47" fmla="*/ 212486 h 705135"/>
                <a:gd name="connsiteX48" fmla="*/ 288508 w 705137"/>
                <a:gd name="connsiteY48" fmla="*/ 222011 h 705135"/>
                <a:gd name="connsiteX49" fmla="*/ 285365 w 705137"/>
                <a:gd name="connsiteY49" fmla="*/ 228297 h 705135"/>
                <a:gd name="connsiteX50" fmla="*/ 282126 w 705137"/>
                <a:gd name="connsiteY50" fmla="*/ 233917 h 705135"/>
                <a:gd name="connsiteX51" fmla="*/ 268696 w 705137"/>
                <a:gd name="connsiteY51" fmla="*/ 239537 h 705135"/>
                <a:gd name="connsiteX52" fmla="*/ 259933 w 705137"/>
                <a:gd name="connsiteY52" fmla="*/ 243251 h 705135"/>
                <a:gd name="connsiteX53" fmla="*/ 235549 w 705137"/>
                <a:gd name="connsiteY53" fmla="*/ 257825 h 705135"/>
                <a:gd name="connsiteX54" fmla="*/ 233549 w 705137"/>
                <a:gd name="connsiteY54" fmla="*/ 259349 h 705135"/>
                <a:gd name="connsiteX55" fmla="*/ 213451 w 705137"/>
                <a:gd name="connsiteY55" fmla="*/ 276970 h 705135"/>
                <a:gd name="connsiteX56" fmla="*/ 206879 w 705137"/>
                <a:gd name="connsiteY56" fmla="*/ 284685 h 705135"/>
                <a:gd name="connsiteX57" fmla="*/ 198021 w 705137"/>
                <a:gd name="connsiteY57" fmla="*/ 294972 h 705135"/>
                <a:gd name="connsiteX58" fmla="*/ 190306 w 705137"/>
                <a:gd name="connsiteY58" fmla="*/ 296401 h 705135"/>
                <a:gd name="connsiteX59" fmla="*/ 182114 w 705137"/>
                <a:gd name="connsiteY59" fmla="*/ 297354 h 705135"/>
                <a:gd name="connsiteX60" fmla="*/ 170303 w 705137"/>
                <a:gd name="connsiteY60" fmla="*/ 297354 h 705135"/>
                <a:gd name="connsiteX61" fmla="*/ 162397 w 705137"/>
                <a:gd name="connsiteY61" fmla="*/ 297354 h 705135"/>
                <a:gd name="connsiteX62" fmla="*/ 149062 w 705137"/>
                <a:gd name="connsiteY62" fmla="*/ 295353 h 705135"/>
                <a:gd name="connsiteX63" fmla="*/ 142871 w 705137"/>
                <a:gd name="connsiteY63" fmla="*/ 294306 h 705135"/>
                <a:gd name="connsiteX64" fmla="*/ 123821 w 705137"/>
                <a:gd name="connsiteY64" fmla="*/ 288114 h 705135"/>
                <a:gd name="connsiteX65" fmla="*/ 45430 w 705137"/>
                <a:gd name="connsiteY65" fmla="*/ 171242 h 705135"/>
                <a:gd name="connsiteX66" fmla="*/ 661983 w 705137"/>
                <a:gd name="connsiteY66" fmla="*/ 431751 h 705135"/>
                <a:gd name="connsiteX67" fmla="*/ 654649 w 705137"/>
                <a:gd name="connsiteY67" fmla="*/ 439085 h 705135"/>
                <a:gd name="connsiteX68" fmla="*/ 614740 w 705137"/>
                <a:gd name="connsiteY68" fmla="*/ 439085 h 705135"/>
                <a:gd name="connsiteX69" fmla="*/ 594832 w 705137"/>
                <a:gd name="connsiteY69" fmla="*/ 451754 h 705135"/>
                <a:gd name="connsiteX70" fmla="*/ 516442 w 705137"/>
                <a:gd name="connsiteY70" fmla="*/ 536145 h 705135"/>
                <a:gd name="connsiteX71" fmla="*/ 506059 w 705137"/>
                <a:gd name="connsiteY71" fmla="*/ 555195 h 705135"/>
                <a:gd name="connsiteX72" fmla="*/ 506059 w 705137"/>
                <a:gd name="connsiteY72" fmla="*/ 654160 h 705135"/>
                <a:gd name="connsiteX73" fmla="*/ 498725 w 705137"/>
                <a:gd name="connsiteY73" fmla="*/ 661494 h 705135"/>
                <a:gd name="connsiteX74" fmla="*/ 469102 w 705137"/>
                <a:gd name="connsiteY74" fmla="*/ 661494 h 705135"/>
                <a:gd name="connsiteX75" fmla="*/ 461768 w 705137"/>
                <a:gd name="connsiteY75" fmla="*/ 654160 h 705135"/>
                <a:gd name="connsiteX76" fmla="*/ 461768 w 705137"/>
                <a:gd name="connsiteY76" fmla="*/ 591009 h 705135"/>
                <a:gd name="connsiteX77" fmla="*/ 453386 w 705137"/>
                <a:gd name="connsiteY77" fmla="*/ 573769 h 705135"/>
                <a:gd name="connsiteX78" fmla="*/ 439670 w 705137"/>
                <a:gd name="connsiteY78" fmla="*/ 569007 h 705135"/>
                <a:gd name="connsiteX79" fmla="*/ 434622 w 705137"/>
                <a:gd name="connsiteY79" fmla="*/ 569578 h 705135"/>
                <a:gd name="connsiteX80" fmla="*/ 274221 w 705137"/>
                <a:gd name="connsiteY80" fmla="*/ 563577 h 705135"/>
                <a:gd name="connsiteX81" fmla="*/ 254599 w 705137"/>
                <a:gd name="connsiteY81" fmla="*/ 566816 h 705135"/>
                <a:gd name="connsiteX82" fmla="*/ 245074 w 705137"/>
                <a:gd name="connsiteY82" fmla="*/ 584532 h 705135"/>
                <a:gd name="connsiteX83" fmla="*/ 245074 w 705137"/>
                <a:gd name="connsiteY83" fmla="*/ 654160 h 705135"/>
                <a:gd name="connsiteX84" fmla="*/ 237931 w 705137"/>
                <a:gd name="connsiteY84" fmla="*/ 661494 h 705135"/>
                <a:gd name="connsiteX85" fmla="*/ 237740 w 705137"/>
                <a:gd name="connsiteY85" fmla="*/ 661494 h 705135"/>
                <a:gd name="connsiteX86" fmla="*/ 208403 w 705137"/>
                <a:gd name="connsiteY86" fmla="*/ 661494 h 705135"/>
                <a:gd name="connsiteX87" fmla="*/ 201068 w 705137"/>
                <a:gd name="connsiteY87" fmla="*/ 654160 h 705135"/>
                <a:gd name="connsiteX88" fmla="*/ 201068 w 705137"/>
                <a:gd name="connsiteY88" fmla="*/ 538717 h 705135"/>
                <a:gd name="connsiteX89" fmla="*/ 192592 w 705137"/>
                <a:gd name="connsiteY89" fmla="*/ 521382 h 705135"/>
                <a:gd name="connsiteX90" fmla="*/ 120201 w 705137"/>
                <a:gd name="connsiteY90" fmla="*/ 391841 h 705135"/>
                <a:gd name="connsiteX91" fmla="*/ 120201 w 705137"/>
                <a:gd name="connsiteY91" fmla="*/ 384602 h 705135"/>
                <a:gd name="connsiteX92" fmla="*/ 127726 w 705137"/>
                <a:gd name="connsiteY92" fmla="*/ 336977 h 705135"/>
                <a:gd name="connsiteX93" fmla="*/ 134965 w 705137"/>
                <a:gd name="connsiteY93" fmla="*/ 338406 h 705135"/>
                <a:gd name="connsiteX94" fmla="*/ 142490 w 705137"/>
                <a:gd name="connsiteY94" fmla="*/ 339930 h 705135"/>
                <a:gd name="connsiteX95" fmla="*/ 171922 w 705137"/>
                <a:gd name="connsiteY95" fmla="*/ 342883 h 705135"/>
                <a:gd name="connsiteX96" fmla="*/ 173446 w 705137"/>
                <a:gd name="connsiteY96" fmla="*/ 342883 h 705135"/>
                <a:gd name="connsiteX97" fmla="*/ 166398 w 705137"/>
                <a:gd name="connsiteY97" fmla="*/ 367076 h 705135"/>
                <a:gd name="connsiteX98" fmla="*/ 183914 w 705137"/>
                <a:gd name="connsiteY98" fmla="*/ 392794 h 705135"/>
                <a:gd name="connsiteX99" fmla="*/ 183923 w 705137"/>
                <a:gd name="connsiteY99" fmla="*/ 392794 h 705135"/>
                <a:gd name="connsiteX100" fmla="*/ 188019 w 705137"/>
                <a:gd name="connsiteY100" fmla="*/ 392794 h 705135"/>
                <a:gd name="connsiteX101" fmla="*/ 209641 w 705137"/>
                <a:gd name="connsiteY101" fmla="*/ 374887 h 705135"/>
                <a:gd name="connsiteX102" fmla="*/ 228691 w 705137"/>
                <a:gd name="connsiteY102" fmla="*/ 327262 h 705135"/>
                <a:gd name="connsiteX103" fmla="*/ 301843 w 705137"/>
                <a:gd name="connsiteY103" fmla="*/ 274017 h 705135"/>
                <a:gd name="connsiteX104" fmla="*/ 357469 w 705137"/>
                <a:gd name="connsiteY104" fmla="*/ 272208 h 705135"/>
                <a:gd name="connsiteX105" fmla="*/ 383187 w 705137"/>
                <a:gd name="connsiteY105" fmla="*/ 254586 h 705135"/>
                <a:gd name="connsiteX106" fmla="*/ 365470 w 705137"/>
                <a:gd name="connsiteY106" fmla="*/ 228869 h 705135"/>
                <a:gd name="connsiteX107" fmla="*/ 333561 w 705137"/>
                <a:gd name="connsiteY107" fmla="*/ 226297 h 705135"/>
                <a:gd name="connsiteX108" fmla="*/ 334324 w 705137"/>
                <a:gd name="connsiteY108" fmla="*/ 223916 h 705135"/>
                <a:gd name="connsiteX109" fmla="*/ 336228 w 705137"/>
                <a:gd name="connsiteY109" fmla="*/ 217534 h 705135"/>
                <a:gd name="connsiteX110" fmla="*/ 340324 w 705137"/>
                <a:gd name="connsiteY110" fmla="*/ 199532 h 705135"/>
                <a:gd name="connsiteX111" fmla="*/ 341086 w 705137"/>
                <a:gd name="connsiteY111" fmla="*/ 195246 h 705135"/>
                <a:gd name="connsiteX112" fmla="*/ 341753 w 705137"/>
                <a:gd name="connsiteY112" fmla="*/ 191816 h 705135"/>
                <a:gd name="connsiteX113" fmla="*/ 425383 w 705137"/>
                <a:gd name="connsiteY113" fmla="*/ 197246 h 705135"/>
                <a:gd name="connsiteX114" fmla="*/ 443194 w 705137"/>
                <a:gd name="connsiteY114" fmla="*/ 193055 h 705135"/>
                <a:gd name="connsiteX115" fmla="*/ 451862 w 705137"/>
                <a:gd name="connsiteY115" fmla="*/ 176958 h 705135"/>
                <a:gd name="connsiteX116" fmla="*/ 518537 w 705137"/>
                <a:gd name="connsiteY116" fmla="*/ 100758 h 705135"/>
                <a:gd name="connsiteX117" fmla="*/ 525395 w 705137"/>
                <a:gd name="connsiteY117" fmla="*/ 102377 h 705135"/>
                <a:gd name="connsiteX118" fmla="*/ 528157 w 705137"/>
                <a:gd name="connsiteY118" fmla="*/ 107997 h 705135"/>
                <a:gd name="connsiteX119" fmla="*/ 528157 w 705137"/>
                <a:gd name="connsiteY119" fmla="*/ 229345 h 705135"/>
                <a:gd name="connsiteX120" fmla="*/ 536730 w 705137"/>
                <a:gd name="connsiteY120" fmla="*/ 246776 h 705135"/>
                <a:gd name="connsiteX121" fmla="*/ 595784 w 705137"/>
                <a:gd name="connsiteY121" fmla="*/ 320118 h 705135"/>
                <a:gd name="connsiteX122" fmla="*/ 615978 w 705137"/>
                <a:gd name="connsiteY122" fmla="*/ 333263 h 705135"/>
                <a:gd name="connsiteX123" fmla="*/ 654078 w 705137"/>
                <a:gd name="connsiteY123" fmla="*/ 333263 h 705135"/>
                <a:gd name="connsiteX124" fmla="*/ 661412 w 705137"/>
                <a:gd name="connsiteY124" fmla="*/ 340597 h 705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</a:cxnLst>
              <a:rect l="l" t="t" r="r" b="b"/>
              <a:pathLst>
                <a:path w="705137" h="705135">
                  <a:moveTo>
                    <a:pt x="654839" y="289638"/>
                  </a:moveTo>
                  <a:lnTo>
                    <a:pt x="630551" y="289638"/>
                  </a:lnTo>
                  <a:cubicBezTo>
                    <a:pt x="616178" y="262711"/>
                    <a:pt x="596775" y="238784"/>
                    <a:pt x="573401" y="219153"/>
                  </a:cubicBezTo>
                  <a:lnTo>
                    <a:pt x="573401" y="108377"/>
                  </a:lnTo>
                  <a:cubicBezTo>
                    <a:pt x="573496" y="92833"/>
                    <a:pt x="566476" y="78098"/>
                    <a:pt x="554351" y="68373"/>
                  </a:cubicBezTo>
                  <a:cubicBezTo>
                    <a:pt x="541930" y="58448"/>
                    <a:pt x="525671" y="54695"/>
                    <a:pt x="510155" y="58181"/>
                  </a:cubicBezTo>
                  <a:cubicBezTo>
                    <a:pt x="463330" y="68639"/>
                    <a:pt x="426192" y="104234"/>
                    <a:pt x="413762" y="150573"/>
                  </a:cubicBezTo>
                  <a:cubicBezTo>
                    <a:pt x="390140" y="147220"/>
                    <a:pt x="366223" y="146354"/>
                    <a:pt x="342420" y="148001"/>
                  </a:cubicBezTo>
                  <a:cubicBezTo>
                    <a:pt x="330513" y="63439"/>
                    <a:pt x="258181" y="526"/>
                    <a:pt x="172779" y="459"/>
                  </a:cubicBezTo>
                  <a:cubicBezTo>
                    <a:pt x="78310" y="459"/>
                    <a:pt x="1644" y="76869"/>
                    <a:pt x="1329" y="171338"/>
                  </a:cubicBezTo>
                  <a:cubicBezTo>
                    <a:pt x="1139" y="232593"/>
                    <a:pt x="33876" y="289238"/>
                    <a:pt x="87054" y="319642"/>
                  </a:cubicBezTo>
                  <a:cubicBezTo>
                    <a:pt x="81511" y="336559"/>
                    <a:pt x="78310" y="354151"/>
                    <a:pt x="77529" y="371934"/>
                  </a:cubicBezTo>
                  <a:lnTo>
                    <a:pt x="53050" y="371934"/>
                  </a:lnTo>
                  <a:cubicBezTo>
                    <a:pt x="49021" y="371887"/>
                    <a:pt x="45763" y="368629"/>
                    <a:pt x="45716" y="364600"/>
                  </a:cubicBezTo>
                  <a:lnTo>
                    <a:pt x="45716" y="330691"/>
                  </a:lnTo>
                  <a:cubicBezTo>
                    <a:pt x="45773" y="318594"/>
                    <a:pt x="36000" y="308745"/>
                    <a:pt x="23904" y="308688"/>
                  </a:cubicBezTo>
                  <a:cubicBezTo>
                    <a:pt x="23837" y="308688"/>
                    <a:pt x="23780" y="308688"/>
                    <a:pt x="23713" y="308688"/>
                  </a:cubicBezTo>
                  <a:cubicBezTo>
                    <a:pt x="11617" y="308631"/>
                    <a:pt x="1768" y="318404"/>
                    <a:pt x="1710" y="330500"/>
                  </a:cubicBezTo>
                  <a:cubicBezTo>
                    <a:pt x="1710" y="330567"/>
                    <a:pt x="1710" y="330624"/>
                    <a:pt x="1710" y="330691"/>
                  </a:cubicBezTo>
                  <a:lnTo>
                    <a:pt x="1710" y="364600"/>
                  </a:lnTo>
                  <a:cubicBezTo>
                    <a:pt x="1758" y="392946"/>
                    <a:pt x="24704" y="415930"/>
                    <a:pt x="53050" y="416035"/>
                  </a:cubicBezTo>
                  <a:lnTo>
                    <a:pt x="79339" y="416035"/>
                  </a:lnTo>
                  <a:cubicBezTo>
                    <a:pt x="88616" y="468480"/>
                    <a:pt x="116477" y="515819"/>
                    <a:pt x="157825" y="549385"/>
                  </a:cubicBezTo>
                  <a:lnTo>
                    <a:pt x="157825" y="654160"/>
                  </a:lnTo>
                  <a:cubicBezTo>
                    <a:pt x="157825" y="682564"/>
                    <a:pt x="180857" y="705595"/>
                    <a:pt x="209260" y="705595"/>
                  </a:cubicBezTo>
                  <a:lnTo>
                    <a:pt x="238597" y="705595"/>
                  </a:lnTo>
                  <a:cubicBezTo>
                    <a:pt x="267001" y="705595"/>
                    <a:pt x="290032" y="682564"/>
                    <a:pt x="290032" y="654160"/>
                  </a:cubicBezTo>
                  <a:lnTo>
                    <a:pt x="290032" y="613393"/>
                  </a:lnTo>
                  <a:cubicBezTo>
                    <a:pt x="332047" y="622937"/>
                    <a:pt x="375481" y="624423"/>
                    <a:pt x="418048" y="617775"/>
                  </a:cubicBezTo>
                  <a:lnTo>
                    <a:pt x="418048" y="654160"/>
                  </a:lnTo>
                  <a:cubicBezTo>
                    <a:pt x="418048" y="682564"/>
                    <a:pt x="441080" y="705595"/>
                    <a:pt x="469483" y="705595"/>
                  </a:cubicBezTo>
                  <a:lnTo>
                    <a:pt x="499106" y="705595"/>
                  </a:lnTo>
                  <a:cubicBezTo>
                    <a:pt x="527509" y="705595"/>
                    <a:pt x="550541" y="682564"/>
                    <a:pt x="550541" y="654160"/>
                  </a:cubicBezTo>
                  <a:lnTo>
                    <a:pt x="550541" y="567101"/>
                  </a:lnTo>
                  <a:cubicBezTo>
                    <a:pt x="582631" y="545642"/>
                    <a:pt x="609329" y="517048"/>
                    <a:pt x="628550" y="483567"/>
                  </a:cubicBezTo>
                  <a:lnTo>
                    <a:pt x="655030" y="483567"/>
                  </a:lnTo>
                  <a:cubicBezTo>
                    <a:pt x="683434" y="483567"/>
                    <a:pt x="706465" y="460536"/>
                    <a:pt x="706465" y="432132"/>
                  </a:cubicBezTo>
                  <a:lnTo>
                    <a:pt x="706465" y="341359"/>
                  </a:lnTo>
                  <a:cubicBezTo>
                    <a:pt x="706627" y="312956"/>
                    <a:pt x="683720" y="289800"/>
                    <a:pt x="655316" y="289638"/>
                  </a:cubicBezTo>
                  <a:cubicBezTo>
                    <a:pt x="655154" y="289638"/>
                    <a:pt x="655002" y="289638"/>
                    <a:pt x="654839" y="289638"/>
                  </a:cubicBezTo>
                  <a:close/>
                  <a:moveTo>
                    <a:pt x="45239" y="171242"/>
                  </a:moveTo>
                  <a:cubicBezTo>
                    <a:pt x="45402" y="101015"/>
                    <a:pt x="102456" y="44207"/>
                    <a:pt x="172684" y="44369"/>
                  </a:cubicBezTo>
                  <a:cubicBezTo>
                    <a:pt x="172712" y="44369"/>
                    <a:pt x="172751" y="44369"/>
                    <a:pt x="172779" y="44369"/>
                  </a:cubicBezTo>
                  <a:cubicBezTo>
                    <a:pt x="242988" y="44636"/>
                    <a:pt x="299719" y="101700"/>
                    <a:pt x="299557" y="171909"/>
                  </a:cubicBezTo>
                  <a:cubicBezTo>
                    <a:pt x="299472" y="177777"/>
                    <a:pt x="298995" y="183634"/>
                    <a:pt x="298128" y="189435"/>
                  </a:cubicBezTo>
                  <a:cubicBezTo>
                    <a:pt x="298128" y="191340"/>
                    <a:pt x="297367" y="193150"/>
                    <a:pt x="296985" y="194960"/>
                  </a:cubicBezTo>
                  <a:cubicBezTo>
                    <a:pt x="296366" y="198751"/>
                    <a:pt x="295538" y="202504"/>
                    <a:pt x="294509" y="206199"/>
                  </a:cubicBezTo>
                  <a:cubicBezTo>
                    <a:pt x="293842" y="208390"/>
                    <a:pt x="292985" y="210390"/>
                    <a:pt x="292318" y="212486"/>
                  </a:cubicBezTo>
                  <a:cubicBezTo>
                    <a:pt x="291651" y="214581"/>
                    <a:pt x="289937" y="219058"/>
                    <a:pt x="288508" y="222011"/>
                  </a:cubicBezTo>
                  <a:cubicBezTo>
                    <a:pt x="287079" y="224964"/>
                    <a:pt x="286413" y="226297"/>
                    <a:pt x="285365" y="228297"/>
                  </a:cubicBezTo>
                  <a:cubicBezTo>
                    <a:pt x="284317" y="230298"/>
                    <a:pt x="283269" y="232107"/>
                    <a:pt x="282126" y="233917"/>
                  </a:cubicBezTo>
                  <a:cubicBezTo>
                    <a:pt x="277459" y="235536"/>
                    <a:pt x="273173" y="237632"/>
                    <a:pt x="268696" y="239537"/>
                  </a:cubicBezTo>
                  <a:cubicBezTo>
                    <a:pt x="265743" y="240775"/>
                    <a:pt x="262791" y="241823"/>
                    <a:pt x="259933" y="243251"/>
                  </a:cubicBezTo>
                  <a:cubicBezTo>
                    <a:pt x="251408" y="247424"/>
                    <a:pt x="243255" y="252291"/>
                    <a:pt x="235549" y="257825"/>
                  </a:cubicBezTo>
                  <a:lnTo>
                    <a:pt x="233549" y="259349"/>
                  </a:lnTo>
                  <a:cubicBezTo>
                    <a:pt x="226414" y="264702"/>
                    <a:pt x="219700" y="270598"/>
                    <a:pt x="213451" y="276970"/>
                  </a:cubicBezTo>
                  <a:cubicBezTo>
                    <a:pt x="211165" y="279351"/>
                    <a:pt x="209070" y="282114"/>
                    <a:pt x="206879" y="284685"/>
                  </a:cubicBezTo>
                  <a:cubicBezTo>
                    <a:pt x="204688" y="287257"/>
                    <a:pt x="200688" y="291353"/>
                    <a:pt x="198021" y="294972"/>
                  </a:cubicBezTo>
                  <a:lnTo>
                    <a:pt x="190306" y="296401"/>
                  </a:lnTo>
                  <a:cubicBezTo>
                    <a:pt x="187638" y="296401"/>
                    <a:pt x="184876" y="297163"/>
                    <a:pt x="182114" y="297354"/>
                  </a:cubicBezTo>
                  <a:cubicBezTo>
                    <a:pt x="178180" y="297592"/>
                    <a:pt x="174237" y="297592"/>
                    <a:pt x="170303" y="297354"/>
                  </a:cubicBezTo>
                  <a:cubicBezTo>
                    <a:pt x="167731" y="297354"/>
                    <a:pt x="165064" y="297354"/>
                    <a:pt x="162397" y="297354"/>
                  </a:cubicBezTo>
                  <a:cubicBezTo>
                    <a:pt x="157920" y="296925"/>
                    <a:pt x="153472" y="296258"/>
                    <a:pt x="149062" y="295353"/>
                  </a:cubicBezTo>
                  <a:cubicBezTo>
                    <a:pt x="146966" y="295353"/>
                    <a:pt x="144871" y="294782"/>
                    <a:pt x="142871" y="294306"/>
                  </a:cubicBezTo>
                  <a:cubicBezTo>
                    <a:pt x="136356" y="292800"/>
                    <a:pt x="129974" y="290734"/>
                    <a:pt x="123821" y="288114"/>
                  </a:cubicBezTo>
                  <a:cubicBezTo>
                    <a:pt x="76415" y="268655"/>
                    <a:pt x="45449" y="222487"/>
                    <a:pt x="45430" y="171242"/>
                  </a:cubicBezTo>
                  <a:close/>
                  <a:moveTo>
                    <a:pt x="661983" y="431751"/>
                  </a:moveTo>
                  <a:cubicBezTo>
                    <a:pt x="661936" y="435780"/>
                    <a:pt x="658678" y="439038"/>
                    <a:pt x="654649" y="439085"/>
                  </a:cubicBezTo>
                  <a:lnTo>
                    <a:pt x="614740" y="439085"/>
                  </a:lnTo>
                  <a:cubicBezTo>
                    <a:pt x="606215" y="439114"/>
                    <a:pt x="598471" y="444048"/>
                    <a:pt x="594832" y="451754"/>
                  </a:cubicBezTo>
                  <a:cubicBezTo>
                    <a:pt x="577277" y="486777"/>
                    <a:pt x="550084" y="516057"/>
                    <a:pt x="516442" y="536145"/>
                  </a:cubicBezTo>
                  <a:cubicBezTo>
                    <a:pt x="509859" y="540212"/>
                    <a:pt x="505916" y="547461"/>
                    <a:pt x="506059" y="555195"/>
                  </a:cubicBezTo>
                  <a:lnTo>
                    <a:pt x="506059" y="654160"/>
                  </a:lnTo>
                  <a:cubicBezTo>
                    <a:pt x="506011" y="658189"/>
                    <a:pt x="502754" y="661447"/>
                    <a:pt x="498725" y="661494"/>
                  </a:cubicBezTo>
                  <a:lnTo>
                    <a:pt x="469102" y="661494"/>
                  </a:lnTo>
                  <a:cubicBezTo>
                    <a:pt x="465073" y="661447"/>
                    <a:pt x="461815" y="658189"/>
                    <a:pt x="461768" y="654160"/>
                  </a:cubicBezTo>
                  <a:lnTo>
                    <a:pt x="461768" y="591009"/>
                  </a:lnTo>
                  <a:cubicBezTo>
                    <a:pt x="461730" y="584294"/>
                    <a:pt x="458644" y="577950"/>
                    <a:pt x="453386" y="573769"/>
                  </a:cubicBezTo>
                  <a:cubicBezTo>
                    <a:pt x="449490" y="570664"/>
                    <a:pt x="444652" y="568978"/>
                    <a:pt x="439670" y="569007"/>
                  </a:cubicBezTo>
                  <a:cubicBezTo>
                    <a:pt x="437974" y="569016"/>
                    <a:pt x="436279" y="569207"/>
                    <a:pt x="434622" y="569578"/>
                  </a:cubicBezTo>
                  <a:cubicBezTo>
                    <a:pt x="381615" y="582294"/>
                    <a:pt x="326132" y="580218"/>
                    <a:pt x="274221" y="563577"/>
                  </a:cubicBezTo>
                  <a:cubicBezTo>
                    <a:pt x="267543" y="561406"/>
                    <a:pt x="260229" y="562615"/>
                    <a:pt x="254599" y="566816"/>
                  </a:cubicBezTo>
                  <a:cubicBezTo>
                    <a:pt x="248760" y="570854"/>
                    <a:pt x="245217" y="577436"/>
                    <a:pt x="245074" y="584532"/>
                  </a:cubicBezTo>
                  <a:lnTo>
                    <a:pt x="245074" y="654160"/>
                  </a:lnTo>
                  <a:cubicBezTo>
                    <a:pt x="245131" y="658160"/>
                    <a:pt x="241931" y="661437"/>
                    <a:pt x="237931" y="661494"/>
                  </a:cubicBezTo>
                  <a:cubicBezTo>
                    <a:pt x="237864" y="661494"/>
                    <a:pt x="237807" y="661494"/>
                    <a:pt x="237740" y="661494"/>
                  </a:cubicBezTo>
                  <a:lnTo>
                    <a:pt x="208403" y="661494"/>
                  </a:lnTo>
                  <a:cubicBezTo>
                    <a:pt x="204374" y="661447"/>
                    <a:pt x="201116" y="658189"/>
                    <a:pt x="201068" y="654160"/>
                  </a:cubicBezTo>
                  <a:lnTo>
                    <a:pt x="201068" y="538717"/>
                  </a:lnTo>
                  <a:cubicBezTo>
                    <a:pt x="201050" y="531945"/>
                    <a:pt x="197925" y="525553"/>
                    <a:pt x="192592" y="521382"/>
                  </a:cubicBezTo>
                  <a:cubicBezTo>
                    <a:pt x="148491" y="486806"/>
                    <a:pt x="122773" y="441181"/>
                    <a:pt x="120201" y="391841"/>
                  </a:cubicBezTo>
                  <a:cubicBezTo>
                    <a:pt x="120201" y="389556"/>
                    <a:pt x="120201" y="387079"/>
                    <a:pt x="120201" y="384602"/>
                  </a:cubicBezTo>
                  <a:cubicBezTo>
                    <a:pt x="120183" y="368429"/>
                    <a:pt x="122716" y="352351"/>
                    <a:pt x="127726" y="336977"/>
                  </a:cubicBezTo>
                  <a:cubicBezTo>
                    <a:pt x="130108" y="337644"/>
                    <a:pt x="132584" y="337930"/>
                    <a:pt x="134965" y="338406"/>
                  </a:cubicBezTo>
                  <a:lnTo>
                    <a:pt x="142490" y="339930"/>
                  </a:lnTo>
                  <a:cubicBezTo>
                    <a:pt x="152206" y="341721"/>
                    <a:pt x="162045" y="342712"/>
                    <a:pt x="171922" y="342883"/>
                  </a:cubicBezTo>
                  <a:lnTo>
                    <a:pt x="173446" y="342883"/>
                  </a:lnTo>
                  <a:cubicBezTo>
                    <a:pt x="170513" y="350760"/>
                    <a:pt x="168150" y="358847"/>
                    <a:pt x="166398" y="367076"/>
                  </a:cubicBezTo>
                  <a:cubicBezTo>
                    <a:pt x="164130" y="379011"/>
                    <a:pt x="171979" y="390527"/>
                    <a:pt x="183914" y="392794"/>
                  </a:cubicBezTo>
                  <a:cubicBezTo>
                    <a:pt x="183923" y="392794"/>
                    <a:pt x="183923" y="392794"/>
                    <a:pt x="183923" y="392794"/>
                  </a:cubicBezTo>
                  <a:cubicBezTo>
                    <a:pt x="185286" y="392927"/>
                    <a:pt x="186657" y="392927"/>
                    <a:pt x="188019" y="392794"/>
                  </a:cubicBezTo>
                  <a:cubicBezTo>
                    <a:pt x="198592" y="392794"/>
                    <a:pt x="207670" y="385279"/>
                    <a:pt x="209641" y="374887"/>
                  </a:cubicBezTo>
                  <a:cubicBezTo>
                    <a:pt x="212651" y="357875"/>
                    <a:pt x="219138" y="341664"/>
                    <a:pt x="228691" y="327262"/>
                  </a:cubicBezTo>
                  <a:cubicBezTo>
                    <a:pt x="245779" y="301192"/>
                    <a:pt x="271792" y="282266"/>
                    <a:pt x="301843" y="274017"/>
                  </a:cubicBezTo>
                  <a:cubicBezTo>
                    <a:pt x="320065" y="269579"/>
                    <a:pt x="339000" y="268959"/>
                    <a:pt x="357469" y="272208"/>
                  </a:cubicBezTo>
                  <a:cubicBezTo>
                    <a:pt x="369432" y="274408"/>
                    <a:pt x="380929" y="266540"/>
                    <a:pt x="383187" y="254586"/>
                  </a:cubicBezTo>
                  <a:cubicBezTo>
                    <a:pt x="385387" y="242594"/>
                    <a:pt x="377462" y="231088"/>
                    <a:pt x="365470" y="228869"/>
                  </a:cubicBezTo>
                  <a:cubicBezTo>
                    <a:pt x="354936" y="227050"/>
                    <a:pt x="344258" y="226183"/>
                    <a:pt x="333561" y="226297"/>
                  </a:cubicBezTo>
                  <a:cubicBezTo>
                    <a:pt x="333561" y="225535"/>
                    <a:pt x="333561" y="224678"/>
                    <a:pt x="334324" y="223916"/>
                  </a:cubicBezTo>
                  <a:cubicBezTo>
                    <a:pt x="335085" y="223154"/>
                    <a:pt x="335657" y="219725"/>
                    <a:pt x="336228" y="217534"/>
                  </a:cubicBezTo>
                  <a:cubicBezTo>
                    <a:pt x="337933" y="211619"/>
                    <a:pt x="339295" y="205609"/>
                    <a:pt x="340324" y="199532"/>
                  </a:cubicBezTo>
                  <a:cubicBezTo>
                    <a:pt x="340324" y="198103"/>
                    <a:pt x="340896" y="196674"/>
                    <a:pt x="341086" y="195246"/>
                  </a:cubicBezTo>
                  <a:cubicBezTo>
                    <a:pt x="341277" y="193817"/>
                    <a:pt x="341086" y="192959"/>
                    <a:pt x="341753" y="191816"/>
                  </a:cubicBezTo>
                  <a:cubicBezTo>
                    <a:pt x="369747" y="189673"/>
                    <a:pt x="397903" y="191493"/>
                    <a:pt x="425383" y="197246"/>
                  </a:cubicBezTo>
                  <a:cubicBezTo>
                    <a:pt x="431650" y="198475"/>
                    <a:pt x="438136" y="196950"/>
                    <a:pt x="443194" y="193055"/>
                  </a:cubicBezTo>
                  <a:cubicBezTo>
                    <a:pt x="448242" y="189169"/>
                    <a:pt x="451395" y="183311"/>
                    <a:pt x="451862" y="176958"/>
                  </a:cubicBezTo>
                  <a:cubicBezTo>
                    <a:pt x="455453" y="139896"/>
                    <a:pt x="482275" y="109244"/>
                    <a:pt x="518537" y="100758"/>
                  </a:cubicBezTo>
                  <a:cubicBezTo>
                    <a:pt x="520946" y="100234"/>
                    <a:pt x="523471" y="100834"/>
                    <a:pt x="525395" y="102377"/>
                  </a:cubicBezTo>
                  <a:cubicBezTo>
                    <a:pt x="527157" y="103710"/>
                    <a:pt x="528176" y="105787"/>
                    <a:pt x="528157" y="107997"/>
                  </a:cubicBezTo>
                  <a:lnTo>
                    <a:pt x="528157" y="229345"/>
                  </a:lnTo>
                  <a:cubicBezTo>
                    <a:pt x="528138" y="236175"/>
                    <a:pt x="531310" y="242623"/>
                    <a:pt x="536730" y="246776"/>
                  </a:cubicBezTo>
                  <a:cubicBezTo>
                    <a:pt x="562218" y="265921"/>
                    <a:pt x="582517" y="291134"/>
                    <a:pt x="595784" y="320118"/>
                  </a:cubicBezTo>
                  <a:cubicBezTo>
                    <a:pt x="599309" y="328119"/>
                    <a:pt x="607234" y="333282"/>
                    <a:pt x="615978" y="333263"/>
                  </a:cubicBezTo>
                  <a:lnTo>
                    <a:pt x="654078" y="333263"/>
                  </a:lnTo>
                  <a:cubicBezTo>
                    <a:pt x="658107" y="333310"/>
                    <a:pt x="661364" y="336568"/>
                    <a:pt x="661412" y="340597"/>
                  </a:cubicBez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377">
              <a:extLst>
                <a:ext uri="{FF2B5EF4-FFF2-40B4-BE49-F238E27FC236}">
                  <a16:creationId xmlns:a16="http://schemas.microsoft.com/office/drawing/2014/main" id="{254B991D-DCB3-469F-9F25-46011E301935}"/>
                </a:ext>
              </a:extLst>
            </p:cNvPr>
            <p:cNvSpPr/>
            <p:nvPr/>
          </p:nvSpPr>
          <p:spPr>
            <a:xfrm>
              <a:off x="4041164" y="4261349"/>
              <a:ext cx="44005" cy="44005"/>
            </a:xfrm>
            <a:custGeom>
              <a:avLst/>
              <a:gdLst>
                <a:gd name="connsiteX0" fmla="*/ 44006 w 44005"/>
                <a:gd name="connsiteY0" fmla="*/ 22003 h 44005"/>
                <a:gd name="connsiteX1" fmla="*/ 22003 w 44005"/>
                <a:gd name="connsiteY1" fmla="*/ 44006 h 44005"/>
                <a:gd name="connsiteX2" fmla="*/ 0 w 44005"/>
                <a:gd name="connsiteY2" fmla="*/ 22003 h 44005"/>
                <a:gd name="connsiteX3" fmla="*/ 22003 w 44005"/>
                <a:gd name="connsiteY3" fmla="*/ 0 h 44005"/>
                <a:gd name="connsiteX4" fmla="*/ 44006 w 44005"/>
                <a:gd name="connsiteY4" fmla="*/ 22003 h 44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005" h="44005">
                  <a:moveTo>
                    <a:pt x="44006" y="22003"/>
                  </a:moveTo>
                  <a:cubicBezTo>
                    <a:pt x="44006" y="34155"/>
                    <a:pt x="34154" y="44006"/>
                    <a:pt x="22003" y="44006"/>
                  </a:cubicBezTo>
                  <a:cubicBezTo>
                    <a:pt x="9851" y="44006"/>
                    <a:pt x="0" y="34155"/>
                    <a:pt x="0" y="22003"/>
                  </a:cubicBezTo>
                  <a:cubicBezTo>
                    <a:pt x="0" y="9851"/>
                    <a:pt x="9851" y="0"/>
                    <a:pt x="22003" y="0"/>
                  </a:cubicBezTo>
                  <a:cubicBezTo>
                    <a:pt x="34154" y="0"/>
                    <a:pt x="44006" y="9851"/>
                    <a:pt x="44006" y="22003"/>
                  </a:cubicBez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378">
              <a:extLst>
                <a:ext uri="{FF2B5EF4-FFF2-40B4-BE49-F238E27FC236}">
                  <a16:creationId xmlns:a16="http://schemas.microsoft.com/office/drawing/2014/main" id="{E6A9B4B2-EDB3-7C65-1B4A-662DC5B60DFD}"/>
                </a:ext>
              </a:extLst>
            </p:cNvPr>
            <p:cNvSpPr/>
            <p:nvPr/>
          </p:nvSpPr>
          <p:spPr>
            <a:xfrm>
              <a:off x="3673864" y="4052156"/>
              <a:ext cx="86852" cy="150684"/>
            </a:xfrm>
            <a:custGeom>
              <a:avLst/>
              <a:gdLst>
                <a:gd name="connsiteX0" fmla="*/ 67053 w 131923"/>
                <a:gd name="connsiteY0" fmla="*/ 137143 h 228885"/>
                <a:gd name="connsiteX1" fmla="*/ 89151 w 131923"/>
                <a:gd name="connsiteY1" fmla="*/ 152669 h 228885"/>
                <a:gd name="connsiteX2" fmla="*/ 67434 w 131923"/>
                <a:gd name="connsiteY2" fmla="*/ 168194 h 228885"/>
                <a:gd name="connsiteX3" fmla="*/ 66767 w 131923"/>
                <a:gd name="connsiteY3" fmla="*/ 168194 h 228885"/>
                <a:gd name="connsiteX4" fmla="*/ 46384 w 131923"/>
                <a:gd name="connsiteY4" fmla="*/ 157336 h 228885"/>
                <a:gd name="connsiteX5" fmla="*/ 17875 w 131923"/>
                <a:gd name="connsiteY5" fmla="*/ 145211 h 228885"/>
                <a:gd name="connsiteX6" fmla="*/ 17809 w 131923"/>
                <a:gd name="connsiteY6" fmla="*/ 145239 h 228885"/>
                <a:gd name="connsiteX7" fmla="*/ 5683 w 131923"/>
                <a:gd name="connsiteY7" fmla="*/ 173748 h 228885"/>
                <a:gd name="connsiteX8" fmla="*/ 5712 w 131923"/>
                <a:gd name="connsiteY8" fmla="*/ 173814 h 228885"/>
                <a:gd name="connsiteX9" fmla="*/ 45431 w 131923"/>
                <a:gd name="connsiteY9" fmla="*/ 208581 h 228885"/>
                <a:gd name="connsiteX10" fmla="*/ 67148 w 131923"/>
                <a:gd name="connsiteY10" fmla="*/ 229345 h 228885"/>
                <a:gd name="connsiteX11" fmla="*/ 88961 w 131923"/>
                <a:gd name="connsiteY11" fmla="*/ 208581 h 228885"/>
                <a:gd name="connsiteX12" fmla="*/ 133252 w 131923"/>
                <a:gd name="connsiteY12" fmla="*/ 152574 h 228885"/>
                <a:gd name="connsiteX13" fmla="*/ 67148 w 131923"/>
                <a:gd name="connsiteY13" fmla="*/ 92947 h 228885"/>
                <a:gd name="connsiteX14" fmla="*/ 45146 w 131923"/>
                <a:gd name="connsiteY14" fmla="*/ 77135 h 228885"/>
                <a:gd name="connsiteX15" fmla="*/ 66863 w 131923"/>
                <a:gd name="connsiteY15" fmla="*/ 61610 h 228885"/>
                <a:gd name="connsiteX16" fmla="*/ 67529 w 131923"/>
                <a:gd name="connsiteY16" fmla="*/ 61610 h 228885"/>
                <a:gd name="connsiteX17" fmla="*/ 88294 w 131923"/>
                <a:gd name="connsiteY17" fmla="*/ 72468 h 228885"/>
                <a:gd name="connsiteX18" fmla="*/ 116869 w 131923"/>
                <a:gd name="connsiteY18" fmla="*/ 84470 h 228885"/>
                <a:gd name="connsiteX19" fmla="*/ 128870 w 131923"/>
                <a:gd name="connsiteY19" fmla="*/ 55895 h 228885"/>
                <a:gd name="connsiteX20" fmla="*/ 89151 w 131923"/>
                <a:gd name="connsiteY20" fmla="*/ 21224 h 228885"/>
                <a:gd name="connsiteX21" fmla="*/ 67339 w 131923"/>
                <a:gd name="connsiteY21" fmla="*/ 459 h 228885"/>
                <a:gd name="connsiteX22" fmla="*/ 45622 w 131923"/>
                <a:gd name="connsiteY22" fmla="*/ 21224 h 228885"/>
                <a:gd name="connsiteX23" fmla="*/ 1331 w 131923"/>
                <a:gd name="connsiteY23" fmla="*/ 77231 h 228885"/>
                <a:gd name="connsiteX24" fmla="*/ 67053 w 131923"/>
                <a:gd name="connsiteY24" fmla="*/ 137143 h 228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31923" h="228885">
                  <a:moveTo>
                    <a:pt x="67053" y="137143"/>
                  </a:moveTo>
                  <a:cubicBezTo>
                    <a:pt x="79055" y="137143"/>
                    <a:pt x="89151" y="144287"/>
                    <a:pt x="89151" y="152669"/>
                  </a:cubicBezTo>
                  <a:cubicBezTo>
                    <a:pt x="89151" y="161051"/>
                    <a:pt x="80198" y="168099"/>
                    <a:pt x="67434" y="168194"/>
                  </a:cubicBezTo>
                  <a:lnTo>
                    <a:pt x="66767" y="168194"/>
                  </a:lnTo>
                  <a:cubicBezTo>
                    <a:pt x="58471" y="168718"/>
                    <a:pt x="50584" y="164518"/>
                    <a:pt x="46384" y="157336"/>
                  </a:cubicBezTo>
                  <a:cubicBezTo>
                    <a:pt x="41859" y="146115"/>
                    <a:pt x="29096" y="140686"/>
                    <a:pt x="17875" y="145211"/>
                  </a:cubicBezTo>
                  <a:cubicBezTo>
                    <a:pt x="17847" y="145220"/>
                    <a:pt x="17828" y="145230"/>
                    <a:pt x="17809" y="145239"/>
                  </a:cubicBezTo>
                  <a:cubicBezTo>
                    <a:pt x="6588" y="149764"/>
                    <a:pt x="1159" y="162527"/>
                    <a:pt x="5683" y="173748"/>
                  </a:cubicBezTo>
                  <a:cubicBezTo>
                    <a:pt x="5693" y="173776"/>
                    <a:pt x="5703" y="173795"/>
                    <a:pt x="5712" y="173814"/>
                  </a:cubicBezTo>
                  <a:cubicBezTo>
                    <a:pt x="13180" y="190692"/>
                    <a:pt x="27715" y="203418"/>
                    <a:pt x="45431" y="208581"/>
                  </a:cubicBezTo>
                  <a:cubicBezTo>
                    <a:pt x="45993" y="220182"/>
                    <a:pt x="55537" y="229307"/>
                    <a:pt x="67148" y="229345"/>
                  </a:cubicBezTo>
                  <a:cubicBezTo>
                    <a:pt x="78778" y="229307"/>
                    <a:pt x="88351" y="220191"/>
                    <a:pt x="88961" y="208581"/>
                  </a:cubicBezTo>
                  <a:cubicBezTo>
                    <a:pt x="114402" y="201627"/>
                    <a:pt x="132347" y="178929"/>
                    <a:pt x="133252" y="152574"/>
                  </a:cubicBezTo>
                  <a:cubicBezTo>
                    <a:pt x="133252" y="119712"/>
                    <a:pt x="103629" y="92947"/>
                    <a:pt x="67148" y="92947"/>
                  </a:cubicBezTo>
                  <a:cubicBezTo>
                    <a:pt x="55242" y="92947"/>
                    <a:pt x="45146" y="85708"/>
                    <a:pt x="45146" y="77135"/>
                  </a:cubicBezTo>
                  <a:cubicBezTo>
                    <a:pt x="45146" y="68563"/>
                    <a:pt x="54099" y="61705"/>
                    <a:pt x="66863" y="61610"/>
                  </a:cubicBezTo>
                  <a:lnTo>
                    <a:pt x="67529" y="61610"/>
                  </a:lnTo>
                  <a:cubicBezTo>
                    <a:pt x="75968" y="60914"/>
                    <a:pt x="84055" y="65143"/>
                    <a:pt x="88294" y="72468"/>
                  </a:cubicBezTo>
                  <a:cubicBezTo>
                    <a:pt x="92942" y="83593"/>
                    <a:pt x="105667" y="88937"/>
                    <a:pt x="116869" y="84470"/>
                  </a:cubicBezTo>
                  <a:cubicBezTo>
                    <a:pt x="127994" y="79822"/>
                    <a:pt x="133338" y="67096"/>
                    <a:pt x="128870" y="55895"/>
                  </a:cubicBezTo>
                  <a:cubicBezTo>
                    <a:pt x="121403" y="39035"/>
                    <a:pt x="106868" y="26348"/>
                    <a:pt x="89151" y="21224"/>
                  </a:cubicBezTo>
                  <a:cubicBezTo>
                    <a:pt x="88541" y="9613"/>
                    <a:pt x="78969" y="497"/>
                    <a:pt x="67339" y="459"/>
                  </a:cubicBezTo>
                  <a:cubicBezTo>
                    <a:pt x="55747" y="545"/>
                    <a:pt x="46222" y="9651"/>
                    <a:pt x="45622" y="21224"/>
                  </a:cubicBezTo>
                  <a:cubicBezTo>
                    <a:pt x="20181" y="28177"/>
                    <a:pt x="2235" y="50875"/>
                    <a:pt x="1331" y="77231"/>
                  </a:cubicBezTo>
                  <a:cubicBezTo>
                    <a:pt x="1045" y="110568"/>
                    <a:pt x="31144" y="137143"/>
                    <a:pt x="67053" y="137143"/>
                  </a:cubicBez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223" name="Picture 222">
            <a:extLst>
              <a:ext uri="{FF2B5EF4-FFF2-40B4-BE49-F238E27FC236}">
                <a16:creationId xmlns:a16="http://schemas.microsoft.com/office/drawing/2014/main" id="{DF477075-2A93-8D32-D369-99CDB0F488BF}"/>
              </a:ext>
            </a:extLst>
          </p:cNvPr>
          <p:cNvPicPr>
            <a:picLocks noChangeAspect="1"/>
          </p:cNvPicPr>
          <p:nvPr/>
        </p:nvPicPr>
        <p:blipFill>
          <a:blip r:embed="rId84"/>
          <a:stretch>
            <a:fillRect/>
          </a:stretch>
        </p:blipFill>
        <p:spPr>
          <a:xfrm>
            <a:off x="7470078" y="174398"/>
            <a:ext cx="621984" cy="621984"/>
          </a:xfrm>
          <a:prstGeom prst="rect">
            <a:avLst/>
          </a:prstGeom>
        </p:spPr>
      </p:pic>
      <p:pic>
        <p:nvPicPr>
          <p:cNvPr id="224" name="Picture 223">
            <a:extLst>
              <a:ext uri="{FF2B5EF4-FFF2-40B4-BE49-F238E27FC236}">
                <a16:creationId xmlns:a16="http://schemas.microsoft.com/office/drawing/2014/main" id="{FE3B0876-1140-0EA9-AB9E-BD9B73E0E1E6}"/>
              </a:ext>
            </a:extLst>
          </p:cNvPr>
          <p:cNvPicPr>
            <a:picLocks noChangeAspect="1"/>
          </p:cNvPicPr>
          <p:nvPr/>
        </p:nvPicPr>
        <p:blipFill>
          <a:blip r:embed="rId85"/>
          <a:stretch>
            <a:fillRect/>
          </a:stretch>
        </p:blipFill>
        <p:spPr>
          <a:xfrm>
            <a:off x="7495009" y="735382"/>
            <a:ext cx="495609" cy="495609"/>
          </a:xfrm>
          <a:prstGeom prst="rect">
            <a:avLst/>
          </a:prstGeom>
        </p:spPr>
      </p:pic>
      <p:pic>
        <p:nvPicPr>
          <p:cNvPr id="225" name="Picture 224">
            <a:extLst>
              <a:ext uri="{FF2B5EF4-FFF2-40B4-BE49-F238E27FC236}">
                <a16:creationId xmlns:a16="http://schemas.microsoft.com/office/drawing/2014/main" id="{63E823F0-B531-DC61-EEFD-6AEF7D97F08E}"/>
              </a:ext>
            </a:extLst>
          </p:cNvPr>
          <p:cNvPicPr>
            <a:picLocks noChangeAspect="1"/>
          </p:cNvPicPr>
          <p:nvPr/>
        </p:nvPicPr>
        <p:blipFill>
          <a:blip r:embed="rId86"/>
          <a:stretch>
            <a:fillRect/>
          </a:stretch>
        </p:blipFill>
        <p:spPr>
          <a:xfrm>
            <a:off x="7517311" y="1240284"/>
            <a:ext cx="518685" cy="518685"/>
          </a:xfrm>
          <a:prstGeom prst="rect">
            <a:avLst/>
          </a:prstGeom>
        </p:spPr>
      </p:pic>
      <p:pic>
        <p:nvPicPr>
          <p:cNvPr id="226" name="Picture 225">
            <a:extLst>
              <a:ext uri="{FF2B5EF4-FFF2-40B4-BE49-F238E27FC236}">
                <a16:creationId xmlns:a16="http://schemas.microsoft.com/office/drawing/2014/main" id="{DDD9367F-144F-5A1B-FD71-4041B47A23AE}"/>
              </a:ext>
            </a:extLst>
          </p:cNvPr>
          <p:cNvPicPr>
            <a:picLocks noChangeAspect="1"/>
          </p:cNvPicPr>
          <p:nvPr/>
        </p:nvPicPr>
        <p:blipFill>
          <a:blip r:embed="rId87"/>
          <a:stretch>
            <a:fillRect/>
          </a:stretch>
        </p:blipFill>
        <p:spPr>
          <a:xfrm>
            <a:off x="7517311" y="1824481"/>
            <a:ext cx="518685" cy="518685"/>
          </a:xfrm>
          <a:prstGeom prst="rect">
            <a:avLst/>
          </a:prstGeom>
        </p:spPr>
      </p:pic>
      <p:pic>
        <p:nvPicPr>
          <p:cNvPr id="227" name="Picture 226">
            <a:extLst>
              <a:ext uri="{FF2B5EF4-FFF2-40B4-BE49-F238E27FC236}">
                <a16:creationId xmlns:a16="http://schemas.microsoft.com/office/drawing/2014/main" id="{706E1060-9CB8-4F1F-8B96-C585601B62E8}"/>
              </a:ext>
            </a:extLst>
          </p:cNvPr>
          <p:cNvPicPr>
            <a:picLocks noChangeAspect="1"/>
          </p:cNvPicPr>
          <p:nvPr/>
        </p:nvPicPr>
        <p:blipFill>
          <a:blip r:embed="rId88"/>
          <a:stretch>
            <a:fillRect/>
          </a:stretch>
        </p:blipFill>
        <p:spPr>
          <a:xfrm>
            <a:off x="7564527" y="2442748"/>
            <a:ext cx="495608" cy="495608"/>
          </a:xfrm>
          <a:prstGeom prst="rect">
            <a:avLst/>
          </a:prstGeom>
        </p:spPr>
      </p:pic>
      <p:pic>
        <p:nvPicPr>
          <p:cNvPr id="228" name="Picture 227">
            <a:extLst>
              <a:ext uri="{FF2B5EF4-FFF2-40B4-BE49-F238E27FC236}">
                <a16:creationId xmlns:a16="http://schemas.microsoft.com/office/drawing/2014/main" id="{EC7F1E49-F2D1-4A5F-A6E7-61804426C8F1}"/>
              </a:ext>
            </a:extLst>
          </p:cNvPr>
          <p:cNvPicPr>
            <a:picLocks noChangeAspect="1"/>
          </p:cNvPicPr>
          <p:nvPr/>
        </p:nvPicPr>
        <p:blipFill>
          <a:blip r:embed="rId89"/>
          <a:stretch>
            <a:fillRect/>
          </a:stretch>
        </p:blipFill>
        <p:spPr>
          <a:xfrm>
            <a:off x="7568095" y="3042123"/>
            <a:ext cx="541762" cy="541762"/>
          </a:xfrm>
          <a:prstGeom prst="rect">
            <a:avLst/>
          </a:prstGeom>
        </p:spPr>
      </p:pic>
      <p:pic>
        <p:nvPicPr>
          <p:cNvPr id="229" name="Picture 228">
            <a:extLst>
              <a:ext uri="{FF2B5EF4-FFF2-40B4-BE49-F238E27FC236}">
                <a16:creationId xmlns:a16="http://schemas.microsoft.com/office/drawing/2014/main" id="{1348D7BA-BA2D-E3A3-97C2-31854FAAEE1A}"/>
              </a:ext>
            </a:extLst>
          </p:cNvPr>
          <p:cNvPicPr>
            <a:picLocks noChangeAspect="1"/>
          </p:cNvPicPr>
          <p:nvPr/>
        </p:nvPicPr>
        <p:blipFill>
          <a:blip r:embed="rId90"/>
          <a:stretch>
            <a:fillRect/>
          </a:stretch>
        </p:blipFill>
        <p:spPr>
          <a:xfrm>
            <a:off x="7591791" y="3679909"/>
            <a:ext cx="534335" cy="534335"/>
          </a:xfrm>
          <a:prstGeom prst="rect">
            <a:avLst/>
          </a:prstGeom>
        </p:spPr>
      </p:pic>
      <p:pic>
        <p:nvPicPr>
          <p:cNvPr id="231" name="Picture 230">
            <a:extLst>
              <a:ext uri="{FF2B5EF4-FFF2-40B4-BE49-F238E27FC236}">
                <a16:creationId xmlns:a16="http://schemas.microsoft.com/office/drawing/2014/main" id="{FCA5E604-2CF1-4061-7B80-D110193D28D9}"/>
              </a:ext>
            </a:extLst>
          </p:cNvPr>
          <p:cNvPicPr>
            <a:picLocks noChangeAspect="1"/>
          </p:cNvPicPr>
          <p:nvPr/>
        </p:nvPicPr>
        <p:blipFill>
          <a:blip r:embed="rId91"/>
          <a:stretch>
            <a:fillRect/>
          </a:stretch>
        </p:blipFill>
        <p:spPr>
          <a:xfrm>
            <a:off x="7641526" y="4289820"/>
            <a:ext cx="462152" cy="462152"/>
          </a:xfrm>
          <a:prstGeom prst="rect">
            <a:avLst/>
          </a:prstGeom>
        </p:spPr>
      </p:pic>
      <p:pic>
        <p:nvPicPr>
          <p:cNvPr id="232" name="Picture 231">
            <a:extLst>
              <a:ext uri="{FF2B5EF4-FFF2-40B4-BE49-F238E27FC236}">
                <a16:creationId xmlns:a16="http://schemas.microsoft.com/office/drawing/2014/main" id="{F2FA64F8-E884-376D-CB54-0BC55870A157}"/>
              </a:ext>
            </a:extLst>
          </p:cNvPr>
          <p:cNvPicPr>
            <a:picLocks noChangeAspect="1"/>
          </p:cNvPicPr>
          <p:nvPr/>
        </p:nvPicPr>
        <p:blipFill>
          <a:blip r:embed="rId92"/>
          <a:stretch>
            <a:fillRect/>
          </a:stretch>
        </p:blipFill>
        <p:spPr>
          <a:xfrm>
            <a:off x="7630570" y="4823196"/>
            <a:ext cx="507703" cy="507703"/>
          </a:xfrm>
          <a:prstGeom prst="rect">
            <a:avLst/>
          </a:prstGeom>
        </p:spPr>
      </p:pic>
      <p:pic>
        <p:nvPicPr>
          <p:cNvPr id="233" name="Picture 232">
            <a:extLst>
              <a:ext uri="{FF2B5EF4-FFF2-40B4-BE49-F238E27FC236}">
                <a16:creationId xmlns:a16="http://schemas.microsoft.com/office/drawing/2014/main" id="{0E0A57CB-F01A-E24D-4377-D36BACBCEF53}"/>
              </a:ext>
            </a:extLst>
          </p:cNvPr>
          <p:cNvPicPr>
            <a:picLocks noChangeAspect="1"/>
          </p:cNvPicPr>
          <p:nvPr/>
        </p:nvPicPr>
        <p:blipFill>
          <a:blip r:embed="rId93"/>
          <a:stretch>
            <a:fillRect/>
          </a:stretch>
        </p:blipFill>
        <p:spPr>
          <a:xfrm>
            <a:off x="7630570" y="5395016"/>
            <a:ext cx="541762" cy="541762"/>
          </a:xfrm>
          <a:prstGeom prst="rect">
            <a:avLst/>
          </a:prstGeom>
        </p:spPr>
      </p:pic>
      <p:pic>
        <p:nvPicPr>
          <p:cNvPr id="234" name="Picture 233">
            <a:extLst>
              <a:ext uri="{FF2B5EF4-FFF2-40B4-BE49-F238E27FC236}">
                <a16:creationId xmlns:a16="http://schemas.microsoft.com/office/drawing/2014/main" id="{616FC3BB-F16B-AD46-1B2C-063FAD2AE9D0}"/>
              </a:ext>
            </a:extLst>
          </p:cNvPr>
          <p:cNvPicPr>
            <a:picLocks noChangeAspect="1"/>
          </p:cNvPicPr>
          <p:nvPr/>
        </p:nvPicPr>
        <p:blipFill>
          <a:blip r:embed="rId94"/>
          <a:stretch>
            <a:fillRect/>
          </a:stretch>
        </p:blipFill>
        <p:spPr>
          <a:xfrm>
            <a:off x="7651969" y="6062553"/>
            <a:ext cx="517144" cy="517144"/>
          </a:xfrm>
          <a:prstGeom prst="rect">
            <a:avLst/>
          </a:prstGeom>
        </p:spPr>
      </p:pic>
      <p:pic>
        <p:nvPicPr>
          <p:cNvPr id="235" name="Picture 234">
            <a:extLst>
              <a:ext uri="{FF2B5EF4-FFF2-40B4-BE49-F238E27FC236}">
                <a16:creationId xmlns:a16="http://schemas.microsoft.com/office/drawing/2014/main" id="{7D0E969D-824E-8E15-D40C-59E1BC92D537}"/>
              </a:ext>
            </a:extLst>
          </p:cNvPr>
          <p:cNvPicPr>
            <a:picLocks noChangeAspect="1"/>
          </p:cNvPicPr>
          <p:nvPr/>
        </p:nvPicPr>
        <p:blipFill>
          <a:blip r:embed="rId95"/>
          <a:stretch>
            <a:fillRect/>
          </a:stretch>
        </p:blipFill>
        <p:spPr>
          <a:xfrm>
            <a:off x="8139153" y="197167"/>
            <a:ext cx="573194" cy="573194"/>
          </a:xfrm>
          <a:prstGeom prst="rect">
            <a:avLst/>
          </a:prstGeom>
        </p:spPr>
      </p:pic>
      <p:pic>
        <p:nvPicPr>
          <p:cNvPr id="236" name="Picture 235">
            <a:extLst>
              <a:ext uri="{FF2B5EF4-FFF2-40B4-BE49-F238E27FC236}">
                <a16:creationId xmlns:a16="http://schemas.microsoft.com/office/drawing/2014/main" id="{182C9E2F-4EF0-4400-15DD-0327DEA6E2EF}"/>
              </a:ext>
            </a:extLst>
          </p:cNvPr>
          <p:cNvPicPr>
            <a:picLocks noChangeAspect="1"/>
          </p:cNvPicPr>
          <p:nvPr/>
        </p:nvPicPr>
        <p:blipFill>
          <a:blip r:embed="rId96"/>
          <a:stretch>
            <a:fillRect/>
          </a:stretch>
        </p:blipFill>
        <p:spPr>
          <a:xfrm>
            <a:off x="8175234" y="832956"/>
            <a:ext cx="541762" cy="541762"/>
          </a:xfrm>
          <a:prstGeom prst="rect">
            <a:avLst/>
          </a:prstGeom>
        </p:spPr>
      </p:pic>
      <p:pic>
        <p:nvPicPr>
          <p:cNvPr id="237" name="Picture 236">
            <a:extLst>
              <a:ext uri="{FF2B5EF4-FFF2-40B4-BE49-F238E27FC236}">
                <a16:creationId xmlns:a16="http://schemas.microsoft.com/office/drawing/2014/main" id="{B1C8F914-9F60-ECA8-48B8-915ABC34DF62}"/>
              </a:ext>
            </a:extLst>
          </p:cNvPr>
          <p:cNvPicPr>
            <a:picLocks noChangeAspect="1"/>
          </p:cNvPicPr>
          <p:nvPr/>
        </p:nvPicPr>
        <p:blipFill>
          <a:blip r:embed="rId97"/>
          <a:stretch>
            <a:fillRect/>
          </a:stretch>
        </p:blipFill>
        <p:spPr>
          <a:xfrm>
            <a:off x="6612930" y="4170766"/>
            <a:ext cx="890031" cy="890031"/>
          </a:xfrm>
          <a:prstGeom prst="rect">
            <a:avLst/>
          </a:prstGeom>
        </p:spPr>
      </p:pic>
      <p:pic>
        <p:nvPicPr>
          <p:cNvPr id="238" name="Picture 237">
            <a:extLst>
              <a:ext uri="{FF2B5EF4-FFF2-40B4-BE49-F238E27FC236}">
                <a16:creationId xmlns:a16="http://schemas.microsoft.com/office/drawing/2014/main" id="{2AF4AEA9-F5B0-23B5-766D-DCE9F4842207}"/>
              </a:ext>
            </a:extLst>
          </p:cNvPr>
          <p:cNvPicPr>
            <a:picLocks noChangeAspect="1"/>
          </p:cNvPicPr>
          <p:nvPr/>
        </p:nvPicPr>
        <p:blipFill>
          <a:blip r:embed="rId98"/>
          <a:stretch>
            <a:fillRect/>
          </a:stretch>
        </p:blipFill>
        <p:spPr>
          <a:xfrm>
            <a:off x="6691191" y="5094554"/>
            <a:ext cx="788633" cy="788633"/>
          </a:xfrm>
          <a:prstGeom prst="rect">
            <a:avLst/>
          </a:prstGeom>
        </p:spPr>
      </p:pic>
      <p:pic>
        <p:nvPicPr>
          <p:cNvPr id="239" name="Picture 238">
            <a:extLst>
              <a:ext uri="{FF2B5EF4-FFF2-40B4-BE49-F238E27FC236}">
                <a16:creationId xmlns:a16="http://schemas.microsoft.com/office/drawing/2014/main" id="{E99A362B-8753-BC59-2655-35B187A3D92A}"/>
              </a:ext>
            </a:extLst>
          </p:cNvPr>
          <p:cNvPicPr>
            <a:picLocks noChangeAspect="1"/>
          </p:cNvPicPr>
          <p:nvPr/>
        </p:nvPicPr>
        <p:blipFill>
          <a:blip r:embed="rId99"/>
          <a:stretch>
            <a:fillRect/>
          </a:stretch>
        </p:blipFill>
        <p:spPr>
          <a:xfrm>
            <a:off x="6625213" y="5873902"/>
            <a:ext cx="829520" cy="829520"/>
          </a:xfrm>
          <a:prstGeom prst="rect">
            <a:avLst/>
          </a:prstGeom>
        </p:spPr>
      </p:pic>
      <p:pic>
        <p:nvPicPr>
          <p:cNvPr id="240" name="Picture 239">
            <a:extLst>
              <a:ext uri="{FF2B5EF4-FFF2-40B4-BE49-F238E27FC236}">
                <a16:creationId xmlns:a16="http://schemas.microsoft.com/office/drawing/2014/main" id="{D755FC0D-838E-830C-9249-58E75810C6FC}"/>
              </a:ext>
            </a:extLst>
          </p:cNvPr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8097175" y="1377493"/>
            <a:ext cx="541762" cy="541762"/>
          </a:xfrm>
          <a:prstGeom prst="rect">
            <a:avLst/>
          </a:prstGeom>
        </p:spPr>
      </p:pic>
      <p:pic>
        <p:nvPicPr>
          <p:cNvPr id="241" name="Picture 240">
            <a:extLst>
              <a:ext uri="{FF2B5EF4-FFF2-40B4-BE49-F238E27FC236}">
                <a16:creationId xmlns:a16="http://schemas.microsoft.com/office/drawing/2014/main" id="{6EA1FE12-20C9-057A-B3EF-4CE8CDEFAC49}"/>
              </a:ext>
            </a:extLst>
          </p:cNvPr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8178789" y="1902539"/>
            <a:ext cx="462152" cy="462152"/>
          </a:xfrm>
          <a:prstGeom prst="rect">
            <a:avLst/>
          </a:prstGeom>
        </p:spPr>
      </p:pic>
      <p:pic>
        <p:nvPicPr>
          <p:cNvPr id="242" name="Picture 241">
            <a:extLst>
              <a:ext uri="{FF2B5EF4-FFF2-40B4-BE49-F238E27FC236}">
                <a16:creationId xmlns:a16="http://schemas.microsoft.com/office/drawing/2014/main" id="{FF48482F-7439-49F9-5400-56E88FB8F331}"/>
              </a:ext>
            </a:extLst>
          </p:cNvPr>
          <p:cNvPicPr>
            <a:picLocks noChangeAspect="1"/>
          </p:cNvPicPr>
          <p:nvPr/>
        </p:nvPicPr>
        <p:blipFill>
          <a:blip r:embed="rId102"/>
          <a:stretch>
            <a:fillRect/>
          </a:stretch>
        </p:blipFill>
        <p:spPr>
          <a:xfrm>
            <a:off x="8164082" y="2440894"/>
            <a:ext cx="548265" cy="548265"/>
          </a:xfrm>
          <a:prstGeom prst="rect">
            <a:avLst/>
          </a:prstGeom>
        </p:spPr>
      </p:pic>
      <p:pic>
        <p:nvPicPr>
          <p:cNvPr id="243" name="Picture 242">
            <a:extLst>
              <a:ext uri="{FF2B5EF4-FFF2-40B4-BE49-F238E27FC236}">
                <a16:creationId xmlns:a16="http://schemas.microsoft.com/office/drawing/2014/main" id="{28C5CECB-BE60-3F3C-3BD3-BEFFE1F059E9}"/>
              </a:ext>
            </a:extLst>
          </p:cNvPr>
          <p:cNvPicPr>
            <a:picLocks noChangeAspect="1"/>
          </p:cNvPicPr>
          <p:nvPr/>
        </p:nvPicPr>
        <p:blipFill>
          <a:blip r:embed="rId103"/>
          <a:stretch>
            <a:fillRect/>
          </a:stretch>
        </p:blipFill>
        <p:spPr>
          <a:xfrm>
            <a:off x="8240443" y="3040267"/>
            <a:ext cx="495609" cy="495609"/>
          </a:xfrm>
          <a:prstGeom prst="rect">
            <a:avLst/>
          </a:prstGeom>
        </p:spPr>
      </p:pic>
      <p:pic>
        <p:nvPicPr>
          <p:cNvPr id="244" name="Picture 243">
            <a:extLst>
              <a:ext uri="{FF2B5EF4-FFF2-40B4-BE49-F238E27FC236}">
                <a16:creationId xmlns:a16="http://schemas.microsoft.com/office/drawing/2014/main" id="{43D2DBAC-63CA-FAB0-05F6-A122AD6EB004}"/>
              </a:ext>
            </a:extLst>
          </p:cNvPr>
          <p:cNvPicPr>
            <a:picLocks noChangeAspect="1"/>
          </p:cNvPicPr>
          <p:nvPr/>
        </p:nvPicPr>
        <p:blipFill>
          <a:blip r:embed="rId104"/>
          <a:stretch>
            <a:fillRect/>
          </a:stretch>
        </p:blipFill>
        <p:spPr>
          <a:xfrm>
            <a:off x="8222768" y="3610835"/>
            <a:ext cx="507703" cy="507703"/>
          </a:xfrm>
          <a:prstGeom prst="rect">
            <a:avLst/>
          </a:prstGeom>
        </p:spPr>
      </p:pic>
      <p:pic>
        <p:nvPicPr>
          <p:cNvPr id="245" name="Picture 244">
            <a:extLst>
              <a:ext uri="{FF2B5EF4-FFF2-40B4-BE49-F238E27FC236}">
                <a16:creationId xmlns:a16="http://schemas.microsoft.com/office/drawing/2014/main" id="{34B648E9-762E-4995-9D2B-0EF5931808AB}"/>
              </a:ext>
            </a:extLst>
          </p:cNvPr>
          <p:cNvPicPr>
            <a:picLocks noChangeAspect="1"/>
          </p:cNvPicPr>
          <p:nvPr/>
        </p:nvPicPr>
        <p:blipFill>
          <a:blip r:embed="rId105"/>
          <a:stretch>
            <a:fillRect/>
          </a:stretch>
        </p:blipFill>
        <p:spPr>
          <a:xfrm>
            <a:off x="8230990" y="4261012"/>
            <a:ext cx="470516" cy="470516"/>
          </a:xfrm>
          <a:prstGeom prst="rect">
            <a:avLst/>
          </a:prstGeom>
        </p:spPr>
      </p:pic>
      <p:grpSp>
        <p:nvGrpSpPr>
          <p:cNvPr id="247" name="Group 246">
            <a:extLst>
              <a:ext uri="{FF2B5EF4-FFF2-40B4-BE49-F238E27FC236}">
                <a16:creationId xmlns:a16="http://schemas.microsoft.com/office/drawing/2014/main" id="{7AC9D56D-97E5-A7D0-CC75-F0D9AFCDD0BC}"/>
              </a:ext>
            </a:extLst>
          </p:cNvPr>
          <p:cNvGrpSpPr/>
          <p:nvPr/>
        </p:nvGrpSpPr>
        <p:grpSpPr>
          <a:xfrm>
            <a:off x="8815728" y="209437"/>
            <a:ext cx="732043" cy="941596"/>
            <a:chOff x="3656692" y="2118017"/>
            <a:chExt cx="767444" cy="987133"/>
          </a:xfrm>
          <a:solidFill>
            <a:schemeClr val="tx1"/>
          </a:solidFill>
        </p:grpSpPr>
        <p:sp>
          <p:nvSpPr>
            <p:cNvPr id="248" name="Frame 247">
              <a:extLst>
                <a:ext uri="{FF2B5EF4-FFF2-40B4-BE49-F238E27FC236}">
                  <a16:creationId xmlns:a16="http://schemas.microsoft.com/office/drawing/2014/main" id="{FB36D5EE-82F9-C572-96ED-F215C0DA67ED}"/>
                </a:ext>
              </a:extLst>
            </p:cNvPr>
            <p:cNvSpPr/>
            <p:nvPr/>
          </p:nvSpPr>
          <p:spPr>
            <a:xfrm>
              <a:off x="3656692" y="2118017"/>
              <a:ext cx="767444" cy="987133"/>
            </a:xfrm>
            <a:prstGeom prst="frame">
              <a:avLst>
                <a:gd name="adj1" fmla="val 381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49" name="Frame 248">
              <a:extLst>
                <a:ext uri="{FF2B5EF4-FFF2-40B4-BE49-F238E27FC236}">
                  <a16:creationId xmlns:a16="http://schemas.microsoft.com/office/drawing/2014/main" id="{B61F0246-BEC5-1CD1-3B2A-3EAFC17BFD7E}"/>
                </a:ext>
              </a:extLst>
            </p:cNvPr>
            <p:cNvSpPr/>
            <p:nvPr/>
          </p:nvSpPr>
          <p:spPr>
            <a:xfrm>
              <a:off x="3716224" y="2178195"/>
              <a:ext cx="648380" cy="866775"/>
            </a:xfrm>
            <a:prstGeom prst="frame">
              <a:avLst>
                <a:gd name="adj1" fmla="val 4093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50" name="Rectangle 249">
              <a:extLst>
                <a:ext uri="{FF2B5EF4-FFF2-40B4-BE49-F238E27FC236}">
                  <a16:creationId xmlns:a16="http://schemas.microsoft.com/office/drawing/2014/main" id="{864E8DED-5321-7502-DD45-848609781018}"/>
                </a:ext>
              </a:extLst>
            </p:cNvPr>
            <p:cNvSpPr/>
            <p:nvPr/>
          </p:nvSpPr>
          <p:spPr>
            <a:xfrm rot="10800000" flipV="1">
              <a:off x="3811336" y="2435059"/>
              <a:ext cx="274320" cy="274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1" name="Rectangle 250">
              <a:extLst>
                <a:ext uri="{FF2B5EF4-FFF2-40B4-BE49-F238E27FC236}">
                  <a16:creationId xmlns:a16="http://schemas.microsoft.com/office/drawing/2014/main" id="{DF4D02D2-CD0C-C341-9F44-0747D1BCD1D9}"/>
                </a:ext>
              </a:extLst>
            </p:cNvPr>
            <p:cNvSpPr/>
            <p:nvPr/>
          </p:nvSpPr>
          <p:spPr>
            <a:xfrm rot="10800000" flipV="1">
              <a:off x="3811335" y="2522670"/>
              <a:ext cx="457200" cy="274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2" name="Rectangle 251">
              <a:extLst>
                <a:ext uri="{FF2B5EF4-FFF2-40B4-BE49-F238E27FC236}">
                  <a16:creationId xmlns:a16="http://schemas.microsoft.com/office/drawing/2014/main" id="{A2821B88-B4E2-9397-1384-FD2B0DDA0141}"/>
                </a:ext>
              </a:extLst>
            </p:cNvPr>
            <p:cNvSpPr/>
            <p:nvPr/>
          </p:nvSpPr>
          <p:spPr>
            <a:xfrm rot="10800000" flipV="1">
              <a:off x="3811335" y="2610281"/>
              <a:ext cx="457200" cy="274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3" name="Rectangle 252">
              <a:extLst>
                <a:ext uri="{FF2B5EF4-FFF2-40B4-BE49-F238E27FC236}">
                  <a16:creationId xmlns:a16="http://schemas.microsoft.com/office/drawing/2014/main" id="{7018869B-2F6F-6A8F-FE35-560C00DD0562}"/>
                </a:ext>
              </a:extLst>
            </p:cNvPr>
            <p:cNvSpPr/>
            <p:nvPr/>
          </p:nvSpPr>
          <p:spPr>
            <a:xfrm rot="10800000" flipV="1">
              <a:off x="3811335" y="2697892"/>
              <a:ext cx="457200" cy="274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4" name="Rectangle 253">
              <a:extLst>
                <a:ext uri="{FF2B5EF4-FFF2-40B4-BE49-F238E27FC236}">
                  <a16:creationId xmlns:a16="http://schemas.microsoft.com/office/drawing/2014/main" id="{2D4FD129-1843-82D7-9205-032D86E2C63E}"/>
                </a:ext>
              </a:extLst>
            </p:cNvPr>
            <p:cNvSpPr/>
            <p:nvPr/>
          </p:nvSpPr>
          <p:spPr>
            <a:xfrm rot="10800000" flipV="1">
              <a:off x="3811335" y="2785503"/>
              <a:ext cx="365760" cy="274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5" name="Rectangle 254">
              <a:extLst>
                <a:ext uri="{FF2B5EF4-FFF2-40B4-BE49-F238E27FC236}">
                  <a16:creationId xmlns:a16="http://schemas.microsoft.com/office/drawing/2014/main" id="{F78596D7-F3FC-C688-FFFB-CECC778AA3DA}"/>
                </a:ext>
              </a:extLst>
            </p:cNvPr>
            <p:cNvSpPr/>
            <p:nvPr/>
          </p:nvSpPr>
          <p:spPr>
            <a:xfrm rot="10800000" flipV="1">
              <a:off x="4085655" y="2259838"/>
              <a:ext cx="182880" cy="274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6" name="Group 255">
            <a:extLst>
              <a:ext uri="{FF2B5EF4-FFF2-40B4-BE49-F238E27FC236}">
                <a16:creationId xmlns:a16="http://schemas.microsoft.com/office/drawing/2014/main" id="{A1871721-F34A-D321-431B-742BD9961F2A}"/>
              </a:ext>
            </a:extLst>
          </p:cNvPr>
          <p:cNvGrpSpPr/>
          <p:nvPr/>
        </p:nvGrpSpPr>
        <p:grpSpPr>
          <a:xfrm>
            <a:off x="8818302" y="3445892"/>
            <a:ext cx="1030072" cy="1036062"/>
            <a:chOff x="1088140" y="1566842"/>
            <a:chExt cx="1008112" cy="1013974"/>
          </a:xfrm>
          <a:solidFill>
            <a:schemeClr val="tx1"/>
          </a:solidFill>
        </p:grpSpPr>
        <p:grpSp>
          <p:nvGrpSpPr>
            <p:cNvPr id="257" name="Group 256">
              <a:extLst>
                <a:ext uri="{FF2B5EF4-FFF2-40B4-BE49-F238E27FC236}">
                  <a16:creationId xmlns:a16="http://schemas.microsoft.com/office/drawing/2014/main" id="{8184B5CC-7032-C6FF-D2F5-514FC88EF2CB}"/>
                </a:ext>
              </a:extLst>
            </p:cNvPr>
            <p:cNvGrpSpPr/>
            <p:nvPr/>
          </p:nvGrpSpPr>
          <p:grpSpPr>
            <a:xfrm>
              <a:off x="1632194" y="1816496"/>
              <a:ext cx="336324" cy="418468"/>
              <a:chOff x="3365065" y="1657458"/>
              <a:chExt cx="591647" cy="736152"/>
            </a:xfrm>
            <a:grpFill/>
          </p:grpSpPr>
          <p:grpSp>
            <p:nvGrpSpPr>
              <p:cNvPr id="300" name="Group 299">
                <a:extLst>
                  <a:ext uri="{FF2B5EF4-FFF2-40B4-BE49-F238E27FC236}">
                    <a16:creationId xmlns:a16="http://schemas.microsoft.com/office/drawing/2014/main" id="{6AB7E04D-097B-F13F-6E9E-AFC227B29B20}"/>
                  </a:ext>
                </a:extLst>
              </p:cNvPr>
              <p:cNvGrpSpPr/>
              <p:nvPr/>
            </p:nvGrpSpPr>
            <p:grpSpPr>
              <a:xfrm>
                <a:off x="3549610" y="1658009"/>
                <a:ext cx="222672" cy="735601"/>
                <a:chOff x="8012462" y="4487596"/>
                <a:chExt cx="222672" cy="735601"/>
              </a:xfrm>
              <a:grpFill/>
            </p:grpSpPr>
            <p:sp>
              <p:nvSpPr>
                <p:cNvPr id="328" name="Rectangle 327">
                  <a:extLst>
                    <a:ext uri="{FF2B5EF4-FFF2-40B4-BE49-F238E27FC236}">
                      <a16:creationId xmlns:a16="http://schemas.microsoft.com/office/drawing/2014/main" id="{4E9E4FFC-10E4-76E4-E868-4221B6297743}"/>
                    </a:ext>
                  </a:extLst>
                </p:cNvPr>
                <p:cNvSpPr/>
                <p:nvPr/>
              </p:nvSpPr>
              <p:spPr>
                <a:xfrm rot="16200000" flipV="1">
                  <a:off x="7804533" y="4965084"/>
                  <a:ext cx="457200" cy="36576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9" name="Rectangle 328">
                  <a:extLst>
                    <a:ext uri="{FF2B5EF4-FFF2-40B4-BE49-F238E27FC236}">
                      <a16:creationId xmlns:a16="http://schemas.microsoft.com/office/drawing/2014/main" id="{C65A0797-0A07-E80E-C7F7-6443D43219F5}"/>
                    </a:ext>
                  </a:extLst>
                </p:cNvPr>
                <p:cNvSpPr/>
                <p:nvPr/>
              </p:nvSpPr>
              <p:spPr>
                <a:xfrm rot="16200000" flipV="1">
                  <a:off x="7851359" y="4835341"/>
                  <a:ext cx="731520" cy="36029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0" name="Rectangle 329">
                  <a:extLst>
                    <a:ext uri="{FF2B5EF4-FFF2-40B4-BE49-F238E27FC236}">
                      <a16:creationId xmlns:a16="http://schemas.microsoft.com/office/drawing/2014/main" id="{DCB11497-9B76-9160-7CA0-E12305C34B63}"/>
                    </a:ext>
                  </a:extLst>
                </p:cNvPr>
                <p:cNvSpPr/>
                <p:nvPr/>
              </p:nvSpPr>
              <p:spPr>
                <a:xfrm rot="10800000" flipV="1">
                  <a:off x="8012462" y="5186621"/>
                  <a:ext cx="218910" cy="36576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1" name="Rectangle 330">
                  <a:extLst>
                    <a:ext uri="{FF2B5EF4-FFF2-40B4-BE49-F238E27FC236}">
                      <a16:creationId xmlns:a16="http://schemas.microsoft.com/office/drawing/2014/main" id="{D288BB9D-4DF7-9B39-D058-B3002C143B9C}"/>
                    </a:ext>
                  </a:extLst>
                </p:cNvPr>
                <p:cNvSpPr/>
                <p:nvPr/>
              </p:nvSpPr>
              <p:spPr>
                <a:xfrm rot="10800000" flipV="1">
                  <a:off x="8016224" y="4753803"/>
                  <a:ext cx="218910" cy="36576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01" name="Group 300">
                <a:extLst>
                  <a:ext uri="{FF2B5EF4-FFF2-40B4-BE49-F238E27FC236}">
                    <a16:creationId xmlns:a16="http://schemas.microsoft.com/office/drawing/2014/main" id="{9B088556-E1A0-7A28-D533-DB519E59FE65}"/>
                  </a:ext>
                </a:extLst>
              </p:cNvPr>
              <p:cNvGrpSpPr/>
              <p:nvPr/>
            </p:nvGrpSpPr>
            <p:grpSpPr>
              <a:xfrm>
                <a:off x="3365065" y="2089338"/>
                <a:ext cx="222673" cy="304272"/>
                <a:chOff x="8012461" y="4918925"/>
                <a:chExt cx="222673" cy="304272"/>
              </a:xfrm>
              <a:grpFill/>
            </p:grpSpPr>
            <p:sp>
              <p:nvSpPr>
                <p:cNvPr id="324" name="Rectangle 323">
                  <a:extLst>
                    <a:ext uri="{FF2B5EF4-FFF2-40B4-BE49-F238E27FC236}">
                      <a16:creationId xmlns:a16="http://schemas.microsoft.com/office/drawing/2014/main" id="{AA1D3131-185B-3BF2-FEAC-A6FF0F4F3D30}"/>
                    </a:ext>
                  </a:extLst>
                </p:cNvPr>
                <p:cNvSpPr/>
                <p:nvPr/>
              </p:nvSpPr>
              <p:spPr>
                <a:xfrm rot="16200000" flipV="1">
                  <a:off x="7893592" y="5056524"/>
                  <a:ext cx="274320" cy="36576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5" name="Rectangle 324">
                  <a:extLst>
                    <a:ext uri="{FF2B5EF4-FFF2-40B4-BE49-F238E27FC236}">
                      <a16:creationId xmlns:a16="http://schemas.microsoft.com/office/drawing/2014/main" id="{1D3F2F78-E699-57FA-DA12-69963CD21E7D}"/>
                    </a:ext>
                  </a:extLst>
                </p:cNvPr>
                <p:cNvSpPr/>
                <p:nvPr/>
              </p:nvSpPr>
              <p:spPr>
                <a:xfrm rot="16200000" flipV="1">
                  <a:off x="8079959" y="5063941"/>
                  <a:ext cx="274320" cy="36029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6" name="Rectangle 325">
                  <a:extLst>
                    <a:ext uri="{FF2B5EF4-FFF2-40B4-BE49-F238E27FC236}">
                      <a16:creationId xmlns:a16="http://schemas.microsoft.com/office/drawing/2014/main" id="{48736218-07CE-47A7-4744-F2A15D07B045}"/>
                    </a:ext>
                  </a:extLst>
                </p:cNvPr>
                <p:cNvSpPr/>
                <p:nvPr/>
              </p:nvSpPr>
              <p:spPr>
                <a:xfrm rot="10800000" flipV="1">
                  <a:off x="8012462" y="5186621"/>
                  <a:ext cx="218910" cy="36576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7" name="Rectangle 326">
                  <a:extLst>
                    <a:ext uri="{FF2B5EF4-FFF2-40B4-BE49-F238E27FC236}">
                      <a16:creationId xmlns:a16="http://schemas.microsoft.com/office/drawing/2014/main" id="{39AEDABC-9CB4-9284-7019-75801AE712E3}"/>
                    </a:ext>
                  </a:extLst>
                </p:cNvPr>
                <p:cNvSpPr/>
                <p:nvPr/>
              </p:nvSpPr>
              <p:spPr>
                <a:xfrm rot="10800000" flipV="1">
                  <a:off x="8012461" y="4918925"/>
                  <a:ext cx="222673" cy="36576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02" name="Group 301">
                <a:extLst>
                  <a:ext uri="{FF2B5EF4-FFF2-40B4-BE49-F238E27FC236}">
                    <a16:creationId xmlns:a16="http://schemas.microsoft.com/office/drawing/2014/main" id="{66B92EF3-2C04-9D33-B04E-6CD16CECD868}"/>
                  </a:ext>
                </a:extLst>
              </p:cNvPr>
              <p:cNvGrpSpPr/>
              <p:nvPr/>
            </p:nvGrpSpPr>
            <p:grpSpPr>
              <a:xfrm>
                <a:off x="3734040" y="1657458"/>
                <a:ext cx="222672" cy="736152"/>
                <a:chOff x="8012462" y="4487045"/>
                <a:chExt cx="222672" cy="736152"/>
              </a:xfrm>
              <a:grpFill/>
            </p:grpSpPr>
            <p:sp>
              <p:nvSpPr>
                <p:cNvPr id="320" name="Rectangle 319">
                  <a:extLst>
                    <a:ext uri="{FF2B5EF4-FFF2-40B4-BE49-F238E27FC236}">
                      <a16:creationId xmlns:a16="http://schemas.microsoft.com/office/drawing/2014/main" id="{71F7E584-E38A-D07D-E00B-1868C136B426}"/>
                    </a:ext>
                  </a:extLst>
                </p:cNvPr>
                <p:cNvSpPr/>
                <p:nvPr/>
              </p:nvSpPr>
              <p:spPr>
                <a:xfrm rot="16200000" flipV="1">
                  <a:off x="7802152" y="4965084"/>
                  <a:ext cx="457200" cy="36576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1" name="Rectangle 320">
                  <a:extLst>
                    <a:ext uri="{FF2B5EF4-FFF2-40B4-BE49-F238E27FC236}">
                      <a16:creationId xmlns:a16="http://schemas.microsoft.com/office/drawing/2014/main" id="{B50CAD73-45AA-56D8-1F48-E43F7EDD7075}"/>
                    </a:ext>
                  </a:extLst>
                </p:cNvPr>
                <p:cNvSpPr/>
                <p:nvPr/>
              </p:nvSpPr>
              <p:spPr>
                <a:xfrm rot="16200000" flipV="1">
                  <a:off x="7851359" y="4835341"/>
                  <a:ext cx="731520" cy="36029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2" name="Rectangle 321">
                  <a:extLst>
                    <a:ext uri="{FF2B5EF4-FFF2-40B4-BE49-F238E27FC236}">
                      <a16:creationId xmlns:a16="http://schemas.microsoft.com/office/drawing/2014/main" id="{82E8CE85-5B09-F638-C7A6-7398EBD1F762}"/>
                    </a:ext>
                  </a:extLst>
                </p:cNvPr>
                <p:cNvSpPr/>
                <p:nvPr/>
              </p:nvSpPr>
              <p:spPr>
                <a:xfrm rot="10800000" flipV="1">
                  <a:off x="8016224" y="4487045"/>
                  <a:ext cx="218910" cy="36576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3" name="Rectangle 322">
                  <a:extLst>
                    <a:ext uri="{FF2B5EF4-FFF2-40B4-BE49-F238E27FC236}">
                      <a16:creationId xmlns:a16="http://schemas.microsoft.com/office/drawing/2014/main" id="{DF348C02-2D85-67D3-3A67-8DC65B796F99}"/>
                    </a:ext>
                  </a:extLst>
                </p:cNvPr>
                <p:cNvSpPr/>
                <p:nvPr/>
              </p:nvSpPr>
              <p:spPr>
                <a:xfrm rot="10800000" flipV="1">
                  <a:off x="8012462" y="5186621"/>
                  <a:ext cx="218910" cy="36576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03" name="Rectangle: Rounded Corners 730">
                <a:extLst>
                  <a:ext uri="{FF2B5EF4-FFF2-40B4-BE49-F238E27FC236}">
                    <a16:creationId xmlns:a16="http://schemas.microsoft.com/office/drawing/2014/main" id="{5317F015-3B8D-8482-44C9-713A6CE7855F}"/>
                  </a:ext>
                </a:extLst>
              </p:cNvPr>
              <p:cNvSpPr/>
              <p:nvPr/>
            </p:nvSpPr>
            <p:spPr>
              <a:xfrm rot="5400000">
                <a:off x="3456505" y="2192963"/>
                <a:ext cx="36029" cy="9144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4" name="Rectangle: Rounded Corners 731">
                <a:extLst>
                  <a:ext uri="{FF2B5EF4-FFF2-40B4-BE49-F238E27FC236}">
                    <a16:creationId xmlns:a16="http://schemas.microsoft.com/office/drawing/2014/main" id="{4D8043FC-1381-11F9-2F6F-1493896A191F}"/>
                  </a:ext>
                </a:extLst>
              </p:cNvPr>
              <p:cNvSpPr/>
              <p:nvPr/>
            </p:nvSpPr>
            <p:spPr>
              <a:xfrm rot="5400000">
                <a:off x="3456505" y="2264862"/>
                <a:ext cx="36029" cy="9144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5" name="Rectangle: Rounded Corners 732">
                <a:extLst>
                  <a:ext uri="{FF2B5EF4-FFF2-40B4-BE49-F238E27FC236}">
                    <a16:creationId xmlns:a16="http://schemas.microsoft.com/office/drawing/2014/main" id="{F4DAE2FD-14C0-DF7F-EFB0-AD1B02B0F900}"/>
                  </a:ext>
                </a:extLst>
              </p:cNvPr>
              <p:cNvSpPr/>
              <p:nvPr/>
            </p:nvSpPr>
            <p:spPr>
              <a:xfrm rot="5400000">
                <a:off x="3642373" y="2195042"/>
                <a:ext cx="36029" cy="9144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6" name="Rectangle: Rounded Corners 733">
                <a:extLst>
                  <a:ext uri="{FF2B5EF4-FFF2-40B4-BE49-F238E27FC236}">
                    <a16:creationId xmlns:a16="http://schemas.microsoft.com/office/drawing/2014/main" id="{D81CE1B2-6507-E1B1-3A6E-88526A12773C}"/>
                  </a:ext>
                </a:extLst>
              </p:cNvPr>
              <p:cNvSpPr/>
              <p:nvPr/>
            </p:nvSpPr>
            <p:spPr>
              <a:xfrm rot="5400000">
                <a:off x="3642373" y="2266941"/>
                <a:ext cx="36029" cy="9144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7" name="Rectangle: Rounded Corners 734">
                <a:extLst>
                  <a:ext uri="{FF2B5EF4-FFF2-40B4-BE49-F238E27FC236}">
                    <a16:creationId xmlns:a16="http://schemas.microsoft.com/office/drawing/2014/main" id="{43869E02-10A4-D629-247E-1D30DCFDE431}"/>
                  </a:ext>
                </a:extLst>
              </p:cNvPr>
              <p:cNvSpPr/>
              <p:nvPr/>
            </p:nvSpPr>
            <p:spPr>
              <a:xfrm rot="5400000">
                <a:off x="3642373" y="2051984"/>
                <a:ext cx="36029" cy="9144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8" name="Rectangle: Rounded Corners 735">
                <a:extLst>
                  <a:ext uri="{FF2B5EF4-FFF2-40B4-BE49-F238E27FC236}">
                    <a16:creationId xmlns:a16="http://schemas.microsoft.com/office/drawing/2014/main" id="{890B3E08-CC42-B90E-93B5-C02EA747697C}"/>
                  </a:ext>
                </a:extLst>
              </p:cNvPr>
              <p:cNvSpPr/>
              <p:nvPr/>
            </p:nvSpPr>
            <p:spPr>
              <a:xfrm rot="5400000">
                <a:off x="3642373" y="2123883"/>
                <a:ext cx="36029" cy="9144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9" name="Rectangle: Rounded Corners 736">
                <a:extLst>
                  <a:ext uri="{FF2B5EF4-FFF2-40B4-BE49-F238E27FC236}">
                    <a16:creationId xmlns:a16="http://schemas.microsoft.com/office/drawing/2014/main" id="{BF8E96BE-ED8C-F078-6AEE-5EC920FE21F0}"/>
                  </a:ext>
                </a:extLst>
              </p:cNvPr>
              <p:cNvSpPr/>
              <p:nvPr/>
            </p:nvSpPr>
            <p:spPr>
              <a:xfrm rot="5400000">
                <a:off x="3642373" y="1985191"/>
                <a:ext cx="36029" cy="9144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0" name="Rectangle: Rounded Corners 737">
                <a:extLst>
                  <a:ext uri="{FF2B5EF4-FFF2-40B4-BE49-F238E27FC236}">
                    <a16:creationId xmlns:a16="http://schemas.microsoft.com/office/drawing/2014/main" id="{40AB9175-0E63-2B5A-6D20-426F1BD80DED}"/>
                  </a:ext>
                </a:extLst>
              </p:cNvPr>
              <p:cNvSpPr/>
              <p:nvPr/>
            </p:nvSpPr>
            <p:spPr>
              <a:xfrm rot="5400000">
                <a:off x="3825662" y="2195043"/>
                <a:ext cx="36029" cy="9144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1" name="Rectangle: Rounded Corners 738">
                <a:extLst>
                  <a:ext uri="{FF2B5EF4-FFF2-40B4-BE49-F238E27FC236}">
                    <a16:creationId xmlns:a16="http://schemas.microsoft.com/office/drawing/2014/main" id="{C0C7FDB6-07D3-B7E1-EFEF-A30718E05BAF}"/>
                  </a:ext>
                </a:extLst>
              </p:cNvPr>
              <p:cNvSpPr/>
              <p:nvPr/>
            </p:nvSpPr>
            <p:spPr>
              <a:xfrm rot="5400000">
                <a:off x="3825662" y="2266942"/>
                <a:ext cx="36029" cy="9144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2" name="Rectangle: Rounded Corners 739">
                <a:extLst>
                  <a:ext uri="{FF2B5EF4-FFF2-40B4-BE49-F238E27FC236}">
                    <a16:creationId xmlns:a16="http://schemas.microsoft.com/office/drawing/2014/main" id="{70D4DA9E-157D-73B1-49D9-22EAED66D841}"/>
                  </a:ext>
                </a:extLst>
              </p:cNvPr>
              <p:cNvSpPr/>
              <p:nvPr/>
            </p:nvSpPr>
            <p:spPr>
              <a:xfrm rot="5400000">
                <a:off x="3825662" y="2051985"/>
                <a:ext cx="36029" cy="9144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3" name="Rectangle: Rounded Corners 740">
                <a:extLst>
                  <a:ext uri="{FF2B5EF4-FFF2-40B4-BE49-F238E27FC236}">
                    <a16:creationId xmlns:a16="http://schemas.microsoft.com/office/drawing/2014/main" id="{29C22318-718F-502A-DF7F-F0D51C0C7C3C}"/>
                  </a:ext>
                </a:extLst>
              </p:cNvPr>
              <p:cNvSpPr/>
              <p:nvPr/>
            </p:nvSpPr>
            <p:spPr>
              <a:xfrm rot="5400000">
                <a:off x="3825662" y="2123884"/>
                <a:ext cx="36029" cy="9144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4" name="Rectangle: Rounded Corners 741">
                <a:extLst>
                  <a:ext uri="{FF2B5EF4-FFF2-40B4-BE49-F238E27FC236}">
                    <a16:creationId xmlns:a16="http://schemas.microsoft.com/office/drawing/2014/main" id="{E13D64B8-CF6C-C6A3-ECF6-AC205EA960DB}"/>
                  </a:ext>
                </a:extLst>
              </p:cNvPr>
              <p:cNvSpPr/>
              <p:nvPr/>
            </p:nvSpPr>
            <p:spPr>
              <a:xfrm rot="5400000">
                <a:off x="3825662" y="1985192"/>
                <a:ext cx="36029" cy="9144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5" name="Rectangle: Rounded Corners 742">
                <a:extLst>
                  <a:ext uri="{FF2B5EF4-FFF2-40B4-BE49-F238E27FC236}">
                    <a16:creationId xmlns:a16="http://schemas.microsoft.com/office/drawing/2014/main" id="{4589EFEF-EE75-2C00-5916-6D55C26345D0}"/>
                  </a:ext>
                </a:extLst>
              </p:cNvPr>
              <p:cNvSpPr/>
              <p:nvPr/>
            </p:nvSpPr>
            <p:spPr>
              <a:xfrm rot="5400000">
                <a:off x="3825662" y="1922215"/>
                <a:ext cx="36029" cy="9144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6" name="Rectangle: Rounded Corners 743">
                <a:extLst>
                  <a:ext uri="{FF2B5EF4-FFF2-40B4-BE49-F238E27FC236}">
                    <a16:creationId xmlns:a16="http://schemas.microsoft.com/office/drawing/2014/main" id="{A5667C64-B83E-65D2-AAAA-30CD38D37A43}"/>
                  </a:ext>
                </a:extLst>
              </p:cNvPr>
              <p:cNvSpPr/>
              <p:nvPr/>
            </p:nvSpPr>
            <p:spPr>
              <a:xfrm rot="5400000">
                <a:off x="3825662" y="1779157"/>
                <a:ext cx="36029" cy="9144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7" name="Rectangle: Rounded Corners 744">
                <a:extLst>
                  <a:ext uri="{FF2B5EF4-FFF2-40B4-BE49-F238E27FC236}">
                    <a16:creationId xmlns:a16="http://schemas.microsoft.com/office/drawing/2014/main" id="{75A3CAA9-16E6-5BDA-7D8A-C58151F8E83F}"/>
                  </a:ext>
                </a:extLst>
              </p:cNvPr>
              <p:cNvSpPr/>
              <p:nvPr/>
            </p:nvSpPr>
            <p:spPr>
              <a:xfrm rot="5400000">
                <a:off x="3825662" y="1851056"/>
                <a:ext cx="36029" cy="9144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8" name="Rectangle: Rounded Corners 745">
                <a:extLst>
                  <a:ext uri="{FF2B5EF4-FFF2-40B4-BE49-F238E27FC236}">
                    <a16:creationId xmlns:a16="http://schemas.microsoft.com/office/drawing/2014/main" id="{6260DE32-CB7F-027B-FC51-2821BCD91885}"/>
                  </a:ext>
                </a:extLst>
              </p:cNvPr>
              <p:cNvSpPr/>
              <p:nvPr/>
            </p:nvSpPr>
            <p:spPr>
              <a:xfrm rot="5400000">
                <a:off x="3825662" y="1712364"/>
                <a:ext cx="36029" cy="9144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9" name="Rectangle: Rounded Corners 746">
                <a:extLst>
                  <a:ext uri="{FF2B5EF4-FFF2-40B4-BE49-F238E27FC236}">
                    <a16:creationId xmlns:a16="http://schemas.microsoft.com/office/drawing/2014/main" id="{B2C4D1E8-DF1E-ACAB-318E-F7A1A53E14F9}"/>
                  </a:ext>
                </a:extLst>
              </p:cNvPr>
              <p:cNvSpPr/>
              <p:nvPr/>
            </p:nvSpPr>
            <p:spPr>
              <a:xfrm rot="5400000">
                <a:off x="3458330" y="2123884"/>
                <a:ext cx="36029" cy="9144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8" name="Freeform: Shape 685">
              <a:extLst>
                <a:ext uri="{FF2B5EF4-FFF2-40B4-BE49-F238E27FC236}">
                  <a16:creationId xmlns:a16="http://schemas.microsoft.com/office/drawing/2014/main" id="{1A837C0B-78AB-A031-934B-8CBECD5F352E}"/>
                </a:ext>
              </a:extLst>
            </p:cNvPr>
            <p:cNvSpPr/>
            <p:nvPr/>
          </p:nvSpPr>
          <p:spPr>
            <a:xfrm>
              <a:off x="1088140" y="1566842"/>
              <a:ext cx="1008112" cy="819792"/>
            </a:xfrm>
            <a:custGeom>
              <a:avLst/>
              <a:gdLst>
                <a:gd name="connsiteX0" fmla="*/ 163492 w 1261761"/>
                <a:gd name="connsiteY0" fmla="*/ 42955 h 1177296"/>
                <a:gd name="connsiteX1" fmla="*/ 46037 w 1261761"/>
                <a:gd name="connsiteY1" fmla="*/ 160410 h 1177296"/>
                <a:gd name="connsiteX2" fmla="*/ 46037 w 1261761"/>
                <a:gd name="connsiteY2" fmla="*/ 1016886 h 1177296"/>
                <a:gd name="connsiteX3" fmla="*/ 163492 w 1261761"/>
                <a:gd name="connsiteY3" fmla="*/ 1134341 h 1177296"/>
                <a:gd name="connsiteX4" fmla="*/ 1098270 w 1261761"/>
                <a:gd name="connsiteY4" fmla="*/ 1134341 h 1177296"/>
                <a:gd name="connsiteX5" fmla="*/ 1215725 w 1261761"/>
                <a:gd name="connsiteY5" fmla="*/ 1016886 h 1177296"/>
                <a:gd name="connsiteX6" fmla="*/ 1215725 w 1261761"/>
                <a:gd name="connsiteY6" fmla="*/ 160410 h 1177296"/>
                <a:gd name="connsiteX7" fmla="*/ 1098270 w 1261761"/>
                <a:gd name="connsiteY7" fmla="*/ 42955 h 1177296"/>
                <a:gd name="connsiteX8" fmla="*/ 160501 w 1261761"/>
                <a:gd name="connsiteY8" fmla="*/ 0 h 1177296"/>
                <a:gd name="connsiteX9" fmla="*/ 1101260 w 1261761"/>
                <a:gd name="connsiteY9" fmla="*/ 0 h 1177296"/>
                <a:gd name="connsiteX10" fmla="*/ 1261761 w 1261761"/>
                <a:gd name="connsiteY10" fmla="*/ 160501 h 1177296"/>
                <a:gd name="connsiteX11" fmla="*/ 1261761 w 1261761"/>
                <a:gd name="connsiteY11" fmla="*/ 1016795 h 1177296"/>
                <a:gd name="connsiteX12" fmla="*/ 1101260 w 1261761"/>
                <a:gd name="connsiteY12" fmla="*/ 1177296 h 1177296"/>
                <a:gd name="connsiteX13" fmla="*/ 160501 w 1261761"/>
                <a:gd name="connsiteY13" fmla="*/ 1177296 h 1177296"/>
                <a:gd name="connsiteX14" fmla="*/ 0 w 1261761"/>
                <a:gd name="connsiteY14" fmla="*/ 1016795 h 1177296"/>
                <a:gd name="connsiteX15" fmla="*/ 0 w 1261761"/>
                <a:gd name="connsiteY15" fmla="*/ 160501 h 1177296"/>
                <a:gd name="connsiteX16" fmla="*/ 160501 w 1261761"/>
                <a:gd name="connsiteY16" fmla="*/ 0 h 1177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61761" h="1177296">
                  <a:moveTo>
                    <a:pt x="163492" y="42955"/>
                  </a:moveTo>
                  <a:cubicBezTo>
                    <a:pt x="98623" y="42955"/>
                    <a:pt x="46037" y="95541"/>
                    <a:pt x="46037" y="160410"/>
                  </a:cubicBezTo>
                  <a:lnTo>
                    <a:pt x="46037" y="1016886"/>
                  </a:lnTo>
                  <a:cubicBezTo>
                    <a:pt x="46037" y="1081755"/>
                    <a:pt x="98623" y="1134341"/>
                    <a:pt x="163492" y="1134341"/>
                  </a:cubicBezTo>
                  <a:lnTo>
                    <a:pt x="1098270" y="1134341"/>
                  </a:lnTo>
                  <a:cubicBezTo>
                    <a:pt x="1163139" y="1134341"/>
                    <a:pt x="1215725" y="1081755"/>
                    <a:pt x="1215725" y="1016886"/>
                  </a:cubicBezTo>
                  <a:lnTo>
                    <a:pt x="1215725" y="160410"/>
                  </a:lnTo>
                  <a:cubicBezTo>
                    <a:pt x="1215725" y="95541"/>
                    <a:pt x="1163139" y="42955"/>
                    <a:pt x="1098270" y="42955"/>
                  </a:cubicBezTo>
                  <a:close/>
                  <a:moveTo>
                    <a:pt x="160501" y="0"/>
                  </a:moveTo>
                  <a:lnTo>
                    <a:pt x="1101260" y="0"/>
                  </a:lnTo>
                  <a:cubicBezTo>
                    <a:pt x="1189902" y="0"/>
                    <a:pt x="1261761" y="71859"/>
                    <a:pt x="1261761" y="160501"/>
                  </a:cubicBezTo>
                  <a:lnTo>
                    <a:pt x="1261761" y="1016795"/>
                  </a:lnTo>
                  <a:cubicBezTo>
                    <a:pt x="1261761" y="1105437"/>
                    <a:pt x="1189902" y="1177296"/>
                    <a:pt x="1101260" y="1177296"/>
                  </a:cubicBezTo>
                  <a:lnTo>
                    <a:pt x="160501" y="1177296"/>
                  </a:lnTo>
                  <a:cubicBezTo>
                    <a:pt x="71859" y="1177296"/>
                    <a:pt x="0" y="1105437"/>
                    <a:pt x="0" y="1016795"/>
                  </a:cubicBezTo>
                  <a:lnTo>
                    <a:pt x="0" y="160501"/>
                  </a:lnTo>
                  <a:cubicBezTo>
                    <a:pt x="0" y="71859"/>
                    <a:pt x="71859" y="0"/>
                    <a:pt x="160501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9" name="Rectangle 258">
              <a:extLst>
                <a:ext uri="{FF2B5EF4-FFF2-40B4-BE49-F238E27FC236}">
                  <a16:creationId xmlns:a16="http://schemas.microsoft.com/office/drawing/2014/main" id="{A3D224C8-3C11-1155-3E9C-F7F2990B657B}"/>
                </a:ext>
              </a:extLst>
            </p:cNvPr>
            <p:cNvSpPr/>
            <p:nvPr/>
          </p:nvSpPr>
          <p:spPr>
            <a:xfrm flipV="1">
              <a:off x="1104508" y="2213169"/>
              <a:ext cx="969276" cy="3602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0" name="Rectangle 259">
              <a:extLst>
                <a:ext uri="{FF2B5EF4-FFF2-40B4-BE49-F238E27FC236}">
                  <a16:creationId xmlns:a16="http://schemas.microsoft.com/office/drawing/2014/main" id="{75038A30-243D-313A-8737-0BCD4A594D25}"/>
                </a:ext>
              </a:extLst>
            </p:cNvPr>
            <p:cNvSpPr/>
            <p:nvPr/>
          </p:nvSpPr>
          <p:spPr>
            <a:xfrm flipV="1">
              <a:off x="1306146" y="2544787"/>
              <a:ext cx="576471" cy="3602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1" name="Rectangle 260">
              <a:extLst>
                <a:ext uri="{FF2B5EF4-FFF2-40B4-BE49-F238E27FC236}">
                  <a16:creationId xmlns:a16="http://schemas.microsoft.com/office/drawing/2014/main" id="{70FEE582-E2A7-734A-999A-E95273EC7C71}"/>
                </a:ext>
              </a:extLst>
            </p:cNvPr>
            <p:cNvSpPr/>
            <p:nvPr/>
          </p:nvSpPr>
          <p:spPr>
            <a:xfrm rot="16200000" flipV="1">
              <a:off x="1330387" y="2451444"/>
              <a:ext cx="216176" cy="3602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2" name="Rectangle 261">
              <a:extLst>
                <a:ext uri="{FF2B5EF4-FFF2-40B4-BE49-F238E27FC236}">
                  <a16:creationId xmlns:a16="http://schemas.microsoft.com/office/drawing/2014/main" id="{92CF4EC5-4F89-A1FF-D59A-61FB559EEC17}"/>
                </a:ext>
              </a:extLst>
            </p:cNvPr>
            <p:cNvSpPr/>
            <p:nvPr/>
          </p:nvSpPr>
          <p:spPr>
            <a:xfrm rot="16200000" flipV="1">
              <a:off x="1636959" y="2451444"/>
              <a:ext cx="216176" cy="3602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3" name="Rectangle 262">
              <a:extLst>
                <a:ext uri="{FF2B5EF4-FFF2-40B4-BE49-F238E27FC236}">
                  <a16:creationId xmlns:a16="http://schemas.microsoft.com/office/drawing/2014/main" id="{5DD94F24-C056-8B7B-06C9-B67B7C1F4CB4}"/>
                </a:ext>
              </a:extLst>
            </p:cNvPr>
            <p:cNvSpPr/>
            <p:nvPr/>
          </p:nvSpPr>
          <p:spPr>
            <a:xfrm flipV="1">
              <a:off x="1104508" y="1704335"/>
              <a:ext cx="969276" cy="3602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4" name="Rectangle: Rounded Corners 691">
              <a:extLst>
                <a:ext uri="{FF2B5EF4-FFF2-40B4-BE49-F238E27FC236}">
                  <a16:creationId xmlns:a16="http://schemas.microsoft.com/office/drawing/2014/main" id="{0B9FF308-25B5-7DD6-144A-542FF3240B56}"/>
                </a:ext>
              </a:extLst>
            </p:cNvPr>
            <p:cNvSpPr/>
            <p:nvPr/>
          </p:nvSpPr>
          <p:spPr>
            <a:xfrm rot="5400000">
              <a:off x="1202778" y="1639193"/>
              <a:ext cx="36030" cy="3962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5" name="Rectangle: Rounded Corners 692">
              <a:extLst>
                <a:ext uri="{FF2B5EF4-FFF2-40B4-BE49-F238E27FC236}">
                  <a16:creationId xmlns:a16="http://schemas.microsoft.com/office/drawing/2014/main" id="{3924AC7B-B21C-FD3D-FFC8-0738B4797987}"/>
                </a:ext>
              </a:extLst>
            </p:cNvPr>
            <p:cNvSpPr/>
            <p:nvPr/>
          </p:nvSpPr>
          <p:spPr>
            <a:xfrm rot="5400000">
              <a:off x="1268321" y="1639194"/>
              <a:ext cx="36030" cy="3962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6" name="Rectangle: Rounded Corners 693">
              <a:extLst>
                <a:ext uri="{FF2B5EF4-FFF2-40B4-BE49-F238E27FC236}">
                  <a16:creationId xmlns:a16="http://schemas.microsoft.com/office/drawing/2014/main" id="{F2DED4B6-4CE0-47DD-7D36-4B508EAE5452}"/>
                </a:ext>
              </a:extLst>
            </p:cNvPr>
            <p:cNvSpPr/>
            <p:nvPr/>
          </p:nvSpPr>
          <p:spPr>
            <a:xfrm rot="5400000">
              <a:off x="1330517" y="1639195"/>
              <a:ext cx="36030" cy="3962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67" name="Group 266">
              <a:extLst>
                <a:ext uri="{FF2B5EF4-FFF2-40B4-BE49-F238E27FC236}">
                  <a16:creationId xmlns:a16="http://schemas.microsoft.com/office/drawing/2014/main" id="{0D5221FC-C252-F44A-8EC5-9B4C54E470D6}"/>
                </a:ext>
              </a:extLst>
            </p:cNvPr>
            <p:cNvGrpSpPr/>
            <p:nvPr/>
          </p:nvGrpSpPr>
          <p:grpSpPr>
            <a:xfrm>
              <a:off x="1205145" y="1816496"/>
              <a:ext cx="336324" cy="418468"/>
              <a:chOff x="3365065" y="1657458"/>
              <a:chExt cx="591647" cy="736152"/>
            </a:xfrm>
            <a:grpFill/>
          </p:grpSpPr>
          <p:grpSp>
            <p:nvGrpSpPr>
              <p:cNvPr id="268" name="Group 267">
                <a:extLst>
                  <a:ext uri="{FF2B5EF4-FFF2-40B4-BE49-F238E27FC236}">
                    <a16:creationId xmlns:a16="http://schemas.microsoft.com/office/drawing/2014/main" id="{28F4AC3D-32AE-BD23-DCF5-2F1BD302E0E0}"/>
                  </a:ext>
                </a:extLst>
              </p:cNvPr>
              <p:cNvGrpSpPr/>
              <p:nvPr/>
            </p:nvGrpSpPr>
            <p:grpSpPr>
              <a:xfrm>
                <a:off x="3549610" y="1658009"/>
                <a:ext cx="222672" cy="735601"/>
                <a:chOff x="8012462" y="4487596"/>
                <a:chExt cx="222672" cy="735601"/>
              </a:xfrm>
              <a:grpFill/>
            </p:grpSpPr>
            <p:sp>
              <p:nvSpPr>
                <p:cNvPr id="296" name="Rectangle 295">
                  <a:extLst>
                    <a:ext uri="{FF2B5EF4-FFF2-40B4-BE49-F238E27FC236}">
                      <a16:creationId xmlns:a16="http://schemas.microsoft.com/office/drawing/2014/main" id="{F9F9D8C8-C96B-7906-B68C-00FE875C3C51}"/>
                    </a:ext>
                  </a:extLst>
                </p:cNvPr>
                <p:cNvSpPr/>
                <p:nvPr/>
              </p:nvSpPr>
              <p:spPr>
                <a:xfrm rot="16200000" flipV="1">
                  <a:off x="7804533" y="4965084"/>
                  <a:ext cx="457200" cy="36576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7" name="Rectangle 296">
                  <a:extLst>
                    <a:ext uri="{FF2B5EF4-FFF2-40B4-BE49-F238E27FC236}">
                      <a16:creationId xmlns:a16="http://schemas.microsoft.com/office/drawing/2014/main" id="{5BD83C0D-0A97-EFFF-577F-F3B5C5149832}"/>
                    </a:ext>
                  </a:extLst>
                </p:cNvPr>
                <p:cNvSpPr/>
                <p:nvPr/>
              </p:nvSpPr>
              <p:spPr>
                <a:xfrm rot="16200000" flipV="1">
                  <a:off x="7851359" y="4835341"/>
                  <a:ext cx="731520" cy="36029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8" name="Rectangle 297">
                  <a:extLst>
                    <a:ext uri="{FF2B5EF4-FFF2-40B4-BE49-F238E27FC236}">
                      <a16:creationId xmlns:a16="http://schemas.microsoft.com/office/drawing/2014/main" id="{58E07585-5319-0612-B5B0-DDFC391A4C7B}"/>
                    </a:ext>
                  </a:extLst>
                </p:cNvPr>
                <p:cNvSpPr/>
                <p:nvPr/>
              </p:nvSpPr>
              <p:spPr>
                <a:xfrm rot="10800000" flipV="1">
                  <a:off x="8012462" y="5186621"/>
                  <a:ext cx="218910" cy="36576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9" name="Rectangle 298">
                  <a:extLst>
                    <a:ext uri="{FF2B5EF4-FFF2-40B4-BE49-F238E27FC236}">
                      <a16:creationId xmlns:a16="http://schemas.microsoft.com/office/drawing/2014/main" id="{890F858C-0DA2-AA4D-1D40-802C2B992CC1}"/>
                    </a:ext>
                  </a:extLst>
                </p:cNvPr>
                <p:cNvSpPr/>
                <p:nvPr/>
              </p:nvSpPr>
              <p:spPr>
                <a:xfrm rot="10800000" flipV="1">
                  <a:off x="8016224" y="4753803"/>
                  <a:ext cx="218910" cy="36576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69" name="Group 268">
                <a:extLst>
                  <a:ext uri="{FF2B5EF4-FFF2-40B4-BE49-F238E27FC236}">
                    <a16:creationId xmlns:a16="http://schemas.microsoft.com/office/drawing/2014/main" id="{ED604CAA-0E83-7622-ABD6-3D6699D67367}"/>
                  </a:ext>
                </a:extLst>
              </p:cNvPr>
              <p:cNvGrpSpPr/>
              <p:nvPr/>
            </p:nvGrpSpPr>
            <p:grpSpPr>
              <a:xfrm>
                <a:off x="3365065" y="2089338"/>
                <a:ext cx="222673" cy="304272"/>
                <a:chOff x="8012461" y="4918925"/>
                <a:chExt cx="222673" cy="304272"/>
              </a:xfrm>
              <a:grpFill/>
            </p:grpSpPr>
            <p:sp>
              <p:nvSpPr>
                <p:cNvPr id="292" name="Rectangle 291">
                  <a:extLst>
                    <a:ext uri="{FF2B5EF4-FFF2-40B4-BE49-F238E27FC236}">
                      <a16:creationId xmlns:a16="http://schemas.microsoft.com/office/drawing/2014/main" id="{CA9F3FD9-B6DF-F465-DB28-E054A9D39865}"/>
                    </a:ext>
                  </a:extLst>
                </p:cNvPr>
                <p:cNvSpPr/>
                <p:nvPr/>
              </p:nvSpPr>
              <p:spPr>
                <a:xfrm rot="16200000" flipV="1">
                  <a:off x="7893592" y="5056524"/>
                  <a:ext cx="274320" cy="36576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3" name="Rectangle 292">
                  <a:extLst>
                    <a:ext uri="{FF2B5EF4-FFF2-40B4-BE49-F238E27FC236}">
                      <a16:creationId xmlns:a16="http://schemas.microsoft.com/office/drawing/2014/main" id="{6B187901-923E-F351-EA0A-9CE8FE749BBF}"/>
                    </a:ext>
                  </a:extLst>
                </p:cNvPr>
                <p:cNvSpPr/>
                <p:nvPr/>
              </p:nvSpPr>
              <p:spPr>
                <a:xfrm rot="16200000" flipV="1">
                  <a:off x="8079959" y="5063941"/>
                  <a:ext cx="274320" cy="36029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4" name="Rectangle 293">
                  <a:extLst>
                    <a:ext uri="{FF2B5EF4-FFF2-40B4-BE49-F238E27FC236}">
                      <a16:creationId xmlns:a16="http://schemas.microsoft.com/office/drawing/2014/main" id="{02E65247-8CD8-EA38-5A4F-71D1FC083591}"/>
                    </a:ext>
                  </a:extLst>
                </p:cNvPr>
                <p:cNvSpPr/>
                <p:nvPr/>
              </p:nvSpPr>
              <p:spPr>
                <a:xfrm rot="10800000" flipV="1">
                  <a:off x="8012462" y="5186621"/>
                  <a:ext cx="218910" cy="36576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5" name="Rectangle 294">
                  <a:extLst>
                    <a:ext uri="{FF2B5EF4-FFF2-40B4-BE49-F238E27FC236}">
                      <a16:creationId xmlns:a16="http://schemas.microsoft.com/office/drawing/2014/main" id="{2955FBFA-FA1D-EF2B-2522-6A63C4724A33}"/>
                    </a:ext>
                  </a:extLst>
                </p:cNvPr>
                <p:cNvSpPr/>
                <p:nvPr/>
              </p:nvSpPr>
              <p:spPr>
                <a:xfrm rot="10800000" flipV="1">
                  <a:off x="8012461" y="4918925"/>
                  <a:ext cx="222673" cy="36576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70" name="Group 269">
                <a:extLst>
                  <a:ext uri="{FF2B5EF4-FFF2-40B4-BE49-F238E27FC236}">
                    <a16:creationId xmlns:a16="http://schemas.microsoft.com/office/drawing/2014/main" id="{0E0E9BAA-1462-97AA-6CC7-8487BC8EA7EE}"/>
                  </a:ext>
                </a:extLst>
              </p:cNvPr>
              <p:cNvGrpSpPr/>
              <p:nvPr/>
            </p:nvGrpSpPr>
            <p:grpSpPr>
              <a:xfrm>
                <a:off x="3734040" y="1657458"/>
                <a:ext cx="222672" cy="736152"/>
                <a:chOff x="8012462" y="4487045"/>
                <a:chExt cx="222672" cy="736152"/>
              </a:xfrm>
              <a:grpFill/>
            </p:grpSpPr>
            <p:sp>
              <p:nvSpPr>
                <p:cNvPr id="288" name="Rectangle 287">
                  <a:extLst>
                    <a:ext uri="{FF2B5EF4-FFF2-40B4-BE49-F238E27FC236}">
                      <a16:creationId xmlns:a16="http://schemas.microsoft.com/office/drawing/2014/main" id="{6D0C49A0-23A9-3BB6-BDE6-BCD00260A8C6}"/>
                    </a:ext>
                  </a:extLst>
                </p:cNvPr>
                <p:cNvSpPr/>
                <p:nvPr/>
              </p:nvSpPr>
              <p:spPr>
                <a:xfrm rot="16200000" flipV="1">
                  <a:off x="7802152" y="4965084"/>
                  <a:ext cx="457200" cy="36576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89" name="Rectangle 288">
                  <a:extLst>
                    <a:ext uri="{FF2B5EF4-FFF2-40B4-BE49-F238E27FC236}">
                      <a16:creationId xmlns:a16="http://schemas.microsoft.com/office/drawing/2014/main" id="{45B2D250-0464-715D-5979-A90B0200260F}"/>
                    </a:ext>
                  </a:extLst>
                </p:cNvPr>
                <p:cNvSpPr/>
                <p:nvPr/>
              </p:nvSpPr>
              <p:spPr>
                <a:xfrm rot="16200000" flipV="1">
                  <a:off x="7851359" y="4835341"/>
                  <a:ext cx="731520" cy="36029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0" name="Rectangle 289">
                  <a:extLst>
                    <a:ext uri="{FF2B5EF4-FFF2-40B4-BE49-F238E27FC236}">
                      <a16:creationId xmlns:a16="http://schemas.microsoft.com/office/drawing/2014/main" id="{03D93F36-4022-C3D0-42E4-1F960612ED84}"/>
                    </a:ext>
                  </a:extLst>
                </p:cNvPr>
                <p:cNvSpPr/>
                <p:nvPr/>
              </p:nvSpPr>
              <p:spPr>
                <a:xfrm rot="10800000" flipV="1">
                  <a:off x="8016224" y="4487045"/>
                  <a:ext cx="218910" cy="36576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1" name="Rectangle 290">
                  <a:extLst>
                    <a:ext uri="{FF2B5EF4-FFF2-40B4-BE49-F238E27FC236}">
                      <a16:creationId xmlns:a16="http://schemas.microsoft.com/office/drawing/2014/main" id="{5E65A26F-9B25-DC3E-54A7-1B8332CE13C5}"/>
                    </a:ext>
                  </a:extLst>
                </p:cNvPr>
                <p:cNvSpPr/>
                <p:nvPr/>
              </p:nvSpPr>
              <p:spPr>
                <a:xfrm rot="10800000" flipV="1">
                  <a:off x="8012462" y="5186621"/>
                  <a:ext cx="218910" cy="36576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71" name="Rectangle: Rounded Corners 698">
                <a:extLst>
                  <a:ext uri="{FF2B5EF4-FFF2-40B4-BE49-F238E27FC236}">
                    <a16:creationId xmlns:a16="http://schemas.microsoft.com/office/drawing/2014/main" id="{0F4EDB0C-4FDA-4163-87B6-54AFE274DC45}"/>
                  </a:ext>
                </a:extLst>
              </p:cNvPr>
              <p:cNvSpPr/>
              <p:nvPr/>
            </p:nvSpPr>
            <p:spPr>
              <a:xfrm rot="5400000">
                <a:off x="3456505" y="2192963"/>
                <a:ext cx="36029" cy="9144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2" name="Rectangle: Rounded Corners 699">
                <a:extLst>
                  <a:ext uri="{FF2B5EF4-FFF2-40B4-BE49-F238E27FC236}">
                    <a16:creationId xmlns:a16="http://schemas.microsoft.com/office/drawing/2014/main" id="{EAE6ACCC-72B3-E6CF-60DE-DD345686ABB8}"/>
                  </a:ext>
                </a:extLst>
              </p:cNvPr>
              <p:cNvSpPr/>
              <p:nvPr/>
            </p:nvSpPr>
            <p:spPr>
              <a:xfrm rot="5400000">
                <a:off x="3456505" y="2264862"/>
                <a:ext cx="36029" cy="9144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3" name="Rectangle: Rounded Corners 700">
                <a:extLst>
                  <a:ext uri="{FF2B5EF4-FFF2-40B4-BE49-F238E27FC236}">
                    <a16:creationId xmlns:a16="http://schemas.microsoft.com/office/drawing/2014/main" id="{5333C64A-07E3-5648-1860-1F512CB9D10C}"/>
                  </a:ext>
                </a:extLst>
              </p:cNvPr>
              <p:cNvSpPr/>
              <p:nvPr/>
            </p:nvSpPr>
            <p:spPr>
              <a:xfrm rot="5400000">
                <a:off x="3642373" y="2195042"/>
                <a:ext cx="36029" cy="9144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4" name="Rectangle: Rounded Corners 701">
                <a:extLst>
                  <a:ext uri="{FF2B5EF4-FFF2-40B4-BE49-F238E27FC236}">
                    <a16:creationId xmlns:a16="http://schemas.microsoft.com/office/drawing/2014/main" id="{5C81B2F0-E253-18C4-B8C7-916963E37AEB}"/>
                  </a:ext>
                </a:extLst>
              </p:cNvPr>
              <p:cNvSpPr/>
              <p:nvPr/>
            </p:nvSpPr>
            <p:spPr>
              <a:xfrm rot="5400000">
                <a:off x="3642373" y="2266941"/>
                <a:ext cx="36029" cy="9144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5" name="Rectangle: Rounded Corners 702">
                <a:extLst>
                  <a:ext uri="{FF2B5EF4-FFF2-40B4-BE49-F238E27FC236}">
                    <a16:creationId xmlns:a16="http://schemas.microsoft.com/office/drawing/2014/main" id="{99F773F8-092C-D3F0-EA94-9D742DA6EF53}"/>
                  </a:ext>
                </a:extLst>
              </p:cNvPr>
              <p:cNvSpPr/>
              <p:nvPr/>
            </p:nvSpPr>
            <p:spPr>
              <a:xfrm rot="5400000">
                <a:off x="3642373" y="2051984"/>
                <a:ext cx="36029" cy="9144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6" name="Rectangle: Rounded Corners 703">
                <a:extLst>
                  <a:ext uri="{FF2B5EF4-FFF2-40B4-BE49-F238E27FC236}">
                    <a16:creationId xmlns:a16="http://schemas.microsoft.com/office/drawing/2014/main" id="{F7768953-BC7E-8012-A95D-E283C66D7AAF}"/>
                  </a:ext>
                </a:extLst>
              </p:cNvPr>
              <p:cNvSpPr/>
              <p:nvPr/>
            </p:nvSpPr>
            <p:spPr>
              <a:xfrm rot="5400000">
                <a:off x="3642373" y="2123883"/>
                <a:ext cx="36029" cy="9144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7" name="Rectangle: Rounded Corners 704">
                <a:extLst>
                  <a:ext uri="{FF2B5EF4-FFF2-40B4-BE49-F238E27FC236}">
                    <a16:creationId xmlns:a16="http://schemas.microsoft.com/office/drawing/2014/main" id="{3F5D102A-E4AD-7495-54C7-ED7E692A44E4}"/>
                  </a:ext>
                </a:extLst>
              </p:cNvPr>
              <p:cNvSpPr/>
              <p:nvPr/>
            </p:nvSpPr>
            <p:spPr>
              <a:xfrm rot="5400000">
                <a:off x="3642373" y="1985191"/>
                <a:ext cx="36029" cy="9144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8" name="Rectangle: Rounded Corners 705">
                <a:extLst>
                  <a:ext uri="{FF2B5EF4-FFF2-40B4-BE49-F238E27FC236}">
                    <a16:creationId xmlns:a16="http://schemas.microsoft.com/office/drawing/2014/main" id="{4C8B1151-215D-1957-5CEE-9C16A487C9BF}"/>
                  </a:ext>
                </a:extLst>
              </p:cNvPr>
              <p:cNvSpPr/>
              <p:nvPr/>
            </p:nvSpPr>
            <p:spPr>
              <a:xfrm rot="5400000">
                <a:off x="3825662" y="2195043"/>
                <a:ext cx="36029" cy="9144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9" name="Rectangle: Rounded Corners 706">
                <a:extLst>
                  <a:ext uri="{FF2B5EF4-FFF2-40B4-BE49-F238E27FC236}">
                    <a16:creationId xmlns:a16="http://schemas.microsoft.com/office/drawing/2014/main" id="{D6479159-C4A8-F378-CD18-83B04198618A}"/>
                  </a:ext>
                </a:extLst>
              </p:cNvPr>
              <p:cNvSpPr/>
              <p:nvPr/>
            </p:nvSpPr>
            <p:spPr>
              <a:xfrm rot="5400000">
                <a:off x="3825662" y="2266942"/>
                <a:ext cx="36029" cy="9144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0" name="Rectangle: Rounded Corners 707">
                <a:extLst>
                  <a:ext uri="{FF2B5EF4-FFF2-40B4-BE49-F238E27FC236}">
                    <a16:creationId xmlns:a16="http://schemas.microsoft.com/office/drawing/2014/main" id="{DBBF5617-C798-CDDD-6C4D-B4D05394A16A}"/>
                  </a:ext>
                </a:extLst>
              </p:cNvPr>
              <p:cNvSpPr/>
              <p:nvPr/>
            </p:nvSpPr>
            <p:spPr>
              <a:xfrm rot="5400000">
                <a:off x="3825662" y="2051985"/>
                <a:ext cx="36029" cy="9144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1" name="Rectangle: Rounded Corners 708">
                <a:extLst>
                  <a:ext uri="{FF2B5EF4-FFF2-40B4-BE49-F238E27FC236}">
                    <a16:creationId xmlns:a16="http://schemas.microsoft.com/office/drawing/2014/main" id="{5E5083D2-8457-E86F-BA1A-CDD992FD3BC6}"/>
                  </a:ext>
                </a:extLst>
              </p:cNvPr>
              <p:cNvSpPr/>
              <p:nvPr/>
            </p:nvSpPr>
            <p:spPr>
              <a:xfrm rot="5400000">
                <a:off x="3825662" y="2123884"/>
                <a:ext cx="36029" cy="9144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2" name="Rectangle: Rounded Corners 709">
                <a:extLst>
                  <a:ext uri="{FF2B5EF4-FFF2-40B4-BE49-F238E27FC236}">
                    <a16:creationId xmlns:a16="http://schemas.microsoft.com/office/drawing/2014/main" id="{991A0DF0-911D-3C2B-1F78-EA4FFE8CD16D}"/>
                  </a:ext>
                </a:extLst>
              </p:cNvPr>
              <p:cNvSpPr/>
              <p:nvPr/>
            </p:nvSpPr>
            <p:spPr>
              <a:xfrm rot="5400000">
                <a:off x="3825662" y="1985192"/>
                <a:ext cx="36029" cy="9144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3" name="Rectangle: Rounded Corners 710">
                <a:extLst>
                  <a:ext uri="{FF2B5EF4-FFF2-40B4-BE49-F238E27FC236}">
                    <a16:creationId xmlns:a16="http://schemas.microsoft.com/office/drawing/2014/main" id="{AFF1954D-2160-1ECA-BCD6-A8EB1C3243A4}"/>
                  </a:ext>
                </a:extLst>
              </p:cNvPr>
              <p:cNvSpPr/>
              <p:nvPr/>
            </p:nvSpPr>
            <p:spPr>
              <a:xfrm rot="5400000">
                <a:off x="3825662" y="1922215"/>
                <a:ext cx="36029" cy="9144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4" name="Rectangle: Rounded Corners 711">
                <a:extLst>
                  <a:ext uri="{FF2B5EF4-FFF2-40B4-BE49-F238E27FC236}">
                    <a16:creationId xmlns:a16="http://schemas.microsoft.com/office/drawing/2014/main" id="{4AAAC0F1-5810-95A5-7348-67A93B8B42B9}"/>
                  </a:ext>
                </a:extLst>
              </p:cNvPr>
              <p:cNvSpPr/>
              <p:nvPr/>
            </p:nvSpPr>
            <p:spPr>
              <a:xfrm rot="5400000">
                <a:off x="3825662" y="1779157"/>
                <a:ext cx="36029" cy="9144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5" name="Rectangle: Rounded Corners 712">
                <a:extLst>
                  <a:ext uri="{FF2B5EF4-FFF2-40B4-BE49-F238E27FC236}">
                    <a16:creationId xmlns:a16="http://schemas.microsoft.com/office/drawing/2014/main" id="{ABFDBC71-906B-CFA1-2787-9122C68FF0D5}"/>
                  </a:ext>
                </a:extLst>
              </p:cNvPr>
              <p:cNvSpPr/>
              <p:nvPr/>
            </p:nvSpPr>
            <p:spPr>
              <a:xfrm rot="5400000">
                <a:off x="3825662" y="1851056"/>
                <a:ext cx="36029" cy="9144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6" name="Rectangle: Rounded Corners 713">
                <a:extLst>
                  <a:ext uri="{FF2B5EF4-FFF2-40B4-BE49-F238E27FC236}">
                    <a16:creationId xmlns:a16="http://schemas.microsoft.com/office/drawing/2014/main" id="{9BEC4FFA-ED8B-52D0-5385-B889F04E005E}"/>
                  </a:ext>
                </a:extLst>
              </p:cNvPr>
              <p:cNvSpPr/>
              <p:nvPr/>
            </p:nvSpPr>
            <p:spPr>
              <a:xfrm rot="5400000">
                <a:off x="3825662" y="1712364"/>
                <a:ext cx="36029" cy="9144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7" name="Rectangle: Rounded Corners 714">
                <a:extLst>
                  <a:ext uri="{FF2B5EF4-FFF2-40B4-BE49-F238E27FC236}">
                    <a16:creationId xmlns:a16="http://schemas.microsoft.com/office/drawing/2014/main" id="{5F698DF2-B29F-E8F6-1266-54FCA94B7029}"/>
                  </a:ext>
                </a:extLst>
              </p:cNvPr>
              <p:cNvSpPr/>
              <p:nvPr/>
            </p:nvSpPr>
            <p:spPr>
              <a:xfrm rot="5400000">
                <a:off x="3458330" y="2123884"/>
                <a:ext cx="36029" cy="9144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332" name="Group 331">
            <a:extLst>
              <a:ext uri="{FF2B5EF4-FFF2-40B4-BE49-F238E27FC236}">
                <a16:creationId xmlns:a16="http://schemas.microsoft.com/office/drawing/2014/main" id="{CA4011E8-1ADE-A28D-D4C3-1E3518EA0E03}"/>
              </a:ext>
            </a:extLst>
          </p:cNvPr>
          <p:cNvGrpSpPr/>
          <p:nvPr/>
        </p:nvGrpSpPr>
        <p:grpSpPr>
          <a:xfrm>
            <a:off x="8810243" y="2285751"/>
            <a:ext cx="808309" cy="1024575"/>
            <a:chOff x="1361213" y="5505583"/>
            <a:chExt cx="828546" cy="1050227"/>
          </a:xfrm>
          <a:solidFill>
            <a:schemeClr val="tx1"/>
          </a:solidFill>
        </p:grpSpPr>
        <p:sp>
          <p:nvSpPr>
            <p:cNvPr id="333" name="Freeform: Shape 760">
              <a:extLst>
                <a:ext uri="{FF2B5EF4-FFF2-40B4-BE49-F238E27FC236}">
                  <a16:creationId xmlns:a16="http://schemas.microsoft.com/office/drawing/2014/main" id="{2E45D520-A193-157D-7A8C-893CD65ECE7D}"/>
                </a:ext>
              </a:extLst>
            </p:cNvPr>
            <p:cNvSpPr/>
            <p:nvPr/>
          </p:nvSpPr>
          <p:spPr>
            <a:xfrm>
              <a:off x="1361213" y="5505583"/>
              <a:ext cx="828546" cy="1050227"/>
            </a:xfrm>
            <a:custGeom>
              <a:avLst/>
              <a:gdLst>
                <a:gd name="connsiteX0" fmla="*/ 144027 w 828546"/>
                <a:gd name="connsiteY0" fmla="*/ 38424 h 1050227"/>
                <a:gd name="connsiteX1" fmla="*/ 39098 w 828546"/>
                <a:gd name="connsiteY1" fmla="*/ 143353 h 1050227"/>
                <a:gd name="connsiteX2" fmla="*/ 39098 w 828546"/>
                <a:gd name="connsiteY2" fmla="*/ 906873 h 1050227"/>
                <a:gd name="connsiteX3" fmla="*/ 144027 w 828546"/>
                <a:gd name="connsiteY3" fmla="*/ 1011802 h 1050227"/>
                <a:gd name="connsiteX4" fmla="*/ 684519 w 828546"/>
                <a:gd name="connsiteY4" fmla="*/ 1011802 h 1050227"/>
                <a:gd name="connsiteX5" fmla="*/ 789448 w 828546"/>
                <a:gd name="connsiteY5" fmla="*/ 906873 h 1050227"/>
                <a:gd name="connsiteX6" fmla="*/ 789448 w 828546"/>
                <a:gd name="connsiteY6" fmla="*/ 143353 h 1050227"/>
                <a:gd name="connsiteX7" fmla="*/ 684519 w 828546"/>
                <a:gd name="connsiteY7" fmla="*/ 38424 h 1050227"/>
                <a:gd name="connsiteX8" fmla="*/ 115864 w 828546"/>
                <a:gd name="connsiteY8" fmla="*/ 0 h 1050227"/>
                <a:gd name="connsiteX9" fmla="*/ 712682 w 828546"/>
                <a:gd name="connsiteY9" fmla="*/ 0 h 1050227"/>
                <a:gd name="connsiteX10" fmla="*/ 828546 w 828546"/>
                <a:gd name="connsiteY10" fmla="*/ 115864 h 1050227"/>
                <a:gd name="connsiteX11" fmla="*/ 828546 w 828546"/>
                <a:gd name="connsiteY11" fmla="*/ 934363 h 1050227"/>
                <a:gd name="connsiteX12" fmla="*/ 712682 w 828546"/>
                <a:gd name="connsiteY12" fmla="*/ 1050227 h 1050227"/>
                <a:gd name="connsiteX13" fmla="*/ 115864 w 828546"/>
                <a:gd name="connsiteY13" fmla="*/ 1050227 h 1050227"/>
                <a:gd name="connsiteX14" fmla="*/ 0 w 828546"/>
                <a:gd name="connsiteY14" fmla="*/ 934363 h 1050227"/>
                <a:gd name="connsiteX15" fmla="*/ 0 w 828546"/>
                <a:gd name="connsiteY15" fmla="*/ 115864 h 1050227"/>
                <a:gd name="connsiteX16" fmla="*/ 115864 w 828546"/>
                <a:gd name="connsiteY16" fmla="*/ 0 h 10502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28546" h="1050227">
                  <a:moveTo>
                    <a:pt x="144027" y="38424"/>
                  </a:moveTo>
                  <a:cubicBezTo>
                    <a:pt x="86076" y="38424"/>
                    <a:pt x="39098" y="85402"/>
                    <a:pt x="39098" y="143353"/>
                  </a:cubicBezTo>
                  <a:lnTo>
                    <a:pt x="39098" y="906873"/>
                  </a:lnTo>
                  <a:cubicBezTo>
                    <a:pt x="39098" y="964824"/>
                    <a:pt x="86076" y="1011802"/>
                    <a:pt x="144027" y="1011802"/>
                  </a:cubicBezTo>
                  <a:lnTo>
                    <a:pt x="684519" y="1011802"/>
                  </a:lnTo>
                  <a:cubicBezTo>
                    <a:pt x="742470" y="1011802"/>
                    <a:pt x="789448" y="964824"/>
                    <a:pt x="789448" y="906873"/>
                  </a:cubicBezTo>
                  <a:lnTo>
                    <a:pt x="789448" y="143353"/>
                  </a:lnTo>
                  <a:cubicBezTo>
                    <a:pt x="789448" y="85402"/>
                    <a:pt x="742470" y="38424"/>
                    <a:pt x="684519" y="38424"/>
                  </a:cubicBezTo>
                  <a:close/>
                  <a:moveTo>
                    <a:pt x="115864" y="0"/>
                  </a:moveTo>
                  <a:lnTo>
                    <a:pt x="712682" y="0"/>
                  </a:lnTo>
                  <a:cubicBezTo>
                    <a:pt x="776672" y="0"/>
                    <a:pt x="828546" y="51874"/>
                    <a:pt x="828546" y="115864"/>
                  </a:cubicBezTo>
                  <a:lnTo>
                    <a:pt x="828546" y="934363"/>
                  </a:lnTo>
                  <a:cubicBezTo>
                    <a:pt x="828546" y="998353"/>
                    <a:pt x="776672" y="1050227"/>
                    <a:pt x="712682" y="1050227"/>
                  </a:cubicBezTo>
                  <a:lnTo>
                    <a:pt x="115864" y="1050227"/>
                  </a:lnTo>
                  <a:cubicBezTo>
                    <a:pt x="51874" y="1050227"/>
                    <a:pt x="0" y="998353"/>
                    <a:pt x="0" y="934363"/>
                  </a:cubicBezTo>
                  <a:lnTo>
                    <a:pt x="0" y="115864"/>
                  </a:lnTo>
                  <a:cubicBezTo>
                    <a:pt x="0" y="51874"/>
                    <a:pt x="51874" y="0"/>
                    <a:pt x="115864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4" name="Freeform: Shape 761">
              <a:extLst>
                <a:ext uri="{FF2B5EF4-FFF2-40B4-BE49-F238E27FC236}">
                  <a16:creationId xmlns:a16="http://schemas.microsoft.com/office/drawing/2014/main" id="{748A916D-E93E-7D31-3AED-429BF1C1EECE}"/>
                </a:ext>
              </a:extLst>
            </p:cNvPr>
            <p:cNvSpPr/>
            <p:nvPr/>
          </p:nvSpPr>
          <p:spPr>
            <a:xfrm>
              <a:off x="1465131" y="5867030"/>
              <a:ext cx="108912" cy="108912"/>
            </a:xfrm>
            <a:custGeom>
              <a:avLst/>
              <a:gdLst>
                <a:gd name="connsiteX0" fmla="*/ 35718 w 152400"/>
                <a:gd name="connsiteY0" fmla="*/ 35718 h 152400"/>
                <a:gd name="connsiteX1" fmla="*/ 35718 w 152400"/>
                <a:gd name="connsiteY1" fmla="*/ 116682 h 152400"/>
                <a:gd name="connsiteX2" fmla="*/ 116682 w 152400"/>
                <a:gd name="connsiteY2" fmla="*/ 116682 h 152400"/>
                <a:gd name="connsiteX3" fmla="*/ 116682 w 152400"/>
                <a:gd name="connsiteY3" fmla="*/ 35718 h 152400"/>
                <a:gd name="connsiteX4" fmla="*/ 0 w 152400"/>
                <a:gd name="connsiteY4" fmla="*/ 0 h 152400"/>
                <a:gd name="connsiteX5" fmla="*/ 152400 w 152400"/>
                <a:gd name="connsiteY5" fmla="*/ 0 h 152400"/>
                <a:gd name="connsiteX6" fmla="*/ 152400 w 152400"/>
                <a:gd name="connsiteY6" fmla="*/ 152400 h 152400"/>
                <a:gd name="connsiteX7" fmla="*/ 0 w 152400"/>
                <a:gd name="connsiteY7" fmla="*/ 1524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2400" h="152400">
                  <a:moveTo>
                    <a:pt x="35718" y="35718"/>
                  </a:moveTo>
                  <a:lnTo>
                    <a:pt x="35718" y="116682"/>
                  </a:lnTo>
                  <a:lnTo>
                    <a:pt x="116682" y="116682"/>
                  </a:lnTo>
                  <a:lnTo>
                    <a:pt x="116682" y="35718"/>
                  </a:lnTo>
                  <a:close/>
                  <a:moveTo>
                    <a:pt x="0" y="0"/>
                  </a:moveTo>
                  <a:lnTo>
                    <a:pt x="152400" y="0"/>
                  </a:lnTo>
                  <a:lnTo>
                    <a:pt x="152400" y="152400"/>
                  </a:lnTo>
                  <a:lnTo>
                    <a:pt x="0" y="1524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5" name="Freeform: Shape 762">
              <a:extLst>
                <a:ext uri="{FF2B5EF4-FFF2-40B4-BE49-F238E27FC236}">
                  <a16:creationId xmlns:a16="http://schemas.microsoft.com/office/drawing/2014/main" id="{57CC713E-5760-2181-5E63-E8C2898D41A4}"/>
                </a:ext>
              </a:extLst>
            </p:cNvPr>
            <p:cNvSpPr/>
            <p:nvPr/>
          </p:nvSpPr>
          <p:spPr>
            <a:xfrm>
              <a:off x="1633754" y="5867030"/>
              <a:ext cx="108912" cy="108912"/>
            </a:xfrm>
            <a:custGeom>
              <a:avLst/>
              <a:gdLst>
                <a:gd name="connsiteX0" fmla="*/ 35718 w 152400"/>
                <a:gd name="connsiteY0" fmla="*/ 35718 h 152400"/>
                <a:gd name="connsiteX1" fmla="*/ 35718 w 152400"/>
                <a:gd name="connsiteY1" fmla="*/ 116682 h 152400"/>
                <a:gd name="connsiteX2" fmla="*/ 116682 w 152400"/>
                <a:gd name="connsiteY2" fmla="*/ 116682 h 152400"/>
                <a:gd name="connsiteX3" fmla="*/ 116682 w 152400"/>
                <a:gd name="connsiteY3" fmla="*/ 35718 h 152400"/>
                <a:gd name="connsiteX4" fmla="*/ 0 w 152400"/>
                <a:gd name="connsiteY4" fmla="*/ 0 h 152400"/>
                <a:gd name="connsiteX5" fmla="*/ 152400 w 152400"/>
                <a:gd name="connsiteY5" fmla="*/ 0 h 152400"/>
                <a:gd name="connsiteX6" fmla="*/ 152400 w 152400"/>
                <a:gd name="connsiteY6" fmla="*/ 152400 h 152400"/>
                <a:gd name="connsiteX7" fmla="*/ 0 w 152400"/>
                <a:gd name="connsiteY7" fmla="*/ 1524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2400" h="152400">
                  <a:moveTo>
                    <a:pt x="35718" y="35718"/>
                  </a:moveTo>
                  <a:lnTo>
                    <a:pt x="35718" y="116682"/>
                  </a:lnTo>
                  <a:lnTo>
                    <a:pt x="116682" y="116682"/>
                  </a:lnTo>
                  <a:lnTo>
                    <a:pt x="116682" y="35718"/>
                  </a:lnTo>
                  <a:close/>
                  <a:moveTo>
                    <a:pt x="0" y="0"/>
                  </a:moveTo>
                  <a:lnTo>
                    <a:pt x="152400" y="0"/>
                  </a:lnTo>
                  <a:lnTo>
                    <a:pt x="152400" y="152400"/>
                  </a:lnTo>
                  <a:lnTo>
                    <a:pt x="0" y="1524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6" name="Freeform: Shape 763">
              <a:extLst>
                <a:ext uri="{FF2B5EF4-FFF2-40B4-BE49-F238E27FC236}">
                  <a16:creationId xmlns:a16="http://schemas.microsoft.com/office/drawing/2014/main" id="{C3B9F8A1-9E56-4CDA-C0C5-0034387280A4}"/>
                </a:ext>
              </a:extLst>
            </p:cNvPr>
            <p:cNvSpPr/>
            <p:nvPr/>
          </p:nvSpPr>
          <p:spPr>
            <a:xfrm>
              <a:off x="1802377" y="5867030"/>
              <a:ext cx="108912" cy="108912"/>
            </a:xfrm>
            <a:custGeom>
              <a:avLst/>
              <a:gdLst>
                <a:gd name="connsiteX0" fmla="*/ 35718 w 152400"/>
                <a:gd name="connsiteY0" fmla="*/ 35718 h 152400"/>
                <a:gd name="connsiteX1" fmla="*/ 35718 w 152400"/>
                <a:gd name="connsiteY1" fmla="*/ 116682 h 152400"/>
                <a:gd name="connsiteX2" fmla="*/ 116682 w 152400"/>
                <a:gd name="connsiteY2" fmla="*/ 116682 h 152400"/>
                <a:gd name="connsiteX3" fmla="*/ 116682 w 152400"/>
                <a:gd name="connsiteY3" fmla="*/ 35718 h 152400"/>
                <a:gd name="connsiteX4" fmla="*/ 0 w 152400"/>
                <a:gd name="connsiteY4" fmla="*/ 0 h 152400"/>
                <a:gd name="connsiteX5" fmla="*/ 152400 w 152400"/>
                <a:gd name="connsiteY5" fmla="*/ 0 h 152400"/>
                <a:gd name="connsiteX6" fmla="*/ 152400 w 152400"/>
                <a:gd name="connsiteY6" fmla="*/ 152400 h 152400"/>
                <a:gd name="connsiteX7" fmla="*/ 0 w 152400"/>
                <a:gd name="connsiteY7" fmla="*/ 1524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2400" h="152400">
                  <a:moveTo>
                    <a:pt x="35718" y="35718"/>
                  </a:moveTo>
                  <a:lnTo>
                    <a:pt x="35718" y="116682"/>
                  </a:lnTo>
                  <a:lnTo>
                    <a:pt x="116682" y="116682"/>
                  </a:lnTo>
                  <a:lnTo>
                    <a:pt x="116682" y="35718"/>
                  </a:lnTo>
                  <a:close/>
                  <a:moveTo>
                    <a:pt x="0" y="0"/>
                  </a:moveTo>
                  <a:lnTo>
                    <a:pt x="152400" y="0"/>
                  </a:lnTo>
                  <a:lnTo>
                    <a:pt x="152400" y="152400"/>
                  </a:lnTo>
                  <a:lnTo>
                    <a:pt x="0" y="1524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7" name="Freeform: Shape 764">
              <a:extLst>
                <a:ext uri="{FF2B5EF4-FFF2-40B4-BE49-F238E27FC236}">
                  <a16:creationId xmlns:a16="http://schemas.microsoft.com/office/drawing/2014/main" id="{AB11AC4A-1B65-AB03-44EC-A0BB78E190B6}"/>
                </a:ext>
              </a:extLst>
            </p:cNvPr>
            <p:cNvSpPr/>
            <p:nvPr/>
          </p:nvSpPr>
          <p:spPr>
            <a:xfrm>
              <a:off x="1971000" y="5867030"/>
              <a:ext cx="108912" cy="108912"/>
            </a:xfrm>
            <a:custGeom>
              <a:avLst/>
              <a:gdLst>
                <a:gd name="connsiteX0" fmla="*/ 35718 w 152400"/>
                <a:gd name="connsiteY0" fmla="*/ 35718 h 152400"/>
                <a:gd name="connsiteX1" fmla="*/ 35718 w 152400"/>
                <a:gd name="connsiteY1" fmla="*/ 116682 h 152400"/>
                <a:gd name="connsiteX2" fmla="*/ 116682 w 152400"/>
                <a:gd name="connsiteY2" fmla="*/ 116682 h 152400"/>
                <a:gd name="connsiteX3" fmla="*/ 116682 w 152400"/>
                <a:gd name="connsiteY3" fmla="*/ 35718 h 152400"/>
                <a:gd name="connsiteX4" fmla="*/ 0 w 152400"/>
                <a:gd name="connsiteY4" fmla="*/ 0 h 152400"/>
                <a:gd name="connsiteX5" fmla="*/ 152400 w 152400"/>
                <a:gd name="connsiteY5" fmla="*/ 0 h 152400"/>
                <a:gd name="connsiteX6" fmla="*/ 152400 w 152400"/>
                <a:gd name="connsiteY6" fmla="*/ 152400 h 152400"/>
                <a:gd name="connsiteX7" fmla="*/ 0 w 152400"/>
                <a:gd name="connsiteY7" fmla="*/ 1524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2400" h="152400">
                  <a:moveTo>
                    <a:pt x="35718" y="35718"/>
                  </a:moveTo>
                  <a:lnTo>
                    <a:pt x="35718" y="116682"/>
                  </a:lnTo>
                  <a:lnTo>
                    <a:pt x="116682" y="116682"/>
                  </a:lnTo>
                  <a:lnTo>
                    <a:pt x="116682" y="35718"/>
                  </a:lnTo>
                  <a:close/>
                  <a:moveTo>
                    <a:pt x="0" y="0"/>
                  </a:moveTo>
                  <a:lnTo>
                    <a:pt x="152400" y="0"/>
                  </a:lnTo>
                  <a:lnTo>
                    <a:pt x="152400" y="152400"/>
                  </a:lnTo>
                  <a:lnTo>
                    <a:pt x="0" y="1524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8" name="Freeform: Shape 765">
              <a:extLst>
                <a:ext uri="{FF2B5EF4-FFF2-40B4-BE49-F238E27FC236}">
                  <a16:creationId xmlns:a16="http://schemas.microsoft.com/office/drawing/2014/main" id="{16F8C181-6284-0688-A246-F9D76B1B158C}"/>
                </a:ext>
              </a:extLst>
            </p:cNvPr>
            <p:cNvSpPr/>
            <p:nvPr/>
          </p:nvSpPr>
          <p:spPr>
            <a:xfrm>
              <a:off x="1465131" y="6029905"/>
              <a:ext cx="108912" cy="108912"/>
            </a:xfrm>
            <a:custGeom>
              <a:avLst/>
              <a:gdLst>
                <a:gd name="connsiteX0" fmla="*/ 35718 w 152400"/>
                <a:gd name="connsiteY0" fmla="*/ 35718 h 152400"/>
                <a:gd name="connsiteX1" fmla="*/ 35718 w 152400"/>
                <a:gd name="connsiteY1" fmla="*/ 116682 h 152400"/>
                <a:gd name="connsiteX2" fmla="*/ 116682 w 152400"/>
                <a:gd name="connsiteY2" fmla="*/ 116682 h 152400"/>
                <a:gd name="connsiteX3" fmla="*/ 116682 w 152400"/>
                <a:gd name="connsiteY3" fmla="*/ 35718 h 152400"/>
                <a:gd name="connsiteX4" fmla="*/ 0 w 152400"/>
                <a:gd name="connsiteY4" fmla="*/ 0 h 152400"/>
                <a:gd name="connsiteX5" fmla="*/ 152400 w 152400"/>
                <a:gd name="connsiteY5" fmla="*/ 0 h 152400"/>
                <a:gd name="connsiteX6" fmla="*/ 152400 w 152400"/>
                <a:gd name="connsiteY6" fmla="*/ 152400 h 152400"/>
                <a:gd name="connsiteX7" fmla="*/ 0 w 152400"/>
                <a:gd name="connsiteY7" fmla="*/ 1524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2400" h="152400">
                  <a:moveTo>
                    <a:pt x="35718" y="35718"/>
                  </a:moveTo>
                  <a:lnTo>
                    <a:pt x="35718" y="116682"/>
                  </a:lnTo>
                  <a:lnTo>
                    <a:pt x="116682" y="116682"/>
                  </a:lnTo>
                  <a:lnTo>
                    <a:pt x="116682" y="35718"/>
                  </a:lnTo>
                  <a:close/>
                  <a:moveTo>
                    <a:pt x="0" y="0"/>
                  </a:moveTo>
                  <a:lnTo>
                    <a:pt x="152400" y="0"/>
                  </a:lnTo>
                  <a:lnTo>
                    <a:pt x="152400" y="152400"/>
                  </a:lnTo>
                  <a:lnTo>
                    <a:pt x="0" y="1524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9" name="Freeform: Shape 766">
              <a:extLst>
                <a:ext uri="{FF2B5EF4-FFF2-40B4-BE49-F238E27FC236}">
                  <a16:creationId xmlns:a16="http://schemas.microsoft.com/office/drawing/2014/main" id="{B35288EF-3EA8-EC34-F06B-2DDE36D3D9D3}"/>
                </a:ext>
              </a:extLst>
            </p:cNvPr>
            <p:cNvSpPr/>
            <p:nvPr/>
          </p:nvSpPr>
          <p:spPr>
            <a:xfrm>
              <a:off x="1633754" y="6029905"/>
              <a:ext cx="108912" cy="108912"/>
            </a:xfrm>
            <a:custGeom>
              <a:avLst/>
              <a:gdLst>
                <a:gd name="connsiteX0" fmla="*/ 35718 w 152400"/>
                <a:gd name="connsiteY0" fmla="*/ 35718 h 152400"/>
                <a:gd name="connsiteX1" fmla="*/ 35718 w 152400"/>
                <a:gd name="connsiteY1" fmla="*/ 116682 h 152400"/>
                <a:gd name="connsiteX2" fmla="*/ 116682 w 152400"/>
                <a:gd name="connsiteY2" fmla="*/ 116682 h 152400"/>
                <a:gd name="connsiteX3" fmla="*/ 116682 w 152400"/>
                <a:gd name="connsiteY3" fmla="*/ 35718 h 152400"/>
                <a:gd name="connsiteX4" fmla="*/ 0 w 152400"/>
                <a:gd name="connsiteY4" fmla="*/ 0 h 152400"/>
                <a:gd name="connsiteX5" fmla="*/ 152400 w 152400"/>
                <a:gd name="connsiteY5" fmla="*/ 0 h 152400"/>
                <a:gd name="connsiteX6" fmla="*/ 152400 w 152400"/>
                <a:gd name="connsiteY6" fmla="*/ 152400 h 152400"/>
                <a:gd name="connsiteX7" fmla="*/ 0 w 152400"/>
                <a:gd name="connsiteY7" fmla="*/ 1524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2400" h="152400">
                  <a:moveTo>
                    <a:pt x="35718" y="35718"/>
                  </a:moveTo>
                  <a:lnTo>
                    <a:pt x="35718" y="116682"/>
                  </a:lnTo>
                  <a:lnTo>
                    <a:pt x="116682" y="116682"/>
                  </a:lnTo>
                  <a:lnTo>
                    <a:pt x="116682" y="35718"/>
                  </a:lnTo>
                  <a:close/>
                  <a:moveTo>
                    <a:pt x="0" y="0"/>
                  </a:moveTo>
                  <a:lnTo>
                    <a:pt x="152400" y="0"/>
                  </a:lnTo>
                  <a:lnTo>
                    <a:pt x="152400" y="152400"/>
                  </a:lnTo>
                  <a:lnTo>
                    <a:pt x="0" y="1524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0" name="Freeform: Shape 767">
              <a:extLst>
                <a:ext uri="{FF2B5EF4-FFF2-40B4-BE49-F238E27FC236}">
                  <a16:creationId xmlns:a16="http://schemas.microsoft.com/office/drawing/2014/main" id="{9D14A743-B93C-E2B2-29D0-C45FDD47BC1A}"/>
                </a:ext>
              </a:extLst>
            </p:cNvPr>
            <p:cNvSpPr/>
            <p:nvPr/>
          </p:nvSpPr>
          <p:spPr>
            <a:xfrm>
              <a:off x="1802377" y="6029905"/>
              <a:ext cx="108912" cy="108912"/>
            </a:xfrm>
            <a:custGeom>
              <a:avLst/>
              <a:gdLst>
                <a:gd name="connsiteX0" fmla="*/ 35718 w 152400"/>
                <a:gd name="connsiteY0" fmla="*/ 35718 h 152400"/>
                <a:gd name="connsiteX1" fmla="*/ 35718 w 152400"/>
                <a:gd name="connsiteY1" fmla="*/ 116682 h 152400"/>
                <a:gd name="connsiteX2" fmla="*/ 116682 w 152400"/>
                <a:gd name="connsiteY2" fmla="*/ 116682 h 152400"/>
                <a:gd name="connsiteX3" fmla="*/ 116682 w 152400"/>
                <a:gd name="connsiteY3" fmla="*/ 35718 h 152400"/>
                <a:gd name="connsiteX4" fmla="*/ 0 w 152400"/>
                <a:gd name="connsiteY4" fmla="*/ 0 h 152400"/>
                <a:gd name="connsiteX5" fmla="*/ 152400 w 152400"/>
                <a:gd name="connsiteY5" fmla="*/ 0 h 152400"/>
                <a:gd name="connsiteX6" fmla="*/ 152400 w 152400"/>
                <a:gd name="connsiteY6" fmla="*/ 152400 h 152400"/>
                <a:gd name="connsiteX7" fmla="*/ 0 w 152400"/>
                <a:gd name="connsiteY7" fmla="*/ 1524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2400" h="152400">
                  <a:moveTo>
                    <a:pt x="35718" y="35718"/>
                  </a:moveTo>
                  <a:lnTo>
                    <a:pt x="35718" y="116682"/>
                  </a:lnTo>
                  <a:lnTo>
                    <a:pt x="116682" y="116682"/>
                  </a:lnTo>
                  <a:lnTo>
                    <a:pt x="116682" y="35718"/>
                  </a:lnTo>
                  <a:close/>
                  <a:moveTo>
                    <a:pt x="0" y="0"/>
                  </a:moveTo>
                  <a:lnTo>
                    <a:pt x="152400" y="0"/>
                  </a:lnTo>
                  <a:lnTo>
                    <a:pt x="152400" y="152400"/>
                  </a:lnTo>
                  <a:lnTo>
                    <a:pt x="0" y="1524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1" name="Freeform: Shape 768">
              <a:extLst>
                <a:ext uri="{FF2B5EF4-FFF2-40B4-BE49-F238E27FC236}">
                  <a16:creationId xmlns:a16="http://schemas.microsoft.com/office/drawing/2014/main" id="{D072C269-7516-5393-43FC-32A883652607}"/>
                </a:ext>
              </a:extLst>
            </p:cNvPr>
            <p:cNvSpPr/>
            <p:nvPr/>
          </p:nvSpPr>
          <p:spPr>
            <a:xfrm>
              <a:off x="1971000" y="6029905"/>
              <a:ext cx="108912" cy="108912"/>
            </a:xfrm>
            <a:custGeom>
              <a:avLst/>
              <a:gdLst>
                <a:gd name="connsiteX0" fmla="*/ 35718 w 152400"/>
                <a:gd name="connsiteY0" fmla="*/ 35718 h 152400"/>
                <a:gd name="connsiteX1" fmla="*/ 35718 w 152400"/>
                <a:gd name="connsiteY1" fmla="*/ 116682 h 152400"/>
                <a:gd name="connsiteX2" fmla="*/ 116682 w 152400"/>
                <a:gd name="connsiteY2" fmla="*/ 116682 h 152400"/>
                <a:gd name="connsiteX3" fmla="*/ 116682 w 152400"/>
                <a:gd name="connsiteY3" fmla="*/ 35718 h 152400"/>
                <a:gd name="connsiteX4" fmla="*/ 0 w 152400"/>
                <a:gd name="connsiteY4" fmla="*/ 0 h 152400"/>
                <a:gd name="connsiteX5" fmla="*/ 152400 w 152400"/>
                <a:gd name="connsiteY5" fmla="*/ 0 h 152400"/>
                <a:gd name="connsiteX6" fmla="*/ 152400 w 152400"/>
                <a:gd name="connsiteY6" fmla="*/ 152400 h 152400"/>
                <a:gd name="connsiteX7" fmla="*/ 0 w 152400"/>
                <a:gd name="connsiteY7" fmla="*/ 1524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2400" h="152400">
                  <a:moveTo>
                    <a:pt x="35718" y="35718"/>
                  </a:moveTo>
                  <a:lnTo>
                    <a:pt x="35718" y="116682"/>
                  </a:lnTo>
                  <a:lnTo>
                    <a:pt x="116682" y="116682"/>
                  </a:lnTo>
                  <a:lnTo>
                    <a:pt x="116682" y="35718"/>
                  </a:lnTo>
                  <a:close/>
                  <a:moveTo>
                    <a:pt x="0" y="0"/>
                  </a:moveTo>
                  <a:lnTo>
                    <a:pt x="152400" y="0"/>
                  </a:lnTo>
                  <a:lnTo>
                    <a:pt x="152400" y="152400"/>
                  </a:lnTo>
                  <a:lnTo>
                    <a:pt x="0" y="1524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2" name="Freeform: Shape 769">
              <a:extLst>
                <a:ext uri="{FF2B5EF4-FFF2-40B4-BE49-F238E27FC236}">
                  <a16:creationId xmlns:a16="http://schemas.microsoft.com/office/drawing/2014/main" id="{FF41279C-24B2-AA26-F9A5-00BD4BC58D8B}"/>
                </a:ext>
              </a:extLst>
            </p:cNvPr>
            <p:cNvSpPr/>
            <p:nvPr/>
          </p:nvSpPr>
          <p:spPr>
            <a:xfrm>
              <a:off x="1465131" y="6188358"/>
              <a:ext cx="108912" cy="108912"/>
            </a:xfrm>
            <a:custGeom>
              <a:avLst/>
              <a:gdLst>
                <a:gd name="connsiteX0" fmla="*/ 35718 w 152400"/>
                <a:gd name="connsiteY0" fmla="*/ 35718 h 152400"/>
                <a:gd name="connsiteX1" fmla="*/ 35718 w 152400"/>
                <a:gd name="connsiteY1" fmla="*/ 116682 h 152400"/>
                <a:gd name="connsiteX2" fmla="*/ 116682 w 152400"/>
                <a:gd name="connsiteY2" fmla="*/ 116682 h 152400"/>
                <a:gd name="connsiteX3" fmla="*/ 116682 w 152400"/>
                <a:gd name="connsiteY3" fmla="*/ 35718 h 152400"/>
                <a:gd name="connsiteX4" fmla="*/ 0 w 152400"/>
                <a:gd name="connsiteY4" fmla="*/ 0 h 152400"/>
                <a:gd name="connsiteX5" fmla="*/ 152400 w 152400"/>
                <a:gd name="connsiteY5" fmla="*/ 0 h 152400"/>
                <a:gd name="connsiteX6" fmla="*/ 152400 w 152400"/>
                <a:gd name="connsiteY6" fmla="*/ 152400 h 152400"/>
                <a:gd name="connsiteX7" fmla="*/ 0 w 152400"/>
                <a:gd name="connsiteY7" fmla="*/ 1524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2400" h="152400">
                  <a:moveTo>
                    <a:pt x="35718" y="35718"/>
                  </a:moveTo>
                  <a:lnTo>
                    <a:pt x="35718" y="116682"/>
                  </a:lnTo>
                  <a:lnTo>
                    <a:pt x="116682" y="116682"/>
                  </a:lnTo>
                  <a:lnTo>
                    <a:pt x="116682" y="35718"/>
                  </a:lnTo>
                  <a:close/>
                  <a:moveTo>
                    <a:pt x="0" y="0"/>
                  </a:moveTo>
                  <a:lnTo>
                    <a:pt x="152400" y="0"/>
                  </a:lnTo>
                  <a:lnTo>
                    <a:pt x="152400" y="152400"/>
                  </a:lnTo>
                  <a:lnTo>
                    <a:pt x="0" y="1524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3" name="Freeform: Shape 770">
              <a:extLst>
                <a:ext uri="{FF2B5EF4-FFF2-40B4-BE49-F238E27FC236}">
                  <a16:creationId xmlns:a16="http://schemas.microsoft.com/office/drawing/2014/main" id="{C0A8967E-6D7A-7DB2-EEF7-84B3D93E8E4D}"/>
                </a:ext>
              </a:extLst>
            </p:cNvPr>
            <p:cNvSpPr/>
            <p:nvPr/>
          </p:nvSpPr>
          <p:spPr>
            <a:xfrm>
              <a:off x="1633754" y="6188358"/>
              <a:ext cx="108912" cy="108912"/>
            </a:xfrm>
            <a:custGeom>
              <a:avLst/>
              <a:gdLst>
                <a:gd name="connsiteX0" fmla="*/ 35718 w 152400"/>
                <a:gd name="connsiteY0" fmla="*/ 35718 h 152400"/>
                <a:gd name="connsiteX1" fmla="*/ 35718 w 152400"/>
                <a:gd name="connsiteY1" fmla="*/ 116682 h 152400"/>
                <a:gd name="connsiteX2" fmla="*/ 116682 w 152400"/>
                <a:gd name="connsiteY2" fmla="*/ 116682 h 152400"/>
                <a:gd name="connsiteX3" fmla="*/ 116682 w 152400"/>
                <a:gd name="connsiteY3" fmla="*/ 35718 h 152400"/>
                <a:gd name="connsiteX4" fmla="*/ 0 w 152400"/>
                <a:gd name="connsiteY4" fmla="*/ 0 h 152400"/>
                <a:gd name="connsiteX5" fmla="*/ 152400 w 152400"/>
                <a:gd name="connsiteY5" fmla="*/ 0 h 152400"/>
                <a:gd name="connsiteX6" fmla="*/ 152400 w 152400"/>
                <a:gd name="connsiteY6" fmla="*/ 152400 h 152400"/>
                <a:gd name="connsiteX7" fmla="*/ 0 w 152400"/>
                <a:gd name="connsiteY7" fmla="*/ 1524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2400" h="152400">
                  <a:moveTo>
                    <a:pt x="35718" y="35718"/>
                  </a:moveTo>
                  <a:lnTo>
                    <a:pt x="35718" y="116682"/>
                  </a:lnTo>
                  <a:lnTo>
                    <a:pt x="116682" y="116682"/>
                  </a:lnTo>
                  <a:lnTo>
                    <a:pt x="116682" y="35718"/>
                  </a:lnTo>
                  <a:close/>
                  <a:moveTo>
                    <a:pt x="0" y="0"/>
                  </a:moveTo>
                  <a:lnTo>
                    <a:pt x="152400" y="0"/>
                  </a:lnTo>
                  <a:lnTo>
                    <a:pt x="152400" y="152400"/>
                  </a:lnTo>
                  <a:lnTo>
                    <a:pt x="0" y="1524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4" name="Freeform: Shape 771">
              <a:extLst>
                <a:ext uri="{FF2B5EF4-FFF2-40B4-BE49-F238E27FC236}">
                  <a16:creationId xmlns:a16="http://schemas.microsoft.com/office/drawing/2014/main" id="{1E9EA1D7-429D-E5A4-47F5-D5E317942920}"/>
                </a:ext>
              </a:extLst>
            </p:cNvPr>
            <p:cNvSpPr/>
            <p:nvPr/>
          </p:nvSpPr>
          <p:spPr>
            <a:xfrm>
              <a:off x="1802377" y="6188358"/>
              <a:ext cx="108912" cy="108912"/>
            </a:xfrm>
            <a:custGeom>
              <a:avLst/>
              <a:gdLst>
                <a:gd name="connsiteX0" fmla="*/ 35718 w 152400"/>
                <a:gd name="connsiteY0" fmla="*/ 35718 h 152400"/>
                <a:gd name="connsiteX1" fmla="*/ 35718 w 152400"/>
                <a:gd name="connsiteY1" fmla="*/ 116682 h 152400"/>
                <a:gd name="connsiteX2" fmla="*/ 116682 w 152400"/>
                <a:gd name="connsiteY2" fmla="*/ 116682 h 152400"/>
                <a:gd name="connsiteX3" fmla="*/ 116682 w 152400"/>
                <a:gd name="connsiteY3" fmla="*/ 35718 h 152400"/>
                <a:gd name="connsiteX4" fmla="*/ 0 w 152400"/>
                <a:gd name="connsiteY4" fmla="*/ 0 h 152400"/>
                <a:gd name="connsiteX5" fmla="*/ 152400 w 152400"/>
                <a:gd name="connsiteY5" fmla="*/ 0 h 152400"/>
                <a:gd name="connsiteX6" fmla="*/ 152400 w 152400"/>
                <a:gd name="connsiteY6" fmla="*/ 152400 h 152400"/>
                <a:gd name="connsiteX7" fmla="*/ 0 w 152400"/>
                <a:gd name="connsiteY7" fmla="*/ 1524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2400" h="152400">
                  <a:moveTo>
                    <a:pt x="35718" y="35718"/>
                  </a:moveTo>
                  <a:lnTo>
                    <a:pt x="35718" y="116682"/>
                  </a:lnTo>
                  <a:lnTo>
                    <a:pt x="116682" y="116682"/>
                  </a:lnTo>
                  <a:lnTo>
                    <a:pt x="116682" y="35718"/>
                  </a:lnTo>
                  <a:close/>
                  <a:moveTo>
                    <a:pt x="0" y="0"/>
                  </a:moveTo>
                  <a:lnTo>
                    <a:pt x="152400" y="0"/>
                  </a:lnTo>
                  <a:lnTo>
                    <a:pt x="152400" y="152400"/>
                  </a:lnTo>
                  <a:lnTo>
                    <a:pt x="0" y="1524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5" name="Freeform: Shape 772">
              <a:extLst>
                <a:ext uri="{FF2B5EF4-FFF2-40B4-BE49-F238E27FC236}">
                  <a16:creationId xmlns:a16="http://schemas.microsoft.com/office/drawing/2014/main" id="{01099344-E638-5A25-62EF-1495AA3DC42F}"/>
                </a:ext>
              </a:extLst>
            </p:cNvPr>
            <p:cNvSpPr/>
            <p:nvPr/>
          </p:nvSpPr>
          <p:spPr>
            <a:xfrm>
              <a:off x="1465131" y="6346811"/>
              <a:ext cx="108912" cy="108912"/>
            </a:xfrm>
            <a:custGeom>
              <a:avLst/>
              <a:gdLst>
                <a:gd name="connsiteX0" fmla="*/ 35718 w 152400"/>
                <a:gd name="connsiteY0" fmla="*/ 35718 h 152400"/>
                <a:gd name="connsiteX1" fmla="*/ 35718 w 152400"/>
                <a:gd name="connsiteY1" fmla="*/ 116682 h 152400"/>
                <a:gd name="connsiteX2" fmla="*/ 116682 w 152400"/>
                <a:gd name="connsiteY2" fmla="*/ 116682 h 152400"/>
                <a:gd name="connsiteX3" fmla="*/ 116682 w 152400"/>
                <a:gd name="connsiteY3" fmla="*/ 35718 h 152400"/>
                <a:gd name="connsiteX4" fmla="*/ 0 w 152400"/>
                <a:gd name="connsiteY4" fmla="*/ 0 h 152400"/>
                <a:gd name="connsiteX5" fmla="*/ 152400 w 152400"/>
                <a:gd name="connsiteY5" fmla="*/ 0 h 152400"/>
                <a:gd name="connsiteX6" fmla="*/ 152400 w 152400"/>
                <a:gd name="connsiteY6" fmla="*/ 152400 h 152400"/>
                <a:gd name="connsiteX7" fmla="*/ 0 w 152400"/>
                <a:gd name="connsiteY7" fmla="*/ 1524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2400" h="152400">
                  <a:moveTo>
                    <a:pt x="35718" y="35718"/>
                  </a:moveTo>
                  <a:lnTo>
                    <a:pt x="35718" y="116682"/>
                  </a:lnTo>
                  <a:lnTo>
                    <a:pt x="116682" y="116682"/>
                  </a:lnTo>
                  <a:lnTo>
                    <a:pt x="116682" y="35718"/>
                  </a:lnTo>
                  <a:close/>
                  <a:moveTo>
                    <a:pt x="0" y="0"/>
                  </a:moveTo>
                  <a:lnTo>
                    <a:pt x="152400" y="0"/>
                  </a:lnTo>
                  <a:lnTo>
                    <a:pt x="152400" y="152400"/>
                  </a:lnTo>
                  <a:lnTo>
                    <a:pt x="0" y="1524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6" name="Freeform: Shape 773">
              <a:extLst>
                <a:ext uri="{FF2B5EF4-FFF2-40B4-BE49-F238E27FC236}">
                  <a16:creationId xmlns:a16="http://schemas.microsoft.com/office/drawing/2014/main" id="{D9560BE4-DC94-40D6-48D0-5BFB675FDF9D}"/>
                </a:ext>
              </a:extLst>
            </p:cNvPr>
            <p:cNvSpPr/>
            <p:nvPr/>
          </p:nvSpPr>
          <p:spPr>
            <a:xfrm>
              <a:off x="1633754" y="6346811"/>
              <a:ext cx="108912" cy="108912"/>
            </a:xfrm>
            <a:custGeom>
              <a:avLst/>
              <a:gdLst>
                <a:gd name="connsiteX0" fmla="*/ 35718 w 152400"/>
                <a:gd name="connsiteY0" fmla="*/ 35718 h 152400"/>
                <a:gd name="connsiteX1" fmla="*/ 35718 w 152400"/>
                <a:gd name="connsiteY1" fmla="*/ 116682 h 152400"/>
                <a:gd name="connsiteX2" fmla="*/ 116682 w 152400"/>
                <a:gd name="connsiteY2" fmla="*/ 116682 h 152400"/>
                <a:gd name="connsiteX3" fmla="*/ 116682 w 152400"/>
                <a:gd name="connsiteY3" fmla="*/ 35718 h 152400"/>
                <a:gd name="connsiteX4" fmla="*/ 0 w 152400"/>
                <a:gd name="connsiteY4" fmla="*/ 0 h 152400"/>
                <a:gd name="connsiteX5" fmla="*/ 152400 w 152400"/>
                <a:gd name="connsiteY5" fmla="*/ 0 h 152400"/>
                <a:gd name="connsiteX6" fmla="*/ 152400 w 152400"/>
                <a:gd name="connsiteY6" fmla="*/ 152400 h 152400"/>
                <a:gd name="connsiteX7" fmla="*/ 0 w 152400"/>
                <a:gd name="connsiteY7" fmla="*/ 1524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2400" h="152400">
                  <a:moveTo>
                    <a:pt x="35718" y="35718"/>
                  </a:moveTo>
                  <a:lnTo>
                    <a:pt x="35718" y="116682"/>
                  </a:lnTo>
                  <a:lnTo>
                    <a:pt x="116682" y="116682"/>
                  </a:lnTo>
                  <a:lnTo>
                    <a:pt x="116682" y="35718"/>
                  </a:lnTo>
                  <a:close/>
                  <a:moveTo>
                    <a:pt x="0" y="0"/>
                  </a:moveTo>
                  <a:lnTo>
                    <a:pt x="152400" y="0"/>
                  </a:lnTo>
                  <a:lnTo>
                    <a:pt x="152400" y="152400"/>
                  </a:lnTo>
                  <a:lnTo>
                    <a:pt x="0" y="1524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7" name="Freeform: Shape 774">
              <a:extLst>
                <a:ext uri="{FF2B5EF4-FFF2-40B4-BE49-F238E27FC236}">
                  <a16:creationId xmlns:a16="http://schemas.microsoft.com/office/drawing/2014/main" id="{4A6D9A14-9111-C2BE-6450-7122F3CBBE2C}"/>
                </a:ext>
              </a:extLst>
            </p:cNvPr>
            <p:cNvSpPr/>
            <p:nvPr/>
          </p:nvSpPr>
          <p:spPr>
            <a:xfrm>
              <a:off x="1802377" y="6346811"/>
              <a:ext cx="108912" cy="108912"/>
            </a:xfrm>
            <a:custGeom>
              <a:avLst/>
              <a:gdLst>
                <a:gd name="connsiteX0" fmla="*/ 35718 w 152400"/>
                <a:gd name="connsiteY0" fmla="*/ 35718 h 152400"/>
                <a:gd name="connsiteX1" fmla="*/ 35718 w 152400"/>
                <a:gd name="connsiteY1" fmla="*/ 116682 h 152400"/>
                <a:gd name="connsiteX2" fmla="*/ 116682 w 152400"/>
                <a:gd name="connsiteY2" fmla="*/ 116682 h 152400"/>
                <a:gd name="connsiteX3" fmla="*/ 116682 w 152400"/>
                <a:gd name="connsiteY3" fmla="*/ 35718 h 152400"/>
                <a:gd name="connsiteX4" fmla="*/ 0 w 152400"/>
                <a:gd name="connsiteY4" fmla="*/ 0 h 152400"/>
                <a:gd name="connsiteX5" fmla="*/ 152400 w 152400"/>
                <a:gd name="connsiteY5" fmla="*/ 0 h 152400"/>
                <a:gd name="connsiteX6" fmla="*/ 152400 w 152400"/>
                <a:gd name="connsiteY6" fmla="*/ 152400 h 152400"/>
                <a:gd name="connsiteX7" fmla="*/ 0 w 152400"/>
                <a:gd name="connsiteY7" fmla="*/ 1524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2400" h="152400">
                  <a:moveTo>
                    <a:pt x="35718" y="35718"/>
                  </a:moveTo>
                  <a:lnTo>
                    <a:pt x="35718" y="116682"/>
                  </a:lnTo>
                  <a:lnTo>
                    <a:pt x="116682" y="116682"/>
                  </a:lnTo>
                  <a:lnTo>
                    <a:pt x="116682" y="35718"/>
                  </a:lnTo>
                  <a:close/>
                  <a:moveTo>
                    <a:pt x="0" y="0"/>
                  </a:moveTo>
                  <a:lnTo>
                    <a:pt x="152400" y="0"/>
                  </a:lnTo>
                  <a:lnTo>
                    <a:pt x="152400" y="152400"/>
                  </a:lnTo>
                  <a:lnTo>
                    <a:pt x="0" y="1524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8" name="Rectangle 347">
              <a:extLst>
                <a:ext uri="{FF2B5EF4-FFF2-40B4-BE49-F238E27FC236}">
                  <a16:creationId xmlns:a16="http://schemas.microsoft.com/office/drawing/2014/main" id="{DE5ED4B0-55F9-8169-32D1-4FBC2CC32A7C}"/>
                </a:ext>
              </a:extLst>
            </p:cNvPr>
            <p:cNvSpPr/>
            <p:nvPr/>
          </p:nvSpPr>
          <p:spPr>
            <a:xfrm rot="10800000" flipV="1">
              <a:off x="1466524" y="5759903"/>
              <a:ext cx="607260" cy="365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9" name="Rectangle 348">
              <a:extLst>
                <a:ext uri="{FF2B5EF4-FFF2-40B4-BE49-F238E27FC236}">
                  <a16:creationId xmlns:a16="http://schemas.microsoft.com/office/drawing/2014/main" id="{AFBAC2E4-A13A-1754-7EB2-A623BC2B21DB}"/>
                </a:ext>
              </a:extLst>
            </p:cNvPr>
            <p:cNvSpPr/>
            <p:nvPr/>
          </p:nvSpPr>
          <p:spPr>
            <a:xfrm rot="10800000" flipV="1">
              <a:off x="1466524" y="5616729"/>
              <a:ext cx="607260" cy="365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0" name="Rectangle 349">
              <a:extLst>
                <a:ext uri="{FF2B5EF4-FFF2-40B4-BE49-F238E27FC236}">
                  <a16:creationId xmlns:a16="http://schemas.microsoft.com/office/drawing/2014/main" id="{E9F704EE-BA67-82F1-A589-8027247682B4}"/>
                </a:ext>
              </a:extLst>
            </p:cNvPr>
            <p:cNvSpPr/>
            <p:nvPr/>
          </p:nvSpPr>
          <p:spPr>
            <a:xfrm rot="5400000" flipV="1">
              <a:off x="1399729" y="5687162"/>
              <a:ext cx="169608" cy="365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1" name="Rectangle 350">
              <a:extLst>
                <a:ext uri="{FF2B5EF4-FFF2-40B4-BE49-F238E27FC236}">
                  <a16:creationId xmlns:a16="http://schemas.microsoft.com/office/drawing/2014/main" id="{A380F670-7B2E-1A48-C70A-6EFD68EE6F25}"/>
                </a:ext>
              </a:extLst>
            </p:cNvPr>
            <p:cNvSpPr/>
            <p:nvPr/>
          </p:nvSpPr>
          <p:spPr>
            <a:xfrm rot="5400000" flipV="1">
              <a:off x="1971407" y="5687162"/>
              <a:ext cx="169608" cy="365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2" name="Rectangle: Rounded Corners 779">
              <a:extLst>
                <a:ext uri="{FF2B5EF4-FFF2-40B4-BE49-F238E27FC236}">
                  <a16:creationId xmlns:a16="http://schemas.microsoft.com/office/drawing/2014/main" id="{D94C5A84-E6A1-3F6B-E9DA-0500F46C0636}"/>
                </a:ext>
              </a:extLst>
            </p:cNvPr>
            <p:cNvSpPr/>
            <p:nvPr/>
          </p:nvSpPr>
          <p:spPr>
            <a:xfrm rot="5400000">
              <a:off x="1752141" y="5677955"/>
              <a:ext cx="45719" cy="63586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3" name="Rectangle: Rounded Corners 780">
              <a:extLst>
                <a:ext uri="{FF2B5EF4-FFF2-40B4-BE49-F238E27FC236}">
                  <a16:creationId xmlns:a16="http://schemas.microsoft.com/office/drawing/2014/main" id="{C3CF34CF-8FF5-F0E0-3BB9-E3BACB0BD18B}"/>
                </a:ext>
              </a:extLst>
            </p:cNvPr>
            <p:cNvSpPr/>
            <p:nvPr/>
          </p:nvSpPr>
          <p:spPr>
            <a:xfrm rot="5400000">
              <a:off x="1845191" y="5677956"/>
              <a:ext cx="45719" cy="63586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4" name="Rectangle: Rounded Corners 781">
              <a:extLst>
                <a:ext uri="{FF2B5EF4-FFF2-40B4-BE49-F238E27FC236}">
                  <a16:creationId xmlns:a16="http://schemas.microsoft.com/office/drawing/2014/main" id="{6E2E11DF-7DED-4A53-7DA5-C829615CA55A}"/>
                </a:ext>
              </a:extLst>
            </p:cNvPr>
            <p:cNvSpPr/>
            <p:nvPr/>
          </p:nvSpPr>
          <p:spPr>
            <a:xfrm rot="5400000">
              <a:off x="1939925" y="5677957"/>
              <a:ext cx="45719" cy="63586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5" name="Rectangle 354">
              <a:extLst>
                <a:ext uri="{FF2B5EF4-FFF2-40B4-BE49-F238E27FC236}">
                  <a16:creationId xmlns:a16="http://schemas.microsoft.com/office/drawing/2014/main" id="{1E11FF06-C27E-89C0-650B-6BD3BA29BCB6}"/>
                </a:ext>
              </a:extLst>
            </p:cNvPr>
            <p:cNvSpPr/>
            <p:nvPr/>
          </p:nvSpPr>
          <p:spPr>
            <a:xfrm rot="10800000" flipV="1">
              <a:off x="1971000" y="6427828"/>
              <a:ext cx="108912" cy="274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6" name="Rectangle 355">
              <a:extLst>
                <a:ext uri="{FF2B5EF4-FFF2-40B4-BE49-F238E27FC236}">
                  <a16:creationId xmlns:a16="http://schemas.microsoft.com/office/drawing/2014/main" id="{B480D059-5962-EAF8-0604-634DD9672BDD}"/>
                </a:ext>
              </a:extLst>
            </p:cNvPr>
            <p:cNvSpPr/>
            <p:nvPr/>
          </p:nvSpPr>
          <p:spPr>
            <a:xfrm rot="10800000" flipV="1">
              <a:off x="1971000" y="6194123"/>
              <a:ext cx="108912" cy="274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7" name="Rectangle 356">
              <a:extLst>
                <a:ext uri="{FF2B5EF4-FFF2-40B4-BE49-F238E27FC236}">
                  <a16:creationId xmlns:a16="http://schemas.microsoft.com/office/drawing/2014/main" id="{E2E9E627-F71F-5A49-23D5-AEAE9A1EA62F}"/>
                </a:ext>
              </a:extLst>
            </p:cNvPr>
            <p:cNvSpPr/>
            <p:nvPr/>
          </p:nvSpPr>
          <p:spPr>
            <a:xfrm rot="5400000" flipV="1">
              <a:off x="1947755" y="6301648"/>
              <a:ext cx="240701" cy="274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8" name="Rectangle 357">
              <a:extLst>
                <a:ext uri="{FF2B5EF4-FFF2-40B4-BE49-F238E27FC236}">
                  <a16:creationId xmlns:a16="http://schemas.microsoft.com/office/drawing/2014/main" id="{E88918F9-9457-1283-7663-D9F07921C05C}"/>
                </a:ext>
              </a:extLst>
            </p:cNvPr>
            <p:cNvSpPr/>
            <p:nvPr/>
          </p:nvSpPr>
          <p:spPr>
            <a:xfrm rot="5400000" flipV="1">
              <a:off x="1864393" y="6301649"/>
              <a:ext cx="240701" cy="274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9" name="Group 358">
            <a:extLst>
              <a:ext uri="{FF2B5EF4-FFF2-40B4-BE49-F238E27FC236}">
                <a16:creationId xmlns:a16="http://schemas.microsoft.com/office/drawing/2014/main" id="{92B49343-733F-20FA-AAE1-CD7A2BFC4F3A}"/>
              </a:ext>
            </a:extLst>
          </p:cNvPr>
          <p:cNvGrpSpPr/>
          <p:nvPr/>
        </p:nvGrpSpPr>
        <p:grpSpPr>
          <a:xfrm>
            <a:off x="8754546" y="1281170"/>
            <a:ext cx="935866" cy="873216"/>
            <a:chOff x="7843158" y="2621280"/>
            <a:chExt cx="1261761" cy="1177296"/>
          </a:xfrm>
          <a:solidFill>
            <a:schemeClr val="tx1"/>
          </a:solidFill>
        </p:grpSpPr>
        <p:sp>
          <p:nvSpPr>
            <p:cNvPr id="360" name="Freeform: Shape 787">
              <a:extLst>
                <a:ext uri="{FF2B5EF4-FFF2-40B4-BE49-F238E27FC236}">
                  <a16:creationId xmlns:a16="http://schemas.microsoft.com/office/drawing/2014/main" id="{3E60001D-174F-9F62-D27F-C7F4AAD3D242}"/>
                </a:ext>
              </a:extLst>
            </p:cNvPr>
            <p:cNvSpPr/>
            <p:nvPr/>
          </p:nvSpPr>
          <p:spPr>
            <a:xfrm>
              <a:off x="7843158" y="2621280"/>
              <a:ext cx="1261761" cy="1177296"/>
            </a:xfrm>
            <a:custGeom>
              <a:avLst/>
              <a:gdLst>
                <a:gd name="connsiteX0" fmla="*/ 163492 w 1261761"/>
                <a:gd name="connsiteY0" fmla="*/ 42955 h 1177296"/>
                <a:gd name="connsiteX1" fmla="*/ 46037 w 1261761"/>
                <a:gd name="connsiteY1" fmla="*/ 160410 h 1177296"/>
                <a:gd name="connsiteX2" fmla="*/ 46037 w 1261761"/>
                <a:gd name="connsiteY2" fmla="*/ 1016886 h 1177296"/>
                <a:gd name="connsiteX3" fmla="*/ 163492 w 1261761"/>
                <a:gd name="connsiteY3" fmla="*/ 1134341 h 1177296"/>
                <a:gd name="connsiteX4" fmla="*/ 1098270 w 1261761"/>
                <a:gd name="connsiteY4" fmla="*/ 1134341 h 1177296"/>
                <a:gd name="connsiteX5" fmla="*/ 1215725 w 1261761"/>
                <a:gd name="connsiteY5" fmla="*/ 1016886 h 1177296"/>
                <a:gd name="connsiteX6" fmla="*/ 1215725 w 1261761"/>
                <a:gd name="connsiteY6" fmla="*/ 160410 h 1177296"/>
                <a:gd name="connsiteX7" fmla="*/ 1098270 w 1261761"/>
                <a:gd name="connsiteY7" fmla="*/ 42955 h 1177296"/>
                <a:gd name="connsiteX8" fmla="*/ 160501 w 1261761"/>
                <a:gd name="connsiteY8" fmla="*/ 0 h 1177296"/>
                <a:gd name="connsiteX9" fmla="*/ 1101260 w 1261761"/>
                <a:gd name="connsiteY9" fmla="*/ 0 h 1177296"/>
                <a:gd name="connsiteX10" fmla="*/ 1261761 w 1261761"/>
                <a:gd name="connsiteY10" fmla="*/ 160501 h 1177296"/>
                <a:gd name="connsiteX11" fmla="*/ 1261761 w 1261761"/>
                <a:gd name="connsiteY11" fmla="*/ 1016795 h 1177296"/>
                <a:gd name="connsiteX12" fmla="*/ 1101260 w 1261761"/>
                <a:gd name="connsiteY12" fmla="*/ 1177296 h 1177296"/>
                <a:gd name="connsiteX13" fmla="*/ 160501 w 1261761"/>
                <a:gd name="connsiteY13" fmla="*/ 1177296 h 1177296"/>
                <a:gd name="connsiteX14" fmla="*/ 0 w 1261761"/>
                <a:gd name="connsiteY14" fmla="*/ 1016795 h 1177296"/>
                <a:gd name="connsiteX15" fmla="*/ 0 w 1261761"/>
                <a:gd name="connsiteY15" fmla="*/ 160501 h 1177296"/>
                <a:gd name="connsiteX16" fmla="*/ 160501 w 1261761"/>
                <a:gd name="connsiteY16" fmla="*/ 0 h 1177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61761" h="1177296">
                  <a:moveTo>
                    <a:pt x="163492" y="42955"/>
                  </a:moveTo>
                  <a:cubicBezTo>
                    <a:pt x="98623" y="42955"/>
                    <a:pt x="46037" y="95541"/>
                    <a:pt x="46037" y="160410"/>
                  </a:cubicBezTo>
                  <a:lnTo>
                    <a:pt x="46037" y="1016886"/>
                  </a:lnTo>
                  <a:cubicBezTo>
                    <a:pt x="46037" y="1081755"/>
                    <a:pt x="98623" y="1134341"/>
                    <a:pt x="163492" y="1134341"/>
                  </a:cubicBezTo>
                  <a:lnTo>
                    <a:pt x="1098270" y="1134341"/>
                  </a:lnTo>
                  <a:cubicBezTo>
                    <a:pt x="1163139" y="1134341"/>
                    <a:pt x="1215725" y="1081755"/>
                    <a:pt x="1215725" y="1016886"/>
                  </a:cubicBezTo>
                  <a:lnTo>
                    <a:pt x="1215725" y="160410"/>
                  </a:lnTo>
                  <a:cubicBezTo>
                    <a:pt x="1215725" y="95541"/>
                    <a:pt x="1163139" y="42955"/>
                    <a:pt x="1098270" y="42955"/>
                  </a:cubicBezTo>
                  <a:close/>
                  <a:moveTo>
                    <a:pt x="160501" y="0"/>
                  </a:moveTo>
                  <a:lnTo>
                    <a:pt x="1101260" y="0"/>
                  </a:lnTo>
                  <a:cubicBezTo>
                    <a:pt x="1189902" y="0"/>
                    <a:pt x="1261761" y="71859"/>
                    <a:pt x="1261761" y="160501"/>
                  </a:cubicBezTo>
                  <a:lnTo>
                    <a:pt x="1261761" y="1016795"/>
                  </a:lnTo>
                  <a:cubicBezTo>
                    <a:pt x="1261761" y="1105437"/>
                    <a:pt x="1189902" y="1177296"/>
                    <a:pt x="1101260" y="1177296"/>
                  </a:cubicBezTo>
                  <a:lnTo>
                    <a:pt x="160501" y="1177296"/>
                  </a:lnTo>
                  <a:cubicBezTo>
                    <a:pt x="71859" y="1177296"/>
                    <a:pt x="0" y="1105437"/>
                    <a:pt x="0" y="1016795"/>
                  </a:cubicBezTo>
                  <a:lnTo>
                    <a:pt x="0" y="160501"/>
                  </a:lnTo>
                  <a:cubicBezTo>
                    <a:pt x="0" y="71859"/>
                    <a:pt x="71859" y="0"/>
                    <a:pt x="160501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1" name="Rectangle 360">
              <a:extLst>
                <a:ext uri="{FF2B5EF4-FFF2-40B4-BE49-F238E27FC236}">
                  <a16:creationId xmlns:a16="http://schemas.microsoft.com/office/drawing/2014/main" id="{BAF74352-B5EC-D198-E5EF-0A549716D0ED}"/>
                </a:ext>
              </a:extLst>
            </p:cNvPr>
            <p:cNvSpPr/>
            <p:nvPr/>
          </p:nvSpPr>
          <p:spPr>
            <a:xfrm flipV="1">
              <a:off x="7858671" y="3187069"/>
              <a:ext cx="1230735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2" name="Rectangle 361">
              <a:extLst>
                <a:ext uri="{FF2B5EF4-FFF2-40B4-BE49-F238E27FC236}">
                  <a16:creationId xmlns:a16="http://schemas.microsoft.com/office/drawing/2014/main" id="{FACE2F80-91B0-E55B-8F29-C4E6EEB8D3B8}"/>
                </a:ext>
              </a:extLst>
            </p:cNvPr>
            <p:cNvSpPr/>
            <p:nvPr/>
          </p:nvSpPr>
          <p:spPr>
            <a:xfrm rot="16200000" flipV="1">
              <a:off x="7891342" y="3185877"/>
              <a:ext cx="116539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63" name="Group 362">
              <a:extLst>
                <a:ext uri="{FF2B5EF4-FFF2-40B4-BE49-F238E27FC236}">
                  <a16:creationId xmlns:a16="http://schemas.microsoft.com/office/drawing/2014/main" id="{7FEE97F0-1B37-ADCC-8600-54CE48088445}"/>
                </a:ext>
              </a:extLst>
            </p:cNvPr>
            <p:cNvGrpSpPr/>
            <p:nvPr/>
          </p:nvGrpSpPr>
          <p:grpSpPr>
            <a:xfrm>
              <a:off x="8009372" y="2764883"/>
              <a:ext cx="322626" cy="322624"/>
              <a:chOff x="4285523" y="1988457"/>
              <a:chExt cx="632823" cy="632823"/>
            </a:xfrm>
            <a:grpFill/>
          </p:grpSpPr>
          <p:sp>
            <p:nvSpPr>
              <p:cNvPr id="371" name="Rectangle: Rounded Corners 798">
                <a:extLst>
                  <a:ext uri="{FF2B5EF4-FFF2-40B4-BE49-F238E27FC236}">
                    <a16:creationId xmlns:a16="http://schemas.microsoft.com/office/drawing/2014/main" id="{01339912-4563-0C4A-59BA-FEC32E407972}"/>
                  </a:ext>
                </a:extLst>
              </p:cNvPr>
              <p:cNvSpPr/>
              <p:nvPr/>
            </p:nvSpPr>
            <p:spPr>
              <a:xfrm>
                <a:off x="4542971" y="1988457"/>
                <a:ext cx="117929" cy="632823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2" name="Rectangle: Rounded Corners 799">
                <a:extLst>
                  <a:ext uri="{FF2B5EF4-FFF2-40B4-BE49-F238E27FC236}">
                    <a16:creationId xmlns:a16="http://schemas.microsoft.com/office/drawing/2014/main" id="{D89D414B-3F58-927E-4441-F2ACA644779A}"/>
                  </a:ext>
                </a:extLst>
              </p:cNvPr>
              <p:cNvSpPr/>
              <p:nvPr/>
            </p:nvSpPr>
            <p:spPr>
              <a:xfrm rot="5400000">
                <a:off x="4542970" y="1988456"/>
                <a:ext cx="117929" cy="632823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64" name="Rectangle: Rounded Corners 791">
              <a:extLst>
                <a:ext uri="{FF2B5EF4-FFF2-40B4-BE49-F238E27FC236}">
                  <a16:creationId xmlns:a16="http://schemas.microsoft.com/office/drawing/2014/main" id="{5A2EC4BB-582C-D291-CC51-3ED3B148C6F7}"/>
                </a:ext>
              </a:extLst>
            </p:cNvPr>
            <p:cNvSpPr/>
            <p:nvPr/>
          </p:nvSpPr>
          <p:spPr>
            <a:xfrm rot="5400000">
              <a:off x="8748643" y="2765304"/>
              <a:ext cx="60122" cy="322626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65" name="Group 364">
              <a:extLst>
                <a:ext uri="{FF2B5EF4-FFF2-40B4-BE49-F238E27FC236}">
                  <a16:creationId xmlns:a16="http://schemas.microsoft.com/office/drawing/2014/main" id="{B0437021-CCFD-75CD-C379-2C5099B3BDB3}"/>
                </a:ext>
              </a:extLst>
            </p:cNvPr>
            <p:cNvGrpSpPr/>
            <p:nvPr/>
          </p:nvGrpSpPr>
          <p:grpSpPr>
            <a:xfrm>
              <a:off x="8009374" y="3334463"/>
              <a:ext cx="322624" cy="322626"/>
              <a:chOff x="8009374" y="3334463"/>
              <a:chExt cx="322624" cy="322626"/>
            </a:xfrm>
            <a:grpFill/>
          </p:grpSpPr>
          <p:sp>
            <p:nvSpPr>
              <p:cNvPr id="369" name="Rectangle: Rounded Corners 796">
                <a:extLst>
                  <a:ext uri="{FF2B5EF4-FFF2-40B4-BE49-F238E27FC236}">
                    <a16:creationId xmlns:a16="http://schemas.microsoft.com/office/drawing/2014/main" id="{B84A1DAF-8B54-B4EF-71D4-58DE10157305}"/>
                  </a:ext>
                </a:extLst>
              </p:cNvPr>
              <p:cNvSpPr/>
              <p:nvPr/>
            </p:nvSpPr>
            <p:spPr>
              <a:xfrm rot="2700000">
                <a:off x="8140624" y="3334464"/>
                <a:ext cx="60123" cy="322624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0" name="Rectangle: Rounded Corners 797">
                <a:extLst>
                  <a:ext uri="{FF2B5EF4-FFF2-40B4-BE49-F238E27FC236}">
                    <a16:creationId xmlns:a16="http://schemas.microsoft.com/office/drawing/2014/main" id="{09B3875E-571B-0FC4-6B62-F35E9313624C}"/>
                  </a:ext>
                </a:extLst>
              </p:cNvPr>
              <p:cNvSpPr/>
              <p:nvPr/>
            </p:nvSpPr>
            <p:spPr>
              <a:xfrm rot="8100000">
                <a:off x="8140624" y="3334463"/>
                <a:ext cx="60122" cy="322626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66" name="Rectangle: Rounded Corners 793">
              <a:extLst>
                <a:ext uri="{FF2B5EF4-FFF2-40B4-BE49-F238E27FC236}">
                  <a16:creationId xmlns:a16="http://schemas.microsoft.com/office/drawing/2014/main" id="{C2C1DA3C-9D96-EB09-A840-9238E00FABCE}"/>
                </a:ext>
              </a:extLst>
            </p:cNvPr>
            <p:cNvSpPr/>
            <p:nvPr/>
          </p:nvSpPr>
          <p:spPr>
            <a:xfrm rot="5400000">
              <a:off x="8748643" y="3338658"/>
              <a:ext cx="60122" cy="322626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7" name="Rectangle: Rounded Corners 794">
              <a:extLst>
                <a:ext uri="{FF2B5EF4-FFF2-40B4-BE49-F238E27FC236}">
                  <a16:creationId xmlns:a16="http://schemas.microsoft.com/office/drawing/2014/main" id="{B552C4EC-82A8-D5A2-6FB8-E2C759524A3C}"/>
                </a:ext>
              </a:extLst>
            </p:cNvPr>
            <p:cNvSpPr/>
            <p:nvPr/>
          </p:nvSpPr>
          <p:spPr>
            <a:xfrm rot="5400000">
              <a:off x="8748641" y="3341974"/>
              <a:ext cx="60122" cy="85591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8" name="Rectangle: Rounded Corners 795">
              <a:extLst>
                <a:ext uri="{FF2B5EF4-FFF2-40B4-BE49-F238E27FC236}">
                  <a16:creationId xmlns:a16="http://schemas.microsoft.com/office/drawing/2014/main" id="{452D51E8-0573-5787-441D-2D29DC566112}"/>
                </a:ext>
              </a:extLst>
            </p:cNvPr>
            <p:cNvSpPr/>
            <p:nvPr/>
          </p:nvSpPr>
          <p:spPr>
            <a:xfrm rot="5400000">
              <a:off x="8748641" y="3572907"/>
              <a:ext cx="60122" cy="85591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3" name="Group 372">
            <a:extLst>
              <a:ext uri="{FF2B5EF4-FFF2-40B4-BE49-F238E27FC236}">
                <a16:creationId xmlns:a16="http://schemas.microsoft.com/office/drawing/2014/main" id="{13A4B1A9-1931-B42A-5D51-9F8EE580D405}"/>
              </a:ext>
            </a:extLst>
          </p:cNvPr>
          <p:cNvGrpSpPr/>
          <p:nvPr/>
        </p:nvGrpSpPr>
        <p:grpSpPr>
          <a:xfrm>
            <a:off x="8812018" y="4598841"/>
            <a:ext cx="1131458" cy="710212"/>
            <a:chOff x="6908281" y="2522232"/>
            <a:chExt cx="1117000" cy="701136"/>
          </a:xfrm>
          <a:solidFill>
            <a:schemeClr val="tx1"/>
          </a:solidFill>
        </p:grpSpPr>
        <p:grpSp>
          <p:nvGrpSpPr>
            <p:cNvPr id="374" name="Group 373">
              <a:extLst>
                <a:ext uri="{FF2B5EF4-FFF2-40B4-BE49-F238E27FC236}">
                  <a16:creationId xmlns:a16="http://schemas.microsoft.com/office/drawing/2014/main" id="{EA4E7023-B671-30B4-ACAB-80F785164902}"/>
                </a:ext>
              </a:extLst>
            </p:cNvPr>
            <p:cNvGrpSpPr/>
            <p:nvPr/>
          </p:nvGrpSpPr>
          <p:grpSpPr>
            <a:xfrm>
              <a:off x="6908281" y="2632818"/>
              <a:ext cx="1008112" cy="590550"/>
              <a:chOff x="5869552" y="2028825"/>
              <a:chExt cx="1008112" cy="590550"/>
            </a:xfrm>
            <a:grpFill/>
          </p:grpSpPr>
          <p:sp>
            <p:nvSpPr>
              <p:cNvPr id="377" name="Freeform: Shape 578">
                <a:extLst>
                  <a:ext uri="{FF2B5EF4-FFF2-40B4-BE49-F238E27FC236}">
                    <a16:creationId xmlns:a16="http://schemas.microsoft.com/office/drawing/2014/main" id="{1D63FCEE-A834-1A98-B73B-5E1AB64C11C8}"/>
                  </a:ext>
                </a:extLst>
              </p:cNvPr>
              <p:cNvSpPr/>
              <p:nvPr/>
            </p:nvSpPr>
            <p:spPr>
              <a:xfrm>
                <a:off x="5869552" y="2028825"/>
                <a:ext cx="1008112" cy="590550"/>
              </a:xfrm>
              <a:custGeom>
                <a:avLst/>
                <a:gdLst>
                  <a:gd name="connsiteX0" fmla="*/ 118108 w 1008112"/>
                  <a:gd name="connsiteY0" fmla="*/ 39291 h 590550"/>
                  <a:gd name="connsiteX1" fmla="*/ 37662 w 1008112"/>
                  <a:gd name="connsiteY1" fmla="*/ 119737 h 590550"/>
                  <a:gd name="connsiteX2" fmla="*/ 37662 w 1008112"/>
                  <a:gd name="connsiteY2" fmla="*/ 470813 h 590550"/>
                  <a:gd name="connsiteX3" fmla="*/ 118108 w 1008112"/>
                  <a:gd name="connsiteY3" fmla="*/ 551259 h 590550"/>
                  <a:gd name="connsiteX4" fmla="*/ 890005 w 1008112"/>
                  <a:gd name="connsiteY4" fmla="*/ 551259 h 590550"/>
                  <a:gd name="connsiteX5" fmla="*/ 970451 w 1008112"/>
                  <a:gd name="connsiteY5" fmla="*/ 470813 h 590550"/>
                  <a:gd name="connsiteX6" fmla="*/ 970451 w 1008112"/>
                  <a:gd name="connsiteY6" fmla="*/ 119737 h 590550"/>
                  <a:gd name="connsiteX7" fmla="*/ 890005 w 1008112"/>
                  <a:gd name="connsiteY7" fmla="*/ 39291 h 590550"/>
                  <a:gd name="connsiteX8" fmla="*/ 98427 w 1008112"/>
                  <a:gd name="connsiteY8" fmla="*/ 0 h 590550"/>
                  <a:gd name="connsiteX9" fmla="*/ 909685 w 1008112"/>
                  <a:gd name="connsiteY9" fmla="*/ 0 h 590550"/>
                  <a:gd name="connsiteX10" fmla="*/ 1008112 w 1008112"/>
                  <a:gd name="connsiteY10" fmla="*/ 98427 h 590550"/>
                  <a:gd name="connsiteX11" fmla="*/ 1008112 w 1008112"/>
                  <a:gd name="connsiteY11" fmla="*/ 492123 h 590550"/>
                  <a:gd name="connsiteX12" fmla="*/ 909685 w 1008112"/>
                  <a:gd name="connsiteY12" fmla="*/ 590550 h 590550"/>
                  <a:gd name="connsiteX13" fmla="*/ 98427 w 1008112"/>
                  <a:gd name="connsiteY13" fmla="*/ 590550 h 590550"/>
                  <a:gd name="connsiteX14" fmla="*/ 0 w 1008112"/>
                  <a:gd name="connsiteY14" fmla="*/ 492123 h 590550"/>
                  <a:gd name="connsiteX15" fmla="*/ 0 w 1008112"/>
                  <a:gd name="connsiteY15" fmla="*/ 98427 h 590550"/>
                  <a:gd name="connsiteX16" fmla="*/ 98427 w 1008112"/>
                  <a:gd name="connsiteY16" fmla="*/ 0 h 590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008112" h="590550">
                    <a:moveTo>
                      <a:pt x="118108" y="39291"/>
                    </a:moveTo>
                    <a:cubicBezTo>
                      <a:pt x="73679" y="39291"/>
                      <a:pt x="37662" y="75308"/>
                      <a:pt x="37662" y="119737"/>
                    </a:cubicBezTo>
                    <a:lnTo>
                      <a:pt x="37662" y="470813"/>
                    </a:lnTo>
                    <a:cubicBezTo>
                      <a:pt x="37662" y="515242"/>
                      <a:pt x="73679" y="551259"/>
                      <a:pt x="118108" y="551259"/>
                    </a:cubicBezTo>
                    <a:lnTo>
                      <a:pt x="890005" y="551259"/>
                    </a:lnTo>
                    <a:cubicBezTo>
                      <a:pt x="934434" y="551259"/>
                      <a:pt x="970451" y="515242"/>
                      <a:pt x="970451" y="470813"/>
                    </a:cubicBezTo>
                    <a:lnTo>
                      <a:pt x="970451" y="119737"/>
                    </a:lnTo>
                    <a:cubicBezTo>
                      <a:pt x="970451" y="75308"/>
                      <a:pt x="934434" y="39291"/>
                      <a:pt x="890005" y="39291"/>
                    </a:cubicBezTo>
                    <a:close/>
                    <a:moveTo>
                      <a:pt x="98427" y="0"/>
                    </a:moveTo>
                    <a:lnTo>
                      <a:pt x="909685" y="0"/>
                    </a:lnTo>
                    <a:cubicBezTo>
                      <a:pt x="964045" y="0"/>
                      <a:pt x="1008112" y="44067"/>
                      <a:pt x="1008112" y="98427"/>
                    </a:cubicBezTo>
                    <a:lnTo>
                      <a:pt x="1008112" y="492123"/>
                    </a:lnTo>
                    <a:cubicBezTo>
                      <a:pt x="1008112" y="546483"/>
                      <a:pt x="964045" y="590550"/>
                      <a:pt x="909685" y="590550"/>
                    </a:cubicBezTo>
                    <a:lnTo>
                      <a:pt x="98427" y="590550"/>
                    </a:lnTo>
                    <a:cubicBezTo>
                      <a:pt x="44067" y="590550"/>
                      <a:pt x="0" y="546483"/>
                      <a:pt x="0" y="492123"/>
                    </a:cubicBezTo>
                    <a:lnTo>
                      <a:pt x="0" y="98427"/>
                    </a:lnTo>
                    <a:cubicBezTo>
                      <a:pt x="0" y="44067"/>
                      <a:pt x="44067" y="0"/>
                      <a:pt x="9842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78" name="Freeform: Shape 579">
                <a:extLst>
                  <a:ext uri="{FF2B5EF4-FFF2-40B4-BE49-F238E27FC236}">
                    <a16:creationId xmlns:a16="http://schemas.microsoft.com/office/drawing/2014/main" id="{AB42FBB9-9B14-4C60-BEC5-7A104434B90C}"/>
                  </a:ext>
                </a:extLst>
              </p:cNvPr>
              <p:cNvSpPr/>
              <p:nvPr/>
            </p:nvSpPr>
            <p:spPr>
              <a:xfrm>
                <a:off x="6591839" y="2154062"/>
                <a:ext cx="152236" cy="152236"/>
              </a:xfrm>
              <a:custGeom>
                <a:avLst/>
                <a:gdLst>
                  <a:gd name="connsiteX0" fmla="*/ 35718 w 152400"/>
                  <a:gd name="connsiteY0" fmla="*/ 35718 h 152400"/>
                  <a:gd name="connsiteX1" fmla="*/ 35718 w 152400"/>
                  <a:gd name="connsiteY1" fmla="*/ 116682 h 152400"/>
                  <a:gd name="connsiteX2" fmla="*/ 116682 w 152400"/>
                  <a:gd name="connsiteY2" fmla="*/ 116682 h 152400"/>
                  <a:gd name="connsiteX3" fmla="*/ 116682 w 152400"/>
                  <a:gd name="connsiteY3" fmla="*/ 35718 h 152400"/>
                  <a:gd name="connsiteX4" fmla="*/ 0 w 152400"/>
                  <a:gd name="connsiteY4" fmla="*/ 0 h 152400"/>
                  <a:gd name="connsiteX5" fmla="*/ 152400 w 152400"/>
                  <a:gd name="connsiteY5" fmla="*/ 0 h 152400"/>
                  <a:gd name="connsiteX6" fmla="*/ 152400 w 152400"/>
                  <a:gd name="connsiteY6" fmla="*/ 152400 h 152400"/>
                  <a:gd name="connsiteX7" fmla="*/ 0 w 152400"/>
                  <a:gd name="connsiteY7" fmla="*/ 152400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2400" h="152400">
                    <a:moveTo>
                      <a:pt x="35718" y="35718"/>
                    </a:moveTo>
                    <a:lnTo>
                      <a:pt x="35718" y="116682"/>
                    </a:lnTo>
                    <a:lnTo>
                      <a:pt x="116682" y="116682"/>
                    </a:lnTo>
                    <a:lnTo>
                      <a:pt x="116682" y="35718"/>
                    </a:lnTo>
                    <a:close/>
                    <a:moveTo>
                      <a:pt x="0" y="0"/>
                    </a:moveTo>
                    <a:lnTo>
                      <a:pt x="152400" y="0"/>
                    </a:lnTo>
                    <a:lnTo>
                      <a:pt x="152400" y="152400"/>
                    </a:lnTo>
                    <a:lnTo>
                      <a:pt x="0" y="1524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79" name="Rectangle: Rounded Corners 580">
                <a:extLst>
                  <a:ext uri="{FF2B5EF4-FFF2-40B4-BE49-F238E27FC236}">
                    <a16:creationId xmlns:a16="http://schemas.microsoft.com/office/drawing/2014/main" id="{ED2C1D23-D7FB-6079-69CB-4961E341CFA1}"/>
                  </a:ext>
                </a:extLst>
              </p:cNvPr>
              <p:cNvSpPr/>
              <p:nvPr/>
            </p:nvSpPr>
            <p:spPr>
              <a:xfrm rot="5400000">
                <a:off x="6308941" y="2115253"/>
                <a:ext cx="45720" cy="73152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0" name="TextBox 379">
                <a:extLst>
                  <a:ext uri="{FF2B5EF4-FFF2-40B4-BE49-F238E27FC236}">
                    <a16:creationId xmlns:a16="http://schemas.microsoft.com/office/drawing/2014/main" id="{9EA6A23A-88E2-68A6-C027-6932EAB47179}"/>
                  </a:ext>
                </a:extLst>
              </p:cNvPr>
              <p:cNvSpPr txBox="1"/>
              <p:nvPr/>
            </p:nvSpPr>
            <p:spPr>
              <a:xfrm>
                <a:off x="5972986" y="2153680"/>
                <a:ext cx="517931" cy="169399"/>
              </a:xfrm>
              <a:custGeom>
                <a:avLst/>
                <a:gdLst/>
                <a:ahLst/>
                <a:cxnLst/>
                <a:rect l="l" t="t" r="r" b="b"/>
                <a:pathLst>
                  <a:path w="517931" h="169399">
                    <a:moveTo>
                      <a:pt x="436998" y="56258"/>
                    </a:moveTo>
                    <a:lnTo>
                      <a:pt x="417615" y="104855"/>
                    </a:lnTo>
                    <a:lnTo>
                      <a:pt x="456796" y="104855"/>
                    </a:lnTo>
                    <a:close/>
                    <a:moveTo>
                      <a:pt x="423230" y="2261"/>
                    </a:moveTo>
                    <a:lnTo>
                      <a:pt x="450761" y="2261"/>
                    </a:lnTo>
                    <a:lnTo>
                      <a:pt x="517931" y="167139"/>
                    </a:lnTo>
                    <a:lnTo>
                      <a:pt x="482168" y="167139"/>
                    </a:lnTo>
                    <a:lnTo>
                      <a:pt x="468971" y="134741"/>
                    </a:lnTo>
                    <a:lnTo>
                      <a:pt x="405695" y="134741"/>
                    </a:lnTo>
                    <a:lnTo>
                      <a:pt x="392769" y="167139"/>
                    </a:lnTo>
                    <a:lnTo>
                      <a:pt x="357196" y="167139"/>
                    </a:lnTo>
                    <a:close/>
                    <a:moveTo>
                      <a:pt x="173729" y="2261"/>
                    </a:moveTo>
                    <a:lnTo>
                      <a:pt x="209266" y="2261"/>
                    </a:lnTo>
                    <a:lnTo>
                      <a:pt x="209266" y="167139"/>
                    </a:lnTo>
                    <a:lnTo>
                      <a:pt x="173729" y="167139"/>
                    </a:lnTo>
                    <a:close/>
                    <a:moveTo>
                      <a:pt x="0" y="2261"/>
                    </a:moveTo>
                    <a:lnTo>
                      <a:pt x="35971" y="2261"/>
                    </a:lnTo>
                    <a:lnTo>
                      <a:pt x="77667" y="111887"/>
                    </a:lnTo>
                    <a:lnTo>
                      <a:pt x="119438" y="2261"/>
                    </a:lnTo>
                    <a:lnTo>
                      <a:pt x="155460" y="2261"/>
                    </a:lnTo>
                    <a:lnTo>
                      <a:pt x="93036" y="167139"/>
                    </a:lnTo>
                    <a:lnTo>
                      <a:pt x="62178" y="167139"/>
                    </a:lnTo>
                    <a:close/>
                    <a:moveTo>
                      <a:pt x="288749" y="0"/>
                    </a:moveTo>
                    <a:cubicBezTo>
                      <a:pt x="306999" y="0"/>
                      <a:pt x="322319" y="5735"/>
                      <a:pt x="334709" y="17204"/>
                    </a:cubicBezTo>
                    <a:lnTo>
                      <a:pt x="312608" y="41440"/>
                    </a:lnTo>
                    <a:cubicBezTo>
                      <a:pt x="300972" y="34575"/>
                      <a:pt x="292600" y="31143"/>
                      <a:pt x="287494" y="31143"/>
                    </a:cubicBezTo>
                    <a:cubicBezTo>
                      <a:pt x="283559" y="31143"/>
                      <a:pt x="280169" y="32628"/>
                      <a:pt x="277322" y="35600"/>
                    </a:cubicBezTo>
                    <a:cubicBezTo>
                      <a:pt x="274476" y="38571"/>
                      <a:pt x="273053" y="42107"/>
                      <a:pt x="273053" y="46208"/>
                    </a:cubicBezTo>
                    <a:cubicBezTo>
                      <a:pt x="273053" y="54326"/>
                      <a:pt x="280420" y="61358"/>
                      <a:pt x="295154" y="67304"/>
                    </a:cubicBezTo>
                    <a:cubicBezTo>
                      <a:pt x="305953" y="71911"/>
                      <a:pt x="314115" y="76077"/>
                      <a:pt x="319641" y="79803"/>
                    </a:cubicBezTo>
                    <a:cubicBezTo>
                      <a:pt x="325166" y="83528"/>
                      <a:pt x="329791" y="88697"/>
                      <a:pt x="333516" y="95311"/>
                    </a:cubicBezTo>
                    <a:cubicBezTo>
                      <a:pt x="337242" y="101925"/>
                      <a:pt x="339104" y="109082"/>
                      <a:pt x="339104" y="116784"/>
                    </a:cubicBezTo>
                    <a:cubicBezTo>
                      <a:pt x="339104" y="130932"/>
                      <a:pt x="333391" y="143238"/>
                      <a:pt x="321964" y="153703"/>
                    </a:cubicBezTo>
                    <a:cubicBezTo>
                      <a:pt x="310536" y="164167"/>
                      <a:pt x="297037" y="169399"/>
                      <a:pt x="281466" y="169399"/>
                    </a:cubicBezTo>
                    <a:cubicBezTo>
                      <a:pt x="264388" y="169399"/>
                      <a:pt x="247519" y="161363"/>
                      <a:pt x="230860" y="145289"/>
                    </a:cubicBezTo>
                    <a:lnTo>
                      <a:pt x="254217" y="118040"/>
                    </a:lnTo>
                    <a:cubicBezTo>
                      <a:pt x="264681" y="128839"/>
                      <a:pt x="274476" y="134239"/>
                      <a:pt x="283601" y="134239"/>
                    </a:cubicBezTo>
                    <a:cubicBezTo>
                      <a:pt x="287870" y="134239"/>
                      <a:pt x="291972" y="132339"/>
                      <a:pt x="295907" y="128540"/>
                    </a:cubicBezTo>
                    <a:cubicBezTo>
                      <a:pt x="299842" y="124741"/>
                      <a:pt x="301809" y="120753"/>
                      <a:pt x="301809" y="116578"/>
                    </a:cubicBezTo>
                    <a:cubicBezTo>
                      <a:pt x="301809" y="107978"/>
                      <a:pt x="292726" y="100396"/>
                      <a:pt x="274560" y="93833"/>
                    </a:cubicBezTo>
                    <a:cubicBezTo>
                      <a:pt x="264179" y="90047"/>
                      <a:pt x="256812" y="86500"/>
                      <a:pt x="252459" y="83193"/>
                    </a:cubicBezTo>
                    <a:cubicBezTo>
                      <a:pt x="248105" y="79886"/>
                      <a:pt x="244443" y="75073"/>
                      <a:pt x="241471" y="68752"/>
                    </a:cubicBezTo>
                    <a:cubicBezTo>
                      <a:pt x="238499" y="62432"/>
                      <a:pt x="237013" y="55965"/>
                      <a:pt x="237013" y="49351"/>
                    </a:cubicBezTo>
                    <a:cubicBezTo>
                      <a:pt x="237013" y="34701"/>
                      <a:pt x="241785" y="22813"/>
                      <a:pt x="251328" y="13688"/>
                    </a:cubicBezTo>
                    <a:cubicBezTo>
                      <a:pt x="260872" y="4563"/>
                      <a:pt x="273346" y="0"/>
                      <a:pt x="288749" y="0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2000" b="1">
                  <a:latin typeface="Tw Cen MT" panose="020B0602020104020603" pitchFamily="34" charset="0"/>
                </a:endParaRPr>
              </a:p>
            </p:txBody>
          </p:sp>
        </p:grpSp>
        <p:sp>
          <p:nvSpPr>
            <p:cNvPr id="375" name="Freeform: Shape 576">
              <a:extLst>
                <a:ext uri="{FF2B5EF4-FFF2-40B4-BE49-F238E27FC236}">
                  <a16:creationId xmlns:a16="http://schemas.microsoft.com/office/drawing/2014/main" id="{51834A79-431D-3ED2-652E-BE2DCF495C30}"/>
                </a:ext>
              </a:extLst>
            </p:cNvPr>
            <p:cNvSpPr/>
            <p:nvPr/>
          </p:nvSpPr>
          <p:spPr>
            <a:xfrm>
              <a:off x="7017169" y="2522232"/>
              <a:ext cx="1008112" cy="277903"/>
            </a:xfrm>
            <a:custGeom>
              <a:avLst/>
              <a:gdLst>
                <a:gd name="connsiteX0" fmla="*/ 98427 w 1008112"/>
                <a:gd name="connsiteY0" fmla="*/ 0 h 277903"/>
                <a:gd name="connsiteX1" fmla="*/ 909685 w 1008112"/>
                <a:gd name="connsiteY1" fmla="*/ 0 h 277903"/>
                <a:gd name="connsiteX2" fmla="*/ 1008112 w 1008112"/>
                <a:gd name="connsiteY2" fmla="*/ 98427 h 277903"/>
                <a:gd name="connsiteX3" fmla="*/ 1008112 w 1008112"/>
                <a:gd name="connsiteY3" fmla="*/ 277903 h 277903"/>
                <a:gd name="connsiteX4" fmla="*/ 970451 w 1008112"/>
                <a:gd name="connsiteY4" fmla="*/ 277903 h 277903"/>
                <a:gd name="connsiteX5" fmla="*/ 970451 w 1008112"/>
                <a:gd name="connsiteY5" fmla="*/ 119737 h 277903"/>
                <a:gd name="connsiteX6" fmla="*/ 890005 w 1008112"/>
                <a:gd name="connsiteY6" fmla="*/ 39291 h 277903"/>
                <a:gd name="connsiteX7" fmla="*/ 118108 w 1008112"/>
                <a:gd name="connsiteY7" fmla="*/ 39291 h 277903"/>
                <a:gd name="connsiteX8" fmla="*/ 37662 w 1008112"/>
                <a:gd name="connsiteY8" fmla="*/ 119737 h 277903"/>
                <a:gd name="connsiteX9" fmla="*/ 37662 w 1008112"/>
                <a:gd name="connsiteY9" fmla="*/ 138951 h 277903"/>
                <a:gd name="connsiteX10" fmla="*/ 0 w 1008112"/>
                <a:gd name="connsiteY10" fmla="*/ 138951 h 277903"/>
                <a:gd name="connsiteX11" fmla="*/ 0 w 1008112"/>
                <a:gd name="connsiteY11" fmla="*/ 98427 h 277903"/>
                <a:gd name="connsiteX12" fmla="*/ 98427 w 1008112"/>
                <a:gd name="connsiteY12" fmla="*/ 0 h 277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08112" h="277903">
                  <a:moveTo>
                    <a:pt x="98427" y="0"/>
                  </a:moveTo>
                  <a:lnTo>
                    <a:pt x="909685" y="0"/>
                  </a:lnTo>
                  <a:cubicBezTo>
                    <a:pt x="964045" y="0"/>
                    <a:pt x="1008112" y="44067"/>
                    <a:pt x="1008112" y="98427"/>
                  </a:cubicBezTo>
                  <a:lnTo>
                    <a:pt x="1008112" y="277903"/>
                  </a:lnTo>
                  <a:lnTo>
                    <a:pt x="970451" y="277903"/>
                  </a:lnTo>
                  <a:lnTo>
                    <a:pt x="970451" y="119737"/>
                  </a:lnTo>
                  <a:cubicBezTo>
                    <a:pt x="970451" y="75308"/>
                    <a:pt x="934434" y="39291"/>
                    <a:pt x="890005" y="39291"/>
                  </a:cubicBezTo>
                  <a:lnTo>
                    <a:pt x="118108" y="39291"/>
                  </a:lnTo>
                  <a:cubicBezTo>
                    <a:pt x="73679" y="39291"/>
                    <a:pt x="37662" y="75308"/>
                    <a:pt x="37662" y="119737"/>
                  </a:cubicBezTo>
                  <a:lnTo>
                    <a:pt x="37662" y="138951"/>
                  </a:lnTo>
                  <a:lnTo>
                    <a:pt x="0" y="138951"/>
                  </a:lnTo>
                  <a:lnTo>
                    <a:pt x="0" y="98427"/>
                  </a:lnTo>
                  <a:cubicBezTo>
                    <a:pt x="0" y="44067"/>
                    <a:pt x="44067" y="0"/>
                    <a:pt x="9842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6" name="Freeform: Shape 577">
              <a:extLst>
                <a:ext uri="{FF2B5EF4-FFF2-40B4-BE49-F238E27FC236}">
                  <a16:creationId xmlns:a16="http://schemas.microsoft.com/office/drawing/2014/main" id="{D115ABF1-FAF3-116E-E6B5-01845AAF4431}"/>
                </a:ext>
              </a:extLst>
            </p:cNvPr>
            <p:cNvSpPr/>
            <p:nvPr/>
          </p:nvSpPr>
          <p:spPr>
            <a:xfrm rot="10800000" flipH="1">
              <a:off x="7896225" y="2781708"/>
              <a:ext cx="129056" cy="277903"/>
            </a:xfrm>
            <a:custGeom>
              <a:avLst/>
              <a:gdLst>
                <a:gd name="connsiteX0" fmla="*/ 91395 w 129056"/>
                <a:gd name="connsiteY0" fmla="*/ 277903 h 277903"/>
                <a:gd name="connsiteX1" fmla="*/ 129056 w 129056"/>
                <a:gd name="connsiteY1" fmla="*/ 277903 h 277903"/>
                <a:gd name="connsiteX2" fmla="*/ 129056 w 129056"/>
                <a:gd name="connsiteY2" fmla="*/ 98427 h 277903"/>
                <a:gd name="connsiteX3" fmla="*/ 30629 w 129056"/>
                <a:gd name="connsiteY3" fmla="*/ 0 h 277903"/>
                <a:gd name="connsiteX4" fmla="*/ 0 w 129056"/>
                <a:gd name="connsiteY4" fmla="*/ 0 h 277903"/>
                <a:gd name="connsiteX5" fmla="*/ 0 w 129056"/>
                <a:gd name="connsiteY5" fmla="*/ 39291 h 277903"/>
                <a:gd name="connsiteX6" fmla="*/ 10949 w 129056"/>
                <a:gd name="connsiteY6" fmla="*/ 39291 h 277903"/>
                <a:gd name="connsiteX7" fmla="*/ 91395 w 129056"/>
                <a:gd name="connsiteY7" fmla="*/ 119737 h 277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9056" h="277903">
                  <a:moveTo>
                    <a:pt x="91395" y="277903"/>
                  </a:moveTo>
                  <a:lnTo>
                    <a:pt x="129056" y="277903"/>
                  </a:lnTo>
                  <a:lnTo>
                    <a:pt x="129056" y="98427"/>
                  </a:lnTo>
                  <a:cubicBezTo>
                    <a:pt x="129056" y="44067"/>
                    <a:pt x="84989" y="0"/>
                    <a:pt x="30629" y="0"/>
                  </a:cubicBezTo>
                  <a:lnTo>
                    <a:pt x="0" y="0"/>
                  </a:lnTo>
                  <a:lnTo>
                    <a:pt x="0" y="39291"/>
                  </a:lnTo>
                  <a:lnTo>
                    <a:pt x="10949" y="39291"/>
                  </a:lnTo>
                  <a:cubicBezTo>
                    <a:pt x="55378" y="39291"/>
                    <a:pt x="91395" y="75308"/>
                    <a:pt x="91395" y="11973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381" name="Group 380">
            <a:extLst>
              <a:ext uri="{FF2B5EF4-FFF2-40B4-BE49-F238E27FC236}">
                <a16:creationId xmlns:a16="http://schemas.microsoft.com/office/drawing/2014/main" id="{576CF5B7-BAAA-203F-8AD4-BF4E6DECCF0C}"/>
              </a:ext>
            </a:extLst>
          </p:cNvPr>
          <p:cNvGrpSpPr/>
          <p:nvPr/>
        </p:nvGrpSpPr>
        <p:grpSpPr>
          <a:xfrm>
            <a:off x="9718931" y="213801"/>
            <a:ext cx="986529" cy="920490"/>
            <a:chOff x="3648467" y="2621280"/>
            <a:chExt cx="1261761" cy="1177296"/>
          </a:xfrm>
          <a:solidFill>
            <a:schemeClr val="tx1"/>
          </a:solidFill>
        </p:grpSpPr>
        <p:sp>
          <p:nvSpPr>
            <p:cNvPr id="382" name="Freeform: Shape 583">
              <a:extLst>
                <a:ext uri="{FF2B5EF4-FFF2-40B4-BE49-F238E27FC236}">
                  <a16:creationId xmlns:a16="http://schemas.microsoft.com/office/drawing/2014/main" id="{B443E3C1-C2CF-0DA0-1845-C3293CC8ADBF}"/>
                </a:ext>
              </a:extLst>
            </p:cNvPr>
            <p:cNvSpPr/>
            <p:nvPr/>
          </p:nvSpPr>
          <p:spPr>
            <a:xfrm>
              <a:off x="3648467" y="2621280"/>
              <a:ext cx="1261761" cy="1177296"/>
            </a:xfrm>
            <a:custGeom>
              <a:avLst/>
              <a:gdLst>
                <a:gd name="connsiteX0" fmla="*/ 163492 w 1261761"/>
                <a:gd name="connsiteY0" fmla="*/ 42955 h 1177296"/>
                <a:gd name="connsiteX1" fmla="*/ 46037 w 1261761"/>
                <a:gd name="connsiteY1" fmla="*/ 160410 h 1177296"/>
                <a:gd name="connsiteX2" fmla="*/ 46037 w 1261761"/>
                <a:gd name="connsiteY2" fmla="*/ 1016886 h 1177296"/>
                <a:gd name="connsiteX3" fmla="*/ 163492 w 1261761"/>
                <a:gd name="connsiteY3" fmla="*/ 1134341 h 1177296"/>
                <a:gd name="connsiteX4" fmla="*/ 1098270 w 1261761"/>
                <a:gd name="connsiteY4" fmla="*/ 1134341 h 1177296"/>
                <a:gd name="connsiteX5" fmla="*/ 1215725 w 1261761"/>
                <a:gd name="connsiteY5" fmla="*/ 1016886 h 1177296"/>
                <a:gd name="connsiteX6" fmla="*/ 1215725 w 1261761"/>
                <a:gd name="connsiteY6" fmla="*/ 160410 h 1177296"/>
                <a:gd name="connsiteX7" fmla="*/ 1098270 w 1261761"/>
                <a:gd name="connsiteY7" fmla="*/ 42955 h 1177296"/>
                <a:gd name="connsiteX8" fmla="*/ 160501 w 1261761"/>
                <a:gd name="connsiteY8" fmla="*/ 0 h 1177296"/>
                <a:gd name="connsiteX9" fmla="*/ 1101260 w 1261761"/>
                <a:gd name="connsiteY9" fmla="*/ 0 h 1177296"/>
                <a:gd name="connsiteX10" fmla="*/ 1261761 w 1261761"/>
                <a:gd name="connsiteY10" fmla="*/ 160501 h 1177296"/>
                <a:gd name="connsiteX11" fmla="*/ 1261761 w 1261761"/>
                <a:gd name="connsiteY11" fmla="*/ 1016795 h 1177296"/>
                <a:gd name="connsiteX12" fmla="*/ 1101260 w 1261761"/>
                <a:gd name="connsiteY12" fmla="*/ 1177296 h 1177296"/>
                <a:gd name="connsiteX13" fmla="*/ 160501 w 1261761"/>
                <a:gd name="connsiteY13" fmla="*/ 1177296 h 1177296"/>
                <a:gd name="connsiteX14" fmla="*/ 0 w 1261761"/>
                <a:gd name="connsiteY14" fmla="*/ 1016795 h 1177296"/>
                <a:gd name="connsiteX15" fmla="*/ 0 w 1261761"/>
                <a:gd name="connsiteY15" fmla="*/ 160501 h 1177296"/>
                <a:gd name="connsiteX16" fmla="*/ 160501 w 1261761"/>
                <a:gd name="connsiteY16" fmla="*/ 0 h 1177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61761" h="1177296">
                  <a:moveTo>
                    <a:pt x="163492" y="42955"/>
                  </a:moveTo>
                  <a:cubicBezTo>
                    <a:pt x="98623" y="42955"/>
                    <a:pt x="46037" y="95541"/>
                    <a:pt x="46037" y="160410"/>
                  </a:cubicBezTo>
                  <a:lnTo>
                    <a:pt x="46037" y="1016886"/>
                  </a:lnTo>
                  <a:cubicBezTo>
                    <a:pt x="46037" y="1081755"/>
                    <a:pt x="98623" y="1134341"/>
                    <a:pt x="163492" y="1134341"/>
                  </a:cubicBezTo>
                  <a:lnTo>
                    <a:pt x="1098270" y="1134341"/>
                  </a:lnTo>
                  <a:cubicBezTo>
                    <a:pt x="1163139" y="1134341"/>
                    <a:pt x="1215725" y="1081755"/>
                    <a:pt x="1215725" y="1016886"/>
                  </a:cubicBezTo>
                  <a:lnTo>
                    <a:pt x="1215725" y="160410"/>
                  </a:lnTo>
                  <a:cubicBezTo>
                    <a:pt x="1215725" y="95541"/>
                    <a:pt x="1163139" y="42955"/>
                    <a:pt x="1098270" y="42955"/>
                  </a:cubicBezTo>
                  <a:close/>
                  <a:moveTo>
                    <a:pt x="160501" y="0"/>
                  </a:moveTo>
                  <a:lnTo>
                    <a:pt x="1101260" y="0"/>
                  </a:lnTo>
                  <a:cubicBezTo>
                    <a:pt x="1189902" y="0"/>
                    <a:pt x="1261761" y="71859"/>
                    <a:pt x="1261761" y="160501"/>
                  </a:cubicBezTo>
                  <a:lnTo>
                    <a:pt x="1261761" y="1016795"/>
                  </a:lnTo>
                  <a:cubicBezTo>
                    <a:pt x="1261761" y="1105437"/>
                    <a:pt x="1189902" y="1177296"/>
                    <a:pt x="1101260" y="1177296"/>
                  </a:cubicBezTo>
                  <a:lnTo>
                    <a:pt x="160501" y="1177296"/>
                  </a:lnTo>
                  <a:cubicBezTo>
                    <a:pt x="71859" y="1177296"/>
                    <a:pt x="0" y="1105437"/>
                    <a:pt x="0" y="1016795"/>
                  </a:cubicBezTo>
                  <a:lnTo>
                    <a:pt x="0" y="160501"/>
                  </a:lnTo>
                  <a:cubicBezTo>
                    <a:pt x="0" y="71859"/>
                    <a:pt x="71859" y="0"/>
                    <a:pt x="160501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3" name="Rectangle 382">
              <a:extLst>
                <a:ext uri="{FF2B5EF4-FFF2-40B4-BE49-F238E27FC236}">
                  <a16:creationId xmlns:a16="http://schemas.microsoft.com/office/drawing/2014/main" id="{4B8618C7-28DD-9EAE-F9B7-1BE24CE60A8F}"/>
                </a:ext>
              </a:extLst>
            </p:cNvPr>
            <p:cNvSpPr/>
            <p:nvPr/>
          </p:nvSpPr>
          <p:spPr>
            <a:xfrm flipV="1">
              <a:off x="3653229" y="2849802"/>
              <a:ext cx="1234775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4" name="Rectangle: Rounded Corners 585">
              <a:extLst>
                <a:ext uri="{FF2B5EF4-FFF2-40B4-BE49-F238E27FC236}">
                  <a16:creationId xmlns:a16="http://schemas.microsoft.com/office/drawing/2014/main" id="{4BE89C94-CFD8-9DEE-4B19-B9D7FBC7C66F}"/>
                </a:ext>
              </a:extLst>
            </p:cNvPr>
            <p:cNvSpPr/>
            <p:nvPr/>
          </p:nvSpPr>
          <p:spPr>
            <a:xfrm rot="5400000">
              <a:off x="4244985" y="2516782"/>
              <a:ext cx="50462" cy="489015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5" name="Rectangle: Rounded Corners 586">
              <a:extLst>
                <a:ext uri="{FF2B5EF4-FFF2-40B4-BE49-F238E27FC236}">
                  <a16:creationId xmlns:a16="http://schemas.microsoft.com/office/drawing/2014/main" id="{30FA8D87-72BB-C694-9780-3072D13470FC}"/>
                </a:ext>
              </a:extLst>
            </p:cNvPr>
            <p:cNvSpPr/>
            <p:nvPr/>
          </p:nvSpPr>
          <p:spPr>
            <a:xfrm rot="5400000">
              <a:off x="3813369" y="2980149"/>
              <a:ext cx="78202" cy="128936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6" name="Rectangle: Rounded Corners 587">
              <a:extLst>
                <a:ext uri="{FF2B5EF4-FFF2-40B4-BE49-F238E27FC236}">
                  <a16:creationId xmlns:a16="http://schemas.microsoft.com/office/drawing/2014/main" id="{7081D0EB-991D-BC7C-5496-B121EDE56F9A}"/>
                </a:ext>
              </a:extLst>
            </p:cNvPr>
            <p:cNvSpPr/>
            <p:nvPr/>
          </p:nvSpPr>
          <p:spPr>
            <a:xfrm rot="5400000">
              <a:off x="4021372" y="2980149"/>
              <a:ext cx="78202" cy="128936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7" name="Rectangle: Rounded Corners 588">
              <a:extLst>
                <a:ext uri="{FF2B5EF4-FFF2-40B4-BE49-F238E27FC236}">
                  <a16:creationId xmlns:a16="http://schemas.microsoft.com/office/drawing/2014/main" id="{98017B83-1D17-A9E0-23BC-054638FB80C2}"/>
                </a:ext>
              </a:extLst>
            </p:cNvPr>
            <p:cNvSpPr/>
            <p:nvPr/>
          </p:nvSpPr>
          <p:spPr>
            <a:xfrm rot="5400000">
              <a:off x="4229375" y="2980149"/>
              <a:ext cx="78202" cy="128936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8" name="Rectangle: Rounded Corners 589">
              <a:extLst>
                <a:ext uri="{FF2B5EF4-FFF2-40B4-BE49-F238E27FC236}">
                  <a16:creationId xmlns:a16="http://schemas.microsoft.com/office/drawing/2014/main" id="{E2FC60C3-0B56-3492-F40D-E38A71A19F1E}"/>
                </a:ext>
              </a:extLst>
            </p:cNvPr>
            <p:cNvSpPr/>
            <p:nvPr/>
          </p:nvSpPr>
          <p:spPr>
            <a:xfrm rot="5400000">
              <a:off x="4437378" y="2980149"/>
              <a:ext cx="78202" cy="128936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9" name="Rectangle: Rounded Corners 590">
              <a:extLst>
                <a:ext uri="{FF2B5EF4-FFF2-40B4-BE49-F238E27FC236}">
                  <a16:creationId xmlns:a16="http://schemas.microsoft.com/office/drawing/2014/main" id="{04C57237-3B90-BD7E-8021-3D074E546C48}"/>
                </a:ext>
              </a:extLst>
            </p:cNvPr>
            <p:cNvSpPr/>
            <p:nvPr/>
          </p:nvSpPr>
          <p:spPr>
            <a:xfrm rot="5400000">
              <a:off x="4645381" y="2980149"/>
              <a:ext cx="78202" cy="128936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0" name="Rectangle: Rounded Corners 591">
              <a:extLst>
                <a:ext uri="{FF2B5EF4-FFF2-40B4-BE49-F238E27FC236}">
                  <a16:creationId xmlns:a16="http://schemas.microsoft.com/office/drawing/2014/main" id="{E62A7780-BF3E-F0A3-2521-5BAF3F0C7DE7}"/>
                </a:ext>
              </a:extLst>
            </p:cNvPr>
            <p:cNvSpPr/>
            <p:nvPr/>
          </p:nvSpPr>
          <p:spPr>
            <a:xfrm rot="5400000">
              <a:off x="3815533" y="3122027"/>
              <a:ext cx="78202" cy="128936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1" name="Rectangle: Rounded Corners 592">
              <a:extLst>
                <a:ext uri="{FF2B5EF4-FFF2-40B4-BE49-F238E27FC236}">
                  <a16:creationId xmlns:a16="http://schemas.microsoft.com/office/drawing/2014/main" id="{5C0A3254-0A30-B95B-ACB3-2E47F3EA3568}"/>
                </a:ext>
              </a:extLst>
            </p:cNvPr>
            <p:cNvSpPr/>
            <p:nvPr/>
          </p:nvSpPr>
          <p:spPr>
            <a:xfrm rot="5400000">
              <a:off x="4023536" y="3122027"/>
              <a:ext cx="78202" cy="128936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2" name="Rectangle: Rounded Corners 593">
              <a:extLst>
                <a:ext uri="{FF2B5EF4-FFF2-40B4-BE49-F238E27FC236}">
                  <a16:creationId xmlns:a16="http://schemas.microsoft.com/office/drawing/2014/main" id="{49D1BCA0-DB3C-2F7F-6565-C2AFA72CE137}"/>
                </a:ext>
              </a:extLst>
            </p:cNvPr>
            <p:cNvSpPr/>
            <p:nvPr/>
          </p:nvSpPr>
          <p:spPr>
            <a:xfrm rot="5400000">
              <a:off x="4231539" y="3122027"/>
              <a:ext cx="78202" cy="128936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3" name="Rectangle: Rounded Corners 594">
              <a:extLst>
                <a:ext uri="{FF2B5EF4-FFF2-40B4-BE49-F238E27FC236}">
                  <a16:creationId xmlns:a16="http://schemas.microsoft.com/office/drawing/2014/main" id="{55370AAD-4B20-C988-700E-A97E7E14A863}"/>
                </a:ext>
              </a:extLst>
            </p:cNvPr>
            <p:cNvSpPr/>
            <p:nvPr/>
          </p:nvSpPr>
          <p:spPr>
            <a:xfrm rot="5400000">
              <a:off x="4439542" y="3122027"/>
              <a:ext cx="78202" cy="128936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4" name="Rectangle: Rounded Corners 595">
              <a:extLst>
                <a:ext uri="{FF2B5EF4-FFF2-40B4-BE49-F238E27FC236}">
                  <a16:creationId xmlns:a16="http://schemas.microsoft.com/office/drawing/2014/main" id="{C5982F45-2720-C8C6-1310-157BD445D7EE}"/>
                </a:ext>
              </a:extLst>
            </p:cNvPr>
            <p:cNvSpPr/>
            <p:nvPr/>
          </p:nvSpPr>
          <p:spPr>
            <a:xfrm rot="5400000">
              <a:off x="4647545" y="3122027"/>
              <a:ext cx="78202" cy="128936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5" name="Rectangle: Rounded Corners 596">
              <a:extLst>
                <a:ext uri="{FF2B5EF4-FFF2-40B4-BE49-F238E27FC236}">
                  <a16:creationId xmlns:a16="http://schemas.microsoft.com/office/drawing/2014/main" id="{FF4CA8FE-FD60-F4E1-3829-9592E87A5110}"/>
                </a:ext>
              </a:extLst>
            </p:cNvPr>
            <p:cNvSpPr/>
            <p:nvPr/>
          </p:nvSpPr>
          <p:spPr>
            <a:xfrm rot="5400000">
              <a:off x="3817697" y="3263905"/>
              <a:ext cx="78202" cy="128936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6" name="Rectangle: Rounded Corners 597">
              <a:extLst>
                <a:ext uri="{FF2B5EF4-FFF2-40B4-BE49-F238E27FC236}">
                  <a16:creationId xmlns:a16="http://schemas.microsoft.com/office/drawing/2014/main" id="{19914BF0-B6F0-876D-7FFE-2CD3EA979E76}"/>
                </a:ext>
              </a:extLst>
            </p:cNvPr>
            <p:cNvSpPr/>
            <p:nvPr/>
          </p:nvSpPr>
          <p:spPr>
            <a:xfrm rot="5400000">
              <a:off x="4025700" y="3263905"/>
              <a:ext cx="78202" cy="128936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7" name="Rectangle: Rounded Corners 598">
              <a:extLst>
                <a:ext uri="{FF2B5EF4-FFF2-40B4-BE49-F238E27FC236}">
                  <a16:creationId xmlns:a16="http://schemas.microsoft.com/office/drawing/2014/main" id="{5792427E-83E4-CB77-9EE2-DE407D9FDE6F}"/>
                </a:ext>
              </a:extLst>
            </p:cNvPr>
            <p:cNvSpPr/>
            <p:nvPr/>
          </p:nvSpPr>
          <p:spPr>
            <a:xfrm rot="5400000">
              <a:off x="4233703" y="3263905"/>
              <a:ext cx="78202" cy="128936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8" name="Rectangle: Rounded Corners 599">
              <a:extLst>
                <a:ext uri="{FF2B5EF4-FFF2-40B4-BE49-F238E27FC236}">
                  <a16:creationId xmlns:a16="http://schemas.microsoft.com/office/drawing/2014/main" id="{48CD2A71-A891-FCA4-3A18-E64DA5A0E442}"/>
                </a:ext>
              </a:extLst>
            </p:cNvPr>
            <p:cNvSpPr/>
            <p:nvPr/>
          </p:nvSpPr>
          <p:spPr>
            <a:xfrm rot="5400000">
              <a:off x="4441706" y="3263905"/>
              <a:ext cx="78202" cy="128936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9" name="Rectangle: Rounded Corners 600">
              <a:extLst>
                <a:ext uri="{FF2B5EF4-FFF2-40B4-BE49-F238E27FC236}">
                  <a16:creationId xmlns:a16="http://schemas.microsoft.com/office/drawing/2014/main" id="{BC203EFF-BE0B-CF9A-793C-163951801B65}"/>
                </a:ext>
              </a:extLst>
            </p:cNvPr>
            <p:cNvSpPr/>
            <p:nvPr/>
          </p:nvSpPr>
          <p:spPr>
            <a:xfrm rot="5400000">
              <a:off x="4649709" y="3263905"/>
              <a:ext cx="78202" cy="128936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0" name="Rectangle: Rounded Corners 601">
              <a:extLst>
                <a:ext uri="{FF2B5EF4-FFF2-40B4-BE49-F238E27FC236}">
                  <a16:creationId xmlns:a16="http://schemas.microsoft.com/office/drawing/2014/main" id="{664C58AE-47F0-C0E8-67F8-11F773D45018}"/>
                </a:ext>
              </a:extLst>
            </p:cNvPr>
            <p:cNvSpPr/>
            <p:nvPr/>
          </p:nvSpPr>
          <p:spPr>
            <a:xfrm rot="5400000">
              <a:off x="3819861" y="3405783"/>
              <a:ext cx="78202" cy="128936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1" name="Rectangle: Rounded Corners 602">
              <a:extLst>
                <a:ext uri="{FF2B5EF4-FFF2-40B4-BE49-F238E27FC236}">
                  <a16:creationId xmlns:a16="http://schemas.microsoft.com/office/drawing/2014/main" id="{0685B767-8273-ACA1-0B69-0B5173751B40}"/>
                </a:ext>
              </a:extLst>
            </p:cNvPr>
            <p:cNvSpPr/>
            <p:nvPr/>
          </p:nvSpPr>
          <p:spPr>
            <a:xfrm rot="5400000">
              <a:off x="4027864" y="3405783"/>
              <a:ext cx="78202" cy="128936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2" name="Rectangle: Rounded Corners 603">
              <a:extLst>
                <a:ext uri="{FF2B5EF4-FFF2-40B4-BE49-F238E27FC236}">
                  <a16:creationId xmlns:a16="http://schemas.microsoft.com/office/drawing/2014/main" id="{B7510A43-919B-0307-8DA3-0A23722A8360}"/>
                </a:ext>
              </a:extLst>
            </p:cNvPr>
            <p:cNvSpPr/>
            <p:nvPr/>
          </p:nvSpPr>
          <p:spPr>
            <a:xfrm rot="5400000">
              <a:off x="4235867" y="3405783"/>
              <a:ext cx="78202" cy="128936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3" name="Rectangle: Rounded Corners 604">
              <a:extLst>
                <a:ext uri="{FF2B5EF4-FFF2-40B4-BE49-F238E27FC236}">
                  <a16:creationId xmlns:a16="http://schemas.microsoft.com/office/drawing/2014/main" id="{9AD9D3B5-EFD8-C088-D2C6-5DC686152785}"/>
                </a:ext>
              </a:extLst>
            </p:cNvPr>
            <p:cNvSpPr/>
            <p:nvPr/>
          </p:nvSpPr>
          <p:spPr>
            <a:xfrm rot="5400000">
              <a:off x="4443870" y="3405783"/>
              <a:ext cx="78202" cy="128936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4" name="Rectangle: Rounded Corners 605">
              <a:extLst>
                <a:ext uri="{FF2B5EF4-FFF2-40B4-BE49-F238E27FC236}">
                  <a16:creationId xmlns:a16="http://schemas.microsoft.com/office/drawing/2014/main" id="{8ABDC59A-B277-6C71-F864-0635F1D65BEE}"/>
                </a:ext>
              </a:extLst>
            </p:cNvPr>
            <p:cNvSpPr/>
            <p:nvPr/>
          </p:nvSpPr>
          <p:spPr>
            <a:xfrm rot="5400000">
              <a:off x="4651873" y="3405783"/>
              <a:ext cx="78202" cy="128936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5" name="Rectangle: Rounded Corners 606">
              <a:extLst>
                <a:ext uri="{FF2B5EF4-FFF2-40B4-BE49-F238E27FC236}">
                  <a16:creationId xmlns:a16="http://schemas.microsoft.com/office/drawing/2014/main" id="{ECA2160E-9862-318D-EF42-B79BDAE1E1F8}"/>
                </a:ext>
              </a:extLst>
            </p:cNvPr>
            <p:cNvSpPr/>
            <p:nvPr/>
          </p:nvSpPr>
          <p:spPr>
            <a:xfrm rot="5400000">
              <a:off x="3822025" y="3547661"/>
              <a:ext cx="78202" cy="128936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6" name="Rectangle: Rounded Corners 607">
              <a:extLst>
                <a:ext uri="{FF2B5EF4-FFF2-40B4-BE49-F238E27FC236}">
                  <a16:creationId xmlns:a16="http://schemas.microsoft.com/office/drawing/2014/main" id="{4CFD93CD-FC99-7DFD-7561-1F4252BA4B8B}"/>
                </a:ext>
              </a:extLst>
            </p:cNvPr>
            <p:cNvSpPr/>
            <p:nvPr/>
          </p:nvSpPr>
          <p:spPr>
            <a:xfrm rot="5400000">
              <a:off x="4030028" y="3547661"/>
              <a:ext cx="78202" cy="128936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7" name="Rectangle: Rounded Corners 608">
              <a:extLst>
                <a:ext uri="{FF2B5EF4-FFF2-40B4-BE49-F238E27FC236}">
                  <a16:creationId xmlns:a16="http://schemas.microsoft.com/office/drawing/2014/main" id="{98BCA59A-7822-E775-9FD4-15BAF0D66355}"/>
                </a:ext>
              </a:extLst>
            </p:cNvPr>
            <p:cNvSpPr/>
            <p:nvPr/>
          </p:nvSpPr>
          <p:spPr>
            <a:xfrm rot="5400000">
              <a:off x="4238031" y="3547661"/>
              <a:ext cx="78202" cy="128936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8" name="Rectangle: Rounded Corners 609">
              <a:extLst>
                <a:ext uri="{FF2B5EF4-FFF2-40B4-BE49-F238E27FC236}">
                  <a16:creationId xmlns:a16="http://schemas.microsoft.com/office/drawing/2014/main" id="{D7C4A9AA-6FC5-2531-352E-BE846CB7AD99}"/>
                </a:ext>
              </a:extLst>
            </p:cNvPr>
            <p:cNvSpPr/>
            <p:nvPr/>
          </p:nvSpPr>
          <p:spPr>
            <a:xfrm rot="5400000">
              <a:off x="4446034" y="3547661"/>
              <a:ext cx="78202" cy="128936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9" name="Rectangle: Rounded Corners 610">
              <a:extLst>
                <a:ext uri="{FF2B5EF4-FFF2-40B4-BE49-F238E27FC236}">
                  <a16:creationId xmlns:a16="http://schemas.microsoft.com/office/drawing/2014/main" id="{E78FC3BA-F12B-CFBC-35E4-97A9EA131AC9}"/>
                </a:ext>
              </a:extLst>
            </p:cNvPr>
            <p:cNvSpPr/>
            <p:nvPr/>
          </p:nvSpPr>
          <p:spPr>
            <a:xfrm rot="5400000">
              <a:off x="4654037" y="3547661"/>
              <a:ext cx="78202" cy="128936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0" name="Group 409">
            <a:extLst>
              <a:ext uri="{FF2B5EF4-FFF2-40B4-BE49-F238E27FC236}">
                <a16:creationId xmlns:a16="http://schemas.microsoft.com/office/drawing/2014/main" id="{39E259C2-982F-373B-B26E-FC5D41F4C846}"/>
              </a:ext>
            </a:extLst>
          </p:cNvPr>
          <p:cNvGrpSpPr/>
          <p:nvPr/>
        </p:nvGrpSpPr>
        <p:grpSpPr>
          <a:xfrm>
            <a:off x="8839100" y="5450145"/>
            <a:ext cx="1139270" cy="859681"/>
            <a:chOff x="6216223" y="2297659"/>
            <a:chExt cx="1008111" cy="760709"/>
          </a:xfrm>
          <a:solidFill>
            <a:schemeClr val="tx1"/>
          </a:solidFill>
        </p:grpSpPr>
        <p:sp>
          <p:nvSpPr>
            <p:cNvPr id="411" name="Freeform: Shape 612">
              <a:extLst>
                <a:ext uri="{FF2B5EF4-FFF2-40B4-BE49-F238E27FC236}">
                  <a16:creationId xmlns:a16="http://schemas.microsoft.com/office/drawing/2014/main" id="{D84577B7-6B11-39C1-5CDC-023EAE689869}"/>
                </a:ext>
              </a:extLst>
            </p:cNvPr>
            <p:cNvSpPr/>
            <p:nvPr/>
          </p:nvSpPr>
          <p:spPr>
            <a:xfrm>
              <a:off x="6216223" y="2400021"/>
              <a:ext cx="1008111" cy="658347"/>
            </a:xfrm>
            <a:custGeom>
              <a:avLst/>
              <a:gdLst>
                <a:gd name="connsiteX0" fmla="*/ 97035 w 1008111"/>
                <a:gd name="connsiteY0" fmla="*/ 38379 h 658347"/>
                <a:gd name="connsiteX1" fmla="*/ 40191 w 1008111"/>
                <a:gd name="connsiteY1" fmla="*/ 95223 h 658347"/>
                <a:gd name="connsiteX2" fmla="*/ 40191 w 1008111"/>
                <a:gd name="connsiteY2" fmla="*/ 563123 h 658347"/>
                <a:gd name="connsiteX3" fmla="*/ 97035 w 1008111"/>
                <a:gd name="connsiteY3" fmla="*/ 619967 h 658347"/>
                <a:gd name="connsiteX4" fmla="*/ 911076 w 1008111"/>
                <a:gd name="connsiteY4" fmla="*/ 619967 h 658347"/>
                <a:gd name="connsiteX5" fmla="*/ 967920 w 1008111"/>
                <a:gd name="connsiteY5" fmla="*/ 563123 h 658347"/>
                <a:gd name="connsiteX6" fmla="*/ 967920 w 1008111"/>
                <a:gd name="connsiteY6" fmla="*/ 95223 h 658347"/>
                <a:gd name="connsiteX7" fmla="*/ 911076 w 1008111"/>
                <a:gd name="connsiteY7" fmla="*/ 38379 h 658347"/>
                <a:gd name="connsiteX8" fmla="*/ 85914 w 1008111"/>
                <a:gd name="connsiteY8" fmla="*/ 0 h 658347"/>
                <a:gd name="connsiteX9" fmla="*/ 922197 w 1008111"/>
                <a:gd name="connsiteY9" fmla="*/ 0 h 658347"/>
                <a:gd name="connsiteX10" fmla="*/ 1008111 w 1008111"/>
                <a:gd name="connsiteY10" fmla="*/ 85914 h 658347"/>
                <a:gd name="connsiteX11" fmla="*/ 1008111 w 1008111"/>
                <a:gd name="connsiteY11" fmla="*/ 572433 h 658347"/>
                <a:gd name="connsiteX12" fmla="*/ 922197 w 1008111"/>
                <a:gd name="connsiteY12" fmla="*/ 658347 h 658347"/>
                <a:gd name="connsiteX13" fmla="*/ 85914 w 1008111"/>
                <a:gd name="connsiteY13" fmla="*/ 658347 h 658347"/>
                <a:gd name="connsiteX14" fmla="*/ 0 w 1008111"/>
                <a:gd name="connsiteY14" fmla="*/ 572433 h 658347"/>
                <a:gd name="connsiteX15" fmla="*/ 0 w 1008111"/>
                <a:gd name="connsiteY15" fmla="*/ 85914 h 658347"/>
                <a:gd name="connsiteX16" fmla="*/ 85914 w 1008111"/>
                <a:gd name="connsiteY16" fmla="*/ 0 h 658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08111" h="658347">
                  <a:moveTo>
                    <a:pt x="97035" y="38379"/>
                  </a:moveTo>
                  <a:cubicBezTo>
                    <a:pt x="65641" y="38379"/>
                    <a:pt x="40191" y="63829"/>
                    <a:pt x="40191" y="95223"/>
                  </a:cubicBezTo>
                  <a:lnTo>
                    <a:pt x="40191" y="563123"/>
                  </a:lnTo>
                  <a:cubicBezTo>
                    <a:pt x="40191" y="594517"/>
                    <a:pt x="65641" y="619967"/>
                    <a:pt x="97035" y="619967"/>
                  </a:cubicBezTo>
                  <a:lnTo>
                    <a:pt x="911076" y="619967"/>
                  </a:lnTo>
                  <a:cubicBezTo>
                    <a:pt x="942470" y="619967"/>
                    <a:pt x="967920" y="594517"/>
                    <a:pt x="967920" y="563123"/>
                  </a:cubicBezTo>
                  <a:lnTo>
                    <a:pt x="967920" y="95223"/>
                  </a:lnTo>
                  <a:cubicBezTo>
                    <a:pt x="967920" y="63829"/>
                    <a:pt x="942470" y="38379"/>
                    <a:pt x="911076" y="38379"/>
                  </a:cubicBezTo>
                  <a:close/>
                  <a:moveTo>
                    <a:pt x="85914" y="0"/>
                  </a:moveTo>
                  <a:lnTo>
                    <a:pt x="922197" y="0"/>
                  </a:lnTo>
                  <a:cubicBezTo>
                    <a:pt x="969646" y="0"/>
                    <a:pt x="1008111" y="38465"/>
                    <a:pt x="1008111" y="85914"/>
                  </a:cubicBezTo>
                  <a:lnTo>
                    <a:pt x="1008111" y="572433"/>
                  </a:lnTo>
                  <a:cubicBezTo>
                    <a:pt x="1008111" y="619882"/>
                    <a:pt x="969646" y="658347"/>
                    <a:pt x="922197" y="658347"/>
                  </a:cubicBezTo>
                  <a:lnTo>
                    <a:pt x="85914" y="658347"/>
                  </a:lnTo>
                  <a:cubicBezTo>
                    <a:pt x="38465" y="658347"/>
                    <a:pt x="0" y="619882"/>
                    <a:pt x="0" y="572433"/>
                  </a:cubicBezTo>
                  <a:lnTo>
                    <a:pt x="0" y="85914"/>
                  </a:lnTo>
                  <a:cubicBezTo>
                    <a:pt x="0" y="38465"/>
                    <a:pt x="38465" y="0"/>
                    <a:pt x="85914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2" name="Freeform: Shape 613">
              <a:extLst>
                <a:ext uri="{FF2B5EF4-FFF2-40B4-BE49-F238E27FC236}">
                  <a16:creationId xmlns:a16="http://schemas.microsoft.com/office/drawing/2014/main" id="{EAE3D747-FB39-9132-456B-D615D0C4DA4A}"/>
                </a:ext>
              </a:extLst>
            </p:cNvPr>
            <p:cNvSpPr/>
            <p:nvPr/>
          </p:nvSpPr>
          <p:spPr>
            <a:xfrm rot="10800000">
              <a:off x="6218470" y="2541320"/>
              <a:ext cx="1005862" cy="264836"/>
            </a:xfrm>
            <a:custGeom>
              <a:avLst/>
              <a:gdLst>
                <a:gd name="connsiteX0" fmla="*/ 971564 w 1005862"/>
                <a:gd name="connsiteY0" fmla="*/ 241262 h 264836"/>
                <a:gd name="connsiteX1" fmla="*/ 587386 w 1005862"/>
                <a:gd name="connsiteY1" fmla="*/ 34435 h 264836"/>
                <a:gd name="connsiteX2" fmla="*/ 574712 w 1005862"/>
                <a:gd name="connsiteY2" fmla="*/ 33915 h 264836"/>
                <a:gd name="connsiteX3" fmla="*/ 574712 w 1005862"/>
                <a:gd name="connsiteY3" fmla="*/ 0 h 264836"/>
                <a:gd name="connsiteX4" fmla="*/ 593509 w 1005862"/>
                <a:gd name="connsiteY4" fmla="*/ 820 h 264836"/>
                <a:gd name="connsiteX5" fmla="*/ 1005862 w 1005862"/>
                <a:gd name="connsiteY5" fmla="*/ 239533 h 264836"/>
                <a:gd name="connsiteX6" fmla="*/ 34157 w 1005862"/>
                <a:gd name="connsiteY6" fmla="*/ 264836 h 264836"/>
                <a:gd name="connsiteX7" fmla="*/ 0 w 1005862"/>
                <a:gd name="connsiteY7" fmla="*/ 264836 h 264836"/>
                <a:gd name="connsiteX8" fmla="*/ 396767 w 1005862"/>
                <a:gd name="connsiteY8" fmla="*/ 2696 h 264836"/>
                <a:gd name="connsiteX9" fmla="*/ 433398 w 1005862"/>
                <a:gd name="connsiteY9" fmla="*/ 484 h 264836"/>
                <a:gd name="connsiteX10" fmla="*/ 433398 w 1005862"/>
                <a:gd name="connsiteY10" fmla="*/ 34411 h 264836"/>
                <a:gd name="connsiteX11" fmla="*/ 404377 w 1005862"/>
                <a:gd name="connsiteY11" fmla="*/ 36040 h 264836"/>
                <a:gd name="connsiteX12" fmla="*/ 34157 w 1005862"/>
                <a:gd name="connsiteY12" fmla="*/ 264836 h 264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05862" h="264836">
                  <a:moveTo>
                    <a:pt x="971564" y="241262"/>
                  </a:moveTo>
                  <a:cubicBezTo>
                    <a:pt x="950111" y="135685"/>
                    <a:pt x="790128" y="52549"/>
                    <a:pt x="587386" y="34435"/>
                  </a:cubicBezTo>
                  <a:lnTo>
                    <a:pt x="574712" y="33915"/>
                  </a:lnTo>
                  <a:lnTo>
                    <a:pt x="574712" y="0"/>
                  </a:lnTo>
                  <a:lnTo>
                    <a:pt x="593509" y="820"/>
                  </a:lnTo>
                  <a:cubicBezTo>
                    <a:pt x="812075" y="21695"/>
                    <a:pt x="984191" y="117823"/>
                    <a:pt x="1005862" y="239533"/>
                  </a:cubicBezTo>
                  <a:close/>
                  <a:moveTo>
                    <a:pt x="34157" y="264836"/>
                  </a:moveTo>
                  <a:lnTo>
                    <a:pt x="0" y="264836"/>
                  </a:lnTo>
                  <a:cubicBezTo>
                    <a:pt x="0" y="136439"/>
                    <a:pt x="169644" y="28894"/>
                    <a:pt x="396767" y="2696"/>
                  </a:cubicBezTo>
                  <a:lnTo>
                    <a:pt x="433398" y="484"/>
                  </a:lnTo>
                  <a:lnTo>
                    <a:pt x="433398" y="34411"/>
                  </a:lnTo>
                  <a:lnTo>
                    <a:pt x="404377" y="36040"/>
                  </a:lnTo>
                  <a:cubicBezTo>
                    <a:pt x="192492" y="58836"/>
                    <a:pt x="34157" y="152721"/>
                    <a:pt x="34157" y="264836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13" name="Freeform: Shape 614">
              <a:extLst>
                <a:ext uri="{FF2B5EF4-FFF2-40B4-BE49-F238E27FC236}">
                  <a16:creationId xmlns:a16="http://schemas.microsoft.com/office/drawing/2014/main" id="{76B2D798-F7FC-45B9-5D9E-454118C09858}"/>
                </a:ext>
              </a:extLst>
            </p:cNvPr>
            <p:cNvSpPr/>
            <p:nvPr/>
          </p:nvSpPr>
          <p:spPr>
            <a:xfrm>
              <a:off x="6518512" y="2297659"/>
              <a:ext cx="420452" cy="111090"/>
            </a:xfrm>
            <a:custGeom>
              <a:avLst/>
              <a:gdLst>
                <a:gd name="connsiteX0" fmla="*/ 30163 w 378525"/>
                <a:gd name="connsiteY0" fmla="*/ 0 h 100012"/>
                <a:gd name="connsiteX1" fmla="*/ 348362 w 378525"/>
                <a:gd name="connsiteY1" fmla="*/ 0 h 100012"/>
                <a:gd name="connsiteX2" fmla="*/ 378525 w 378525"/>
                <a:gd name="connsiteY2" fmla="*/ 30163 h 100012"/>
                <a:gd name="connsiteX3" fmla="*/ 378525 w 378525"/>
                <a:gd name="connsiteY3" fmla="*/ 100012 h 100012"/>
                <a:gd name="connsiteX4" fmla="*/ 351983 w 378525"/>
                <a:gd name="connsiteY4" fmla="*/ 100012 h 100012"/>
                <a:gd name="connsiteX5" fmla="*/ 351983 w 378525"/>
                <a:gd name="connsiteY5" fmla="*/ 44797 h 100012"/>
                <a:gd name="connsiteX6" fmla="*/ 329137 w 378525"/>
                <a:gd name="connsiteY6" fmla="*/ 21951 h 100012"/>
                <a:gd name="connsiteX7" fmla="*/ 49387 w 378525"/>
                <a:gd name="connsiteY7" fmla="*/ 21951 h 100012"/>
                <a:gd name="connsiteX8" fmla="*/ 26541 w 378525"/>
                <a:gd name="connsiteY8" fmla="*/ 44797 h 100012"/>
                <a:gd name="connsiteX9" fmla="*/ 26541 w 378525"/>
                <a:gd name="connsiteY9" fmla="*/ 100012 h 100012"/>
                <a:gd name="connsiteX10" fmla="*/ 0 w 378525"/>
                <a:gd name="connsiteY10" fmla="*/ 100012 h 100012"/>
                <a:gd name="connsiteX11" fmla="*/ 0 w 378525"/>
                <a:gd name="connsiteY11" fmla="*/ 30163 h 100012"/>
                <a:gd name="connsiteX12" fmla="*/ 30163 w 378525"/>
                <a:gd name="connsiteY12" fmla="*/ 0 h 10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78525" h="100012">
                  <a:moveTo>
                    <a:pt x="30163" y="0"/>
                  </a:moveTo>
                  <a:lnTo>
                    <a:pt x="348362" y="0"/>
                  </a:lnTo>
                  <a:cubicBezTo>
                    <a:pt x="365021" y="0"/>
                    <a:pt x="378525" y="13504"/>
                    <a:pt x="378525" y="30163"/>
                  </a:cubicBezTo>
                  <a:lnTo>
                    <a:pt x="378525" y="100012"/>
                  </a:lnTo>
                  <a:lnTo>
                    <a:pt x="351983" y="100012"/>
                  </a:lnTo>
                  <a:lnTo>
                    <a:pt x="351983" y="44797"/>
                  </a:lnTo>
                  <a:cubicBezTo>
                    <a:pt x="351983" y="32180"/>
                    <a:pt x="341754" y="21951"/>
                    <a:pt x="329137" y="21951"/>
                  </a:cubicBezTo>
                  <a:lnTo>
                    <a:pt x="49387" y="21951"/>
                  </a:lnTo>
                  <a:cubicBezTo>
                    <a:pt x="36770" y="21951"/>
                    <a:pt x="26541" y="32180"/>
                    <a:pt x="26541" y="44797"/>
                  </a:cubicBezTo>
                  <a:lnTo>
                    <a:pt x="26541" y="100012"/>
                  </a:lnTo>
                  <a:lnTo>
                    <a:pt x="0" y="100012"/>
                  </a:lnTo>
                  <a:lnTo>
                    <a:pt x="0" y="30163"/>
                  </a:lnTo>
                  <a:cubicBezTo>
                    <a:pt x="0" y="13504"/>
                    <a:pt x="13504" y="0"/>
                    <a:pt x="3016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4" name="Freeform: Shape 615">
              <a:extLst>
                <a:ext uri="{FF2B5EF4-FFF2-40B4-BE49-F238E27FC236}">
                  <a16:creationId xmlns:a16="http://schemas.microsoft.com/office/drawing/2014/main" id="{CB56B472-CB70-D8E2-F4C1-D413A6599B24}"/>
                </a:ext>
              </a:extLst>
            </p:cNvPr>
            <p:cNvSpPr/>
            <p:nvPr/>
          </p:nvSpPr>
          <p:spPr>
            <a:xfrm rot="10800000">
              <a:off x="6636384" y="2725162"/>
              <a:ext cx="167788" cy="176568"/>
            </a:xfrm>
            <a:custGeom>
              <a:avLst/>
              <a:gdLst>
                <a:gd name="connsiteX0" fmla="*/ 120160 w 141314"/>
                <a:gd name="connsiteY0" fmla="*/ 125406 h 148709"/>
                <a:gd name="connsiteX1" fmla="*/ 120160 w 141314"/>
                <a:gd name="connsiteY1" fmla="*/ 70721 h 148709"/>
                <a:gd name="connsiteX2" fmla="*/ 70657 w 141314"/>
                <a:gd name="connsiteY2" fmla="*/ 21218 h 148709"/>
                <a:gd name="connsiteX3" fmla="*/ 21154 w 141314"/>
                <a:gd name="connsiteY3" fmla="*/ 70721 h 148709"/>
                <a:gd name="connsiteX4" fmla="*/ 21154 w 141314"/>
                <a:gd name="connsiteY4" fmla="*/ 125406 h 148709"/>
                <a:gd name="connsiteX5" fmla="*/ 141314 w 141314"/>
                <a:gd name="connsiteY5" fmla="*/ 148709 h 148709"/>
                <a:gd name="connsiteX6" fmla="*/ 0 w 141314"/>
                <a:gd name="connsiteY6" fmla="*/ 148709 h 148709"/>
                <a:gd name="connsiteX7" fmla="*/ 0 w 141314"/>
                <a:gd name="connsiteY7" fmla="*/ 70657 h 148709"/>
                <a:gd name="connsiteX8" fmla="*/ 70657 w 141314"/>
                <a:gd name="connsiteY8" fmla="*/ 0 h 148709"/>
                <a:gd name="connsiteX9" fmla="*/ 141314 w 141314"/>
                <a:gd name="connsiteY9" fmla="*/ 70657 h 148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1314" h="148709">
                  <a:moveTo>
                    <a:pt x="120160" y="125406"/>
                  </a:moveTo>
                  <a:lnTo>
                    <a:pt x="120160" y="70721"/>
                  </a:lnTo>
                  <a:cubicBezTo>
                    <a:pt x="120160" y="43381"/>
                    <a:pt x="97997" y="21218"/>
                    <a:pt x="70657" y="21218"/>
                  </a:cubicBezTo>
                  <a:cubicBezTo>
                    <a:pt x="43317" y="21218"/>
                    <a:pt x="21154" y="43381"/>
                    <a:pt x="21154" y="70721"/>
                  </a:cubicBezTo>
                  <a:lnTo>
                    <a:pt x="21154" y="125406"/>
                  </a:lnTo>
                  <a:close/>
                  <a:moveTo>
                    <a:pt x="141314" y="148709"/>
                  </a:moveTo>
                  <a:lnTo>
                    <a:pt x="0" y="148709"/>
                  </a:lnTo>
                  <a:lnTo>
                    <a:pt x="0" y="70657"/>
                  </a:lnTo>
                  <a:cubicBezTo>
                    <a:pt x="0" y="31634"/>
                    <a:pt x="31634" y="0"/>
                    <a:pt x="70657" y="0"/>
                  </a:cubicBezTo>
                  <a:cubicBezTo>
                    <a:pt x="109680" y="0"/>
                    <a:pt x="141314" y="31634"/>
                    <a:pt x="141314" y="7065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415" name="Group 414">
            <a:extLst>
              <a:ext uri="{FF2B5EF4-FFF2-40B4-BE49-F238E27FC236}">
                <a16:creationId xmlns:a16="http://schemas.microsoft.com/office/drawing/2014/main" id="{CEFCF744-E869-04F0-E002-DB78CF16695F}"/>
              </a:ext>
            </a:extLst>
          </p:cNvPr>
          <p:cNvGrpSpPr/>
          <p:nvPr/>
        </p:nvGrpSpPr>
        <p:grpSpPr>
          <a:xfrm>
            <a:off x="9799387" y="1228176"/>
            <a:ext cx="885809" cy="1102161"/>
            <a:chOff x="3365065" y="1657458"/>
            <a:chExt cx="591647" cy="736152"/>
          </a:xfrm>
          <a:solidFill>
            <a:schemeClr val="tx1"/>
          </a:solidFill>
        </p:grpSpPr>
        <p:grpSp>
          <p:nvGrpSpPr>
            <p:cNvPr id="416" name="Group 415">
              <a:extLst>
                <a:ext uri="{FF2B5EF4-FFF2-40B4-BE49-F238E27FC236}">
                  <a16:creationId xmlns:a16="http://schemas.microsoft.com/office/drawing/2014/main" id="{A740469A-E1D7-8059-0C50-90E8E2009AD0}"/>
                </a:ext>
              </a:extLst>
            </p:cNvPr>
            <p:cNvGrpSpPr/>
            <p:nvPr/>
          </p:nvGrpSpPr>
          <p:grpSpPr>
            <a:xfrm>
              <a:off x="3549610" y="1658009"/>
              <a:ext cx="222672" cy="735601"/>
              <a:chOff x="8012462" y="4487596"/>
              <a:chExt cx="222672" cy="735601"/>
            </a:xfrm>
            <a:grpFill/>
          </p:grpSpPr>
          <p:sp>
            <p:nvSpPr>
              <p:cNvPr id="444" name="Rectangle 443">
                <a:extLst>
                  <a:ext uri="{FF2B5EF4-FFF2-40B4-BE49-F238E27FC236}">
                    <a16:creationId xmlns:a16="http://schemas.microsoft.com/office/drawing/2014/main" id="{5468170C-1DDA-8E9E-2BC8-83D3C3484489}"/>
                  </a:ext>
                </a:extLst>
              </p:cNvPr>
              <p:cNvSpPr/>
              <p:nvPr/>
            </p:nvSpPr>
            <p:spPr>
              <a:xfrm rot="16200000" flipV="1">
                <a:off x="7804533" y="4965084"/>
                <a:ext cx="457200" cy="365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5" name="Rectangle 444">
                <a:extLst>
                  <a:ext uri="{FF2B5EF4-FFF2-40B4-BE49-F238E27FC236}">
                    <a16:creationId xmlns:a16="http://schemas.microsoft.com/office/drawing/2014/main" id="{4B1EBBC1-146E-9435-D00D-DC3906C9E35E}"/>
                  </a:ext>
                </a:extLst>
              </p:cNvPr>
              <p:cNvSpPr/>
              <p:nvPr/>
            </p:nvSpPr>
            <p:spPr>
              <a:xfrm rot="16200000" flipV="1">
                <a:off x="7851359" y="4835341"/>
                <a:ext cx="731520" cy="3602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6" name="Rectangle 445">
                <a:extLst>
                  <a:ext uri="{FF2B5EF4-FFF2-40B4-BE49-F238E27FC236}">
                    <a16:creationId xmlns:a16="http://schemas.microsoft.com/office/drawing/2014/main" id="{CF33CB00-A997-FEDE-6E0B-55CE2ACE63F0}"/>
                  </a:ext>
                </a:extLst>
              </p:cNvPr>
              <p:cNvSpPr/>
              <p:nvPr/>
            </p:nvSpPr>
            <p:spPr>
              <a:xfrm rot="10800000" flipV="1">
                <a:off x="8012462" y="5186621"/>
                <a:ext cx="218910" cy="365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7" name="Rectangle 446">
                <a:extLst>
                  <a:ext uri="{FF2B5EF4-FFF2-40B4-BE49-F238E27FC236}">
                    <a16:creationId xmlns:a16="http://schemas.microsoft.com/office/drawing/2014/main" id="{652F972C-95D7-5328-7EEA-9D5BE131E10A}"/>
                  </a:ext>
                </a:extLst>
              </p:cNvPr>
              <p:cNvSpPr/>
              <p:nvPr/>
            </p:nvSpPr>
            <p:spPr>
              <a:xfrm rot="10800000" flipV="1">
                <a:off x="8016224" y="4753803"/>
                <a:ext cx="218910" cy="365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17" name="Group 416">
              <a:extLst>
                <a:ext uri="{FF2B5EF4-FFF2-40B4-BE49-F238E27FC236}">
                  <a16:creationId xmlns:a16="http://schemas.microsoft.com/office/drawing/2014/main" id="{105E4A7D-E59A-9EAF-9E77-14BCFFF57613}"/>
                </a:ext>
              </a:extLst>
            </p:cNvPr>
            <p:cNvGrpSpPr/>
            <p:nvPr/>
          </p:nvGrpSpPr>
          <p:grpSpPr>
            <a:xfrm>
              <a:off x="3365065" y="2089338"/>
              <a:ext cx="222673" cy="304272"/>
              <a:chOff x="8012461" y="4918925"/>
              <a:chExt cx="222673" cy="304272"/>
            </a:xfrm>
            <a:grpFill/>
          </p:grpSpPr>
          <p:sp>
            <p:nvSpPr>
              <p:cNvPr id="440" name="Rectangle 439">
                <a:extLst>
                  <a:ext uri="{FF2B5EF4-FFF2-40B4-BE49-F238E27FC236}">
                    <a16:creationId xmlns:a16="http://schemas.microsoft.com/office/drawing/2014/main" id="{EFB19C0B-CFD3-85D6-9E00-71D993350123}"/>
                  </a:ext>
                </a:extLst>
              </p:cNvPr>
              <p:cNvSpPr/>
              <p:nvPr/>
            </p:nvSpPr>
            <p:spPr>
              <a:xfrm rot="16200000" flipV="1">
                <a:off x="7893592" y="5056524"/>
                <a:ext cx="274320" cy="365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1" name="Rectangle 440">
                <a:extLst>
                  <a:ext uri="{FF2B5EF4-FFF2-40B4-BE49-F238E27FC236}">
                    <a16:creationId xmlns:a16="http://schemas.microsoft.com/office/drawing/2014/main" id="{0BA2AB40-0651-82CB-A187-2E46BE1BED60}"/>
                  </a:ext>
                </a:extLst>
              </p:cNvPr>
              <p:cNvSpPr/>
              <p:nvPr/>
            </p:nvSpPr>
            <p:spPr>
              <a:xfrm rot="16200000" flipV="1">
                <a:off x="8079959" y="5063941"/>
                <a:ext cx="274320" cy="3602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2" name="Rectangle 441">
                <a:extLst>
                  <a:ext uri="{FF2B5EF4-FFF2-40B4-BE49-F238E27FC236}">
                    <a16:creationId xmlns:a16="http://schemas.microsoft.com/office/drawing/2014/main" id="{AEEF9362-4246-D7A8-221F-241F6E949C64}"/>
                  </a:ext>
                </a:extLst>
              </p:cNvPr>
              <p:cNvSpPr/>
              <p:nvPr/>
            </p:nvSpPr>
            <p:spPr>
              <a:xfrm rot="10800000" flipV="1">
                <a:off x="8012462" y="5186621"/>
                <a:ext cx="218910" cy="365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3" name="Rectangle 442">
                <a:extLst>
                  <a:ext uri="{FF2B5EF4-FFF2-40B4-BE49-F238E27FC236}">
                    <a16:creationId xmlns:a16="http://schemas.microsoft.com/office/drawing/2014/main" id="{4644CD8A-0841-A5EA-06A8-CB5640A6C40E}"/>
                  </a:ext>
                </a:extLst>
              </p:cNvPr>
              <p:cNvSpPr/>
              <p:nvPr/>
            </p:nvSpPr>
            <p:spPr>
              <a:xfrm rot="10800000" flipV="1">
                <a:off x="8012461" y="4918925"/>
                <a:ext cx="222673" cy="365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18" name="Group 417">
              <a:extLst>
                <a:ext uri="{FF2B5EF4-FFF2-40B4-BE49-F238E27FC236}">
                  <a16:creationId xmlns:a16="http://schemas.microsoft.com/office/drawing/2014/main" id="{7CEFB476-417D-F402-A705-C5B9AB6D0F2E}"/>
                </a:ext>
              </a:extLst>
            </p:cNvPr>
            <p:cNvGrpSpPr/>
            <p:nvPr/>
          </p:nvGrpSpPr>
          <p:grpSpPr>
            <a:xfrm>
              <a:off x="3734040" y="1657458"/>
              <a:ext cx="222672" cy="736152"/>
              <a:chOff x="8012462" y="4487045"/>
              <a:chExt cx="222672" cy="736152"/>
            </a:xfrm>
            <a:grpFill/>
          </p:grpSpPr>
          <p:sp>
            <p:nvSpPr>
              <p:cNvPr id="436" name="Rectangle 435">
                <a:extLst>
                  <a:ext uri="{FF2B5EF4-FFF2-40B4-BE49-F238E27FC236}">
                    <a16:creationId xmlns:a16="http://schemas.microsoft.com/office/drawing/2014/main" id="{FE9A626E-1045-C6FE-84AC-886481C94046}"/>
                  </a:ext>
                </a:extLst>
              </p:cNvPr>
              <p:cNvSpPr/>
              <p:nvPr/>
            </p:nvSpPr>
            <p:spPr>
              <a:xfrm rot="16200000" flipV="1">
                <a:off x="7802152" y="4965084"/>
                <a:ext cx="457200" cy="365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7" name="Rectangle 436">
                <a:extLst>
                  <a:ext uri="{FF2B5EF4-FFF2-40B4-BE49-F238E27FC236}">
                    <a16:creationId xmlns:a16="http://schemas.microsoft.com/office/drawing/2014/main" id="{0C012E8A-091E-FAEE-1F24-EEC4B54350C0}"/>
                  </a:ext>
                </a:extLst>
              </p:cNvPr>
              <p:cNvSpPr/>
              <p:nvPr/>
            </p:nvSpPr>
            <p:spPr>
              <a:xfrm rot="16200000" flipV="1">
                <a:off x="7851359" y="4835341"/>
                <a:ext cx="731520" cy="3602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8" name="Rectangle 437">
                <a:extLst>
                  <a:ext uri="{FF2B5EF4-FFF2-40B4-BE49-F238E27FC236}">
                    <a16:creationId xmlns:a16="http://schemas.microsoft.com/office/drawing/2014/main" id="{10E67C13-8C48-4CE0-78FC-9063BADAEA01}"/>
                  </a:ext>
                </a:extLst>
              </p:cNvPr>
              <p:cNvSpPr/>
              <p:nvPr/>
            </p:nvSpPr>
            <p:spPr>
              <a:xfrm rot="10800000" flipV="1">
                <a:off x="8016224" y="4487045"/>
                <a:ext cx="218910" cy="365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9" name="Rectangle 438">
                <a:extLst>
                  <a:ext uri="{FF2B5EF4-FFF2-40B4-BE49-F238E27FC236}">
                    <a16:creationId xmlns:a16="http://schemas.microsoft.com/office/drawing/2014/main" id="{3F102E5C-FCDA-07E9-7C5D-5B39C003DBA6}"/>
                  </a:ext>
                </a:extLst>
              </p:cNvPr>
              <p:cNvSpPr/>
              <p:nvPr/>
            </p:nvSpPr>
            <p:spPr>
              <a:xfrm rot="10800000" flipV="1">
                <a:off x="8012462" y="5186621"/>
                <a:ext cx="218910" cy="365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19" name="Rectangle: Rounded Corners 620">
              <a:extLst>
                <a:ext uri="{FF2B5EF4-FFF2-40B4-BE49-F238E27FC236}">
                  <a16:creationId xmlns:a16="http://schemas.microsoft.com/office/drawing/2014/main" id="{B37A9AA7-0E2B-F651-9437-21F81660E531}"/>
                </a:ext>
              </a:extLst>
            </p:cNvPr>
            <p:cNvSpPr/>
            <p:nvPr/>
          </p:nvSpPr>
          <p:spPr>
            <a:xfrm rot="5400000">
              <a:off x="3456505" y="2192963"/>
              <a:ext cx="36029" cy="9144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0" name="Rectangle: Rounded Corners 621">
              <a:extLst>
                <a:ext uri="{FF2B5EF4-FFF2-40B4-BE49-F238E27FC236}">
                  <a16:creationId xmlns:a16="http://schemas.microsoft.com/office/drawing/2014/main" id="{6A34C6B0-9CC8-A906-9205-364C12F80C9A}"/>
                </a:ext>
              </a:extLst>
            </p:cNvPr>
            <p:cNvSpPr/>
            <p:nvPr/>
          </p:nvSpPr>
          <p:spPr>
            <a:xfrm rot="5400000">
              <a:off x="3456505" y="2264862"/>
              <a:ext cx="36029" cy="9144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1" name="Rectangle: Rounded Corners 622">
              <a:extLst>
                <a:ext uri="{FF2B5EF4-FFF2-40B4-BE49-F238E27FC236}">
                  <a16:creationId xmlns:a16="http://schemas.microsoft.com/office/drawing/2014/main" id="{12737DE4-2154-3B5A-290A-8A58D45F5B61}"/>
                </a:ext>
              </a:extLst>
            </p:cNvPr>
            <p:cNvSpPr/>
            <p:nvPr/>
          </p:nvSpPr>
          <p:spPr>
            <a:xfrm rot="5400000">
              <a:off x="3642373" y="2195042"/>
              <a:ext cx="36029" cy="9144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2" name="Rectangle: Rounded Corners 623">
              <a:extLst>
                <a:ext uri="{FF2B5EF4-FFF2-40B4-BE49-F238E27FC236}">
                  <a16:creationId xmlns:a16="http://schemas.microsoft.com/office/drawing/2014/main" id="{3CCCDDC7-33DC-E703-CDE7-0A380DB333C3}"/>
                </a:ext>
              </a:extLst>
            </p:cNvPr>
            <p:cNvSpPr/>
            <p:nvPr/>
          </p:nvSpPr>
          <p:spPr>
            <a:xfrm rot="5400000">
              <a:off x="3642373" y="2266941"/>
              <a:ext cx="36029" cy="9144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3" name="Rectangle: Rounded Corners 624">
              <a:extLst>
                <a:ext uri="{FF2B5EF4-FFF2-40B4-BE49-F238E27FC236}">
                  <a16:creationId xmlns:a16="http://schemas.microsoft.com/office/drawing/2014/main" id="{EA49F7EA-CFA8-35A0-8657-9C158846A7DB}"/>
                </a:ext>
              </a:extLst>
            </p:cNvPr>
            <p:cNvSpPr/>
            <p:nvPr/>
          </p:nvSpPr>
          <p:spPr>
            <a:xfrm rot="5400000">
              <a:off x="3642373" y="2051984"/>
              <a:ext cx="36029" cy="9144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4" name="Rectangle: Rounded Corners 625">
              <a:extLst>
                <a:ext uri="{FF2B5EF4-FFF2-40B4-BE49-F238E27FC236}">
                  <a16:creationId xmlns:a16="http://schemas.microsoft.com/office/drawing/2014/main" id="{DAA3F779-5CD3-39F4-AA90-BB05DADC820E}"/>
                </a:ext>
              </a:extLst>
            </p:cNvPr>
            <p:cNvSpPr/>
            <p:nvPr/>
          </p:nvSpPr>
          <p:spPr>
            <a:xfrm rot="5400000">
              <a:off x="3642373" y="2123883"/>
              <a:ext cx="36029" cy="9144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5" name="Rectangle: Rounded Corners 626">
              <a:extLst>
                <a:ext uri="{FF2B5EF4-FFF2-40B4-BE49-F238E27FC236}">
                  <a16:creationId xmlns:a16="http://schemas.microsoft.com/office/drawing/2014/main" id="{406E4072-B733-E585-7CA6-5C924F1AAF3E}"/>
                </a:ext>
              </a:extLst>
            </p:cNvPr>
            <p:cNvSpPr/>
            <p:nvPr/>
          </p:nvSpPr>
          <p:spPr>
            <a:xfrm rot="5400000">
              <a:off x="3642373" y="1985191"/>
              <a:ext cx="36029" cy="9144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6" name="Rectangle: Rounded Corners 627">
              <a:extLst>
                <a:ext uri="{FF2B5EF4-FFF2-40B4-BE49-F238E27FC236}">
                  <a16:creationId xmlns:a16="http://schemas.microsoft.com/office/drawing/2014/main" id="{A0D1629C-62A1-CFDF-46BC-95C28E11F617}"/>
                </a:ext>
              </a:extLst>
            </p:cNvPr>
            <p:cNvSpPr/>
            <p:nvPr/>
          </p:nvSpPr>
          <p:spPr>
            <a:xfrm rot="5400000">
              <a:off x="3825662" y="2195043"/>
              <a:ext cx="36029" cy="9144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7" name="Rectangle: Rounded Corners 628">
              <a:extLst>
                <a:ext uri="{FF2B5EF4-FFF2-40B4-BE49-F238E27FC236}">
                  <a16:creationId xmlns:a16="http://schemas.microsoft.com/office/drawing/2014/main" id="{CD246C8B-D621-DD25-31BC-78414794873C}"/>
                </a:ext>
              </a:extLst>
            </p:cNvPr>
            <p:cNvSpPr/>
            <p:nvPr/>
          </p:nvSpPr>
          <p:spPr>
            <a:xfrm rot="5400000">
              <a:off x="3825662" y="2266942"/>
              <a:ext cx="36029" cy="9144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8" name="Rectangle: Rounded Corners 629">
              <a:extLst>
                <a:ext uri="{FF2B5EF4-FFF2-40B4-BE49-F238E27FC236}">
                  <a16:creationId xmlns:a16="http://schemas.microsoft.com/office/drawing/2014/main" id="{5C96BED6-F0E6-96A0-C3D1-CFD3B69EDA1F}"/>
                </a:ext>
              </a:extLst>
            </p:cNvPr>
            <p:cNvSpPr/>
            <p:nvPr/>
          </p:nvSpPr>
          <p:spPr>
            <a:xfrm rot="5400000">
              <a:off x="3825662" y="2051985"/>
              <a:ext cx="36029" cy="9144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9" name="Rectangle: Rounded Corners 630">
              <a:extLst>
                <a:ext uri="{FF2B5EF4-FFF2-40B4-BE49-F238E27FC236}">
                  <a16:creationId xmlns:a16="http://schemas.microsoft.com/office/drawing/2014/main" id="{92F82D7D-4948-FA13-0384-2FB532306A2E}"/>
                </a:ext>
              </a:extLst>
            </p:cNvPr>
            <p:cNvSpPr/>
            <p:nvPr/>
          </p:nvSpPr>
          <p:spPr>
            <a:xfrm rot="5400000">
              <a:off x="3825662" y="2123884"/>
              <a:ext cx="36029" cy="9144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0" name="Rectangle: Rounded Corners 631">
              <a:extLst>
                <a:ext uri="{FF2B5EF4-FFF2-40B4-BE49-F238E27FC236}">
                  <a16:creationId xmlns:a16="http://schemas.microsoft.com/office/drawing/2014/main" id="{F1BDABE4-9620-62A1-CEB2-0FD2B969134D}"/>
                </a:ext>
              </a:extLst>
            </p:cNvPr>
            <p:cNvSpPr/>
            <p:nvPr/>
          </p:nvSpPr>
          <p:spPr>
            <a:xfrm rot="5400000">
              <a:off x="3825662" y="1985192"/>
              <a:ext cx="36029" cy="9144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1" name="Rectangle: Rounded Corners 632">
              <a:extLst>
                <a:ext uri="{FF2B5EF4-FFF2-40B4-BE49-F238E27FC236}">
                  <a16:creationId xmlns:a16="http://schemas.microsoft.com/office/drawing/2014/main" id="{13E1BBCF-371D-2B63-2394-A83BBEFA407F}"/>
                </a:ext>
              </a:extLst>
            </p:cNvPr>
            <p:cNvSpPr/>
            <p:nvPr/>
          </p:nvSpPr>
          <p:spPr>
            <a:xfrm rot="5400000">
              <a:off x="3825662" y="1922215"/>
              <a:ext cx="36029" cy="9144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2" name="Rectangle: Rounded Corners 633">
              <a:extLst>
                <a:ext uri="{FF2B5EF4-FFF2-40B4-BE49-F238E27FC236}">
                  <a16:creationId xmlns:a16="http://schemas.microsoft.com/office/drawing/2014/main" id="{F59CC301-B662-EEF5-A6AB-781EE701F38D}"/>
                </a:ext>
              </a:extLst>
            </p:cNvPr>
            <p:cNvSpPr/>
            <p:nvPr/>
          </p:nvSpPr>
          <p:spPr>
            <a:xfrm rot="5400000">
              <a:off x="3825662" y="1779157"/>
              <a:ext cx="36029" cy="9144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3" name="Rectangle: Rounded Corners 634">
              <a:extLst>
                <a:ext uri="{FF2B5EF4-FFF2-40B4-BE49-F238E27FC236}">
                  <a16:creationId xmlns:a16="http://schemas.microsoft.com/office/drawing/2014/main" id="{DF709A6E-4666-695C-0100-92F47BF02B36}"/>
                </a:ext>
              </a:extLst>
            </p:cNvPr>
            <p:cNvSpPr/>
            <p:nvPr/>
          </p:nvSpPr>
          <p:spPr>
            <a:xfrm rot="5400000">
              <a:off x="3825662" y="1851056"/>
              <a:ext cx="36029" cy="9144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4" name="Rectangle: Rounded Corners 635">
              <a:extLst>
                <a:ext uri="{FF2B5EF4-FFF2-40B4-BE49-F238E27FC236}">
                  <a16:creationId xmlns:a16="http://schemas.microsoft.com/office/drawing/2014/main" id="{2699D9CE-A491-1BD5-1AA2-7CB900C0DD30}"/>
                </a:ext>
              </a:extLst>
            </p:cNvPr>
            <p:cNvSpPr/>
            <p:nvPr/>
          </p:nvSpPr>
          <p:spPr>
            <a:xfrm rot="5400000">
              <a:off x="3825662" y="1712364"/>
              <a:ext cx="36029" cy="9144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5" name="Rectangle: Rounded Corners 636">
              <a:extLst>
                <a:ext uri="{FF2B5EF4-FFF2-40B4-BE49-F238E27FC236}">
                  <a16:creationId xmlns:a16="http://schemas.microsoft.com/office/drawing/2014/main" id="{C4662E16-0DE1-1900-C912-82BE4DE7BE25}"/>
                </a:ext>
              </a:extLst>
            </p:cNvPr>
            <p:cNvSpPr/>
            <p:nvPr/>
          </p:nvSpPr>
          <p:spPr>
            <a:xfrm rot="5400000">
              <a:off x="3458330" y="2123884"/>
              <a:ext cx="36029" cy="9144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48" name="Group 447">
            <a:extLst>
              <a:ext uri="{FF2B5EF4-FFF2-40B4-BE49-F238E27FC236}">
                <a16:creationId xmlns:a16="http://schemas.microsoft.com/office/drawing/2014/main" id="{2146E282-998E-32EC-2C3D-3BDA0B7D9591}"/>
              </a:ext>
            </a:extLst>
          </p:cNvPr>
          <p:cNvGrpSpPr/>
          <p:nvPr/>
        </p:nvGrpSpPr>
        <p:grpSpPr>
          <a:xfrm>
            <a:off x="10937153" y="228003"/>
            <a:ext cx="896618" cy="896618"/>
            <a:chOff x="4995674" y="4044712"/>
            <a:chExt cx="848364" cy="848364"/>
          </a:xfrm>
          <a:solidFill>
            <a:schemeClr val="tx1"/>
          </a:solidFill>
        </p:grpSpPr>
        <p:grpSp>
          <p:nvGrpSpPr>
            <p:cNvPr id="449" name="Group 448">
              <a:extLst>
                <a:ext uri="{FF2B5EF4-FFF2-40B4-BE49-F238E27FC236}">
                  <a16:creationId xmlns:a16="http://schemas.microsoft.com/office/drawing/2014/main" id="{6126C086-BC84-5933-01F4-13413AE6C341}"/>
                </a:ext>
              </a:extLst>
            </p:cNvPr>
            <p:cNvGrpSpPr/>
            <p:nvPr/>
          </p:nvGrpSpPr>
          <p:grpSpPr>
            <a:xfrm>
              <a:off x="5011823" y="4060861"/>
              <a:ext cx="816066" cy="816066"/>
              <a:chOff x="3205163" y="1762126"/>
              <a:chExt cx="601662" cy="601662"/>
            </a:xfrm>
            <a:grpFill/>
          </p:grpSpPr>
          <p:sp>
            <p:nvSpPr>
              <p:cNvPr id="454" name="Freeform 176">
                <a:extLst>
                  <a:ext uri="{FF2B5EF4-FFF2-40B4-BE49-F238E27FC236}">
                    <a16:creationId xmlns:a16="http://schemas.microsoft.com/office/drawing/2014/main" id="{C5A54083-9126-D268-0DE2-47027F2B22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4088" y="1762126"/>
                <a:ext cx="23813" cy="73025"/>
              </a:xfrm>
              <a:custGeom>
                <a:avLst/>
                <a:gdLst>
                  <a:gd name="T0" fmla="*/ 15 w 30"/>
                  <a:gd name="T1" fmla="*/ 95 h 95"/>
                  <a:gd name="T2" fmla="*/ 0 w 30"/>
                  <a:gd name="T3" fmla="*/ 80 h 95"/>
                  <a:gd name="T4" fmla="*/ 0 w 30"/>
                  <a:gd name="T5" fmla="*/ 15 h 95"/>
                  <a:gd name="T6" fmla="*/ 15 w 30"/>
                  <a:gd name="T7" fmla="*/ 0 h 95"/>
                  <a:gd name="T8" fmla="*/ 30 w 30"/>
                  <a:gd name="T9" fmla="*/ 15 h 95"/>
                  <a:gd name="T10" fmla="*/ 30 w 30"/>
                  <a:gd name="T11" fmla="*/ 80 h 95"/>
                  <a:gd name="T12" fmla="*/ 15 w 30"/>
                  <a:gd name="T13" fmla="*/ 9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95">
                    <a:moveTo>
                      <a:pt x="15" y="95"/>
                    </a:moveTo>
                    <a:cubicBezTo>
                      <a:pt x="7" y="95"/>
                      <a:pt x="0" y="88"/>
                      <a:pt x="0" y="80"/>
                    </a:cubicBezTo>
                    <a:lnTo>
                      <a:pt x="0" y="15"/>
                    </a:lnTo>
                    <a:cubicBezTo>
                      <a:pt x="0" y="7"/>
                      <a:pt x="7" y="0"/>
                      <a:pt x="15" y="0"/>
                    </a:cubicBezTo>
                    <a:cubicBezTo>
                      <a:pt x="24" y="0"/>
                      <a:pt x="30" y="7"/>
                      <a:pt x="30" y="15"/>
                    </a:cubicBezTo>
                    <a:lnTo>
                      <a:pt x="30" y="80"/>
                    </a:lnTo>
                    <a:cubicBezTo>
                      <a:pt x="30" y="88"/>
                      <a:pt x="24" y="95"/>
                      <a:pt x="15" y="9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55" name="Freeform 177">
                <a:extLst>
                  <a:ext uri="{FF2B5EF4-FFF2-40B4-BE49-F238E27FC236}">
                    <a16:creationId xmlns:a16="http://schemas.microsoft.com/office/drawing/2014/main" id="{31D35BD1-98A4-159D-8BFF-028750ED45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3150" y="1800226"/>
                <a:ext cx="50800" cy="66675"/>
              </a:xfrm>
              <a:custGeom>
                <a:avLst/>
                <a:gdLst>
                  <a:gd name="T0" fmla="*/ 17 w 67"/>
                  <a:gd name="T1" fmla="*/ 88 h 88"/>
                  <a:gd name="T2" fmla="*/ 10 w 67"/>
                  <a:gd name="T3" fmla="*/ 86 h 88"/>
                  <a:gd name="T4" fmla="*/ 4 w 67"/>
                  <a:gd name="T5" fmla="*/ 66 h 88"/>
                  <a:gd name="T6" fmla="*/ 37 w 67"/>
                  <a:gd name="T7" fmla="*/ 9 h 88"/>
                  <a:gd name="T8" fmla="*/ 57 w 67"/>
                  <a:gd name="T9" fmla="*/ 4 h 88"/>
                  <a:gd name="T10" fmla="*/ 63 w 67"/>
                  <a:gd name="T11" fmla="*/ 24 h 88"/>
                  <a:gd name="T12" fmla="*/ 30 w 67"/>
                  <a:gd name="T13" fmla="*/ 81 h 88"/>
                  <a:gd name="T14" fmla="*/ 17 w 67"/>
                  <a:gd name="T15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7" h="88">
                    <a:moveTo>
                      <a:pt x="17" y="88"/>
                    </a:moveTo>
                    <a:cubicBezTo>
                      <a:pt x="15" y="88"/>
                      <a:pt x="12" y="88"/>
                      <a:pt x="10" y="86"/>
                    </a:cubicBezTo>
                    <a:cubicBezTo>
                      <a:pt x="3" y="82"/>
                      <a:pt x="0" y="73"/>
                      <a:pt x="4" y="66"/>
                    </a:cubicBezTo>
                    <a:lnTo>
                      <a:pt x="37" y="9"/>
                    </a:lnTo>
                    <a:cubicBezTo>
                      <a:pt x="41" y="2"/>
                      <a:pt x="50" y="0"/>
                      <a:pt x="57" y="4"/>
                    </a:cubicBezTo>
                    <a:cubicBezTo>
                      <a:pt x="65" y="8"/>
                      <a:pt x="67" y="17"/>
                      <a:pt x="63" y="24"/>
                    </a:cubicBezTo>
                    <a:lnTo>
                      <a:pt x="30" y="81"/>
                    </a:lnTo>
                    <a:cubicBezTo>
                      <a:pt x="28" y="85"/>
                      <a:pt x="23" y="88"/>
                      <a:pt x="17" y="8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56" name="Freeform 178">
                <a:extLst>
                  <a:ext uri="{FF2B5EF4-FFF2-40B4-BE49-F238E27FC236}">
                    <a16:creationId xmlns:a16="http://schemas.microsoft.com/office/drawing/2014/main" id="{90A85988-25E9-C59B-A5BD-E80DF70E85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0463" y="1905001"/>
                <a:ext cx="69850" cy="49213"/>
              </a:xfrm>
              <a:custGeom>
                <a:avLst/>
                <a:gdLst>
                  <a:gd name="T0" fmla="*/ 17 w 91"/>
                  <a:gd name="T1" fmla="*/ 65 h 65"/>
                  <a:gd name="T2" fmla="*/ 4 w 91"/>
                  <a:gd name="T3" fmla="*/ 58 h 65"/>
                  <a:gd name="T4" fmla="*/ 10 w 91"/>
                  <a:gd name="T5" fmla="*/ 37 h 65"/>
                  <a:gd name="T6" fmla="*/ 66 w 91"/>
                  <a:gd name="T7" fmla="*/ 5 h 65"/>
                  <a:gd name="T8" fmla="*/ 87 w 91"/>
                  <a:gd name="T9" fmla="*/ 10 h 65"/>
                  <a:gd name="T10" fmla="*/ 81 w 91"/>
                  <a:gd name="T11" fmla="*/ 31 h 65"/>
                  <a:gd name="T12" fmla="*/ 25 w 91"/>
                  <a:gd name="T13" fmla="*/ 63 h 65"/>
                  <a:gd name="T14" fmla="*/ 17 w 91"/>
                  <a:gd name="T15" fmla="*/ 65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1" h="65">
                    <a:moveTo>
                      <a:pt x="17" y="65"/>
                    </a:moveTo>
                    <a:cubicBezTo>
                      <a:pt x="12" y="65"/>
                      <a:pt x="7" y="62"/>
                      <a:pt x="4" y="58"/>
                    </a:cubicBezTo>
                    <a:cubicBezTo>
                      <a:pt x="0" y="50"/>
                      <a:pt x="3" y="41"/>
                      <a:pt x="10" y="37"/>
                    </a:cubicBezTo>
                    <a:lnTo>
                      <a:pt x="66" y="5"/>
                    </a:lnTo>
                    <a:cubicBezTo>
                      <a:pt x="73" y="0"/>
                      <a:pt x="82" y="3"/>
                      <a:pt x="87" y="10"/>
                    </a:cubicBezTo>
                    <a:cubicBezTo>
                      <a:pt x="91" y="17"/>
                      <a:pt x="88" y="26"/>
                      <a:pt x="81" y="31"/>
                    </a:cubicBezTo>
                    <a:lnTo>
                      <a:pt x="25" y="63"/>
                    </a:lnTo>
                    <a:cubicBezTo>
                      <a:pt x="22" y="64"/>
                      <a:pt x="20" y="65"/>
                      <a:pt x="17" y="65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57" name="Freeform 179">
                <a:extLst>
                  <a:ext uri="{FF2B5EF4-FFF2-40B4-BE49-F238E27FC236}">
                    <a16:creationId xmlns:a16="http://schemas.microsoft.com/office/drawing/2014/main" id="{024D3F47-E70E-0351-2408-42C4C46BFA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3800" y="2051051"/>
                <a:ext cx="73025" cy="23813"/>
              </a:xfrm>
              <a:custGeom>
                <a:avLst/>
                <a:gdLst>
                  <a:gd name="T0" fmla="*/ 80 w 95"/>
                  <a:gd name="T1" fmla="*/ 30 h 30"/>
                  <a:gd name="T2" fmla="*/ 15 w 95"/>
                  <a:gd name="T3" fmla="*/ 30 h 30"/>
                  <a:gd name="T4" fmla="*/ 0 w 95"/>
                  <a:gd name="T5" fmla="*/ 15 h 30"/>
                  <a:gd name="T6" fmla="*/ 15 w 95"/>
                  <a:gd name="T7" fmla="*/ 0 h 30"/>
                  <a:gd name="T8" fmla="*/ 80 w 95"/>
                  <a:gd name="T9" fmla="*/ 0 h 30"/>
                  <a:gd name="T10" fmla="*/ 95 w 95"/>
                  <a:gd name="T11" fmla="*/ 15 h 30"/>
                  <a:gd name="T12" fmla="*/ 80 w 95"/>
                  <a:gd name="T13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5" h="30">
                    <a:moveTo>
                      <a:pt x="80" y="30"/>
                    </a:moveTo>
                    <a:lnTo>
                      <a:pt x="15" y="30"/>
                    </a:lnTo>
                    <a:cubicBezTo>
                      <a:pt x="7" y="30"/>
                      <a:pt x="0" y="23"/>
                      <a:pt x="0" y="15"/>
                    </a:cubicBezTo>
                    <a:cubicBezTo>
                      <a:pt x="0" y="7"/>
                      <a:pt x="7" y="0"/>
                      <a:pt x="15" y="0"/>
                    </a:cubicBezTo>
                    <a:lnTo>
                      <a:pt x="80" y="0"/>
                    </a:lnTo>
                    <a:cubicBezTo>
                      <a:pt x="89" y="0"/>
                      <a:pt x="95" y="7"/>
                      <a:pt x="95" y="15"/>
                    </a:cubicBezTo>
                    <a:cubicBezTo>
                      <a:pt x="95" y="23"/>
                      <a:pt x="89" y="30"/>
                      <a:pt x="8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58" name="Freeform 180">
                <a:extLst>
                  <a:ext uri="{FF2B5EF4-FFF2-40B4-BE49-F238E27FC236}">
                    <a16:creationId xmlns:a16="http://schemas.microsoft.com/office/drawing/2014/main" id="{D49BE67C-27E0-B6A2-534D-86DE29C745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0463" y="2170113"/>
                <a:ext cx="69850" cy="49213"/>
              </a:xfrm>
              <a:custGeom>
                <a:avLst/>
                <a:gdLst>
                  <a:gd name="T0" fmla="*/ 73 w 91"/>
                  <a:gd name="T1" fmla="*/ 65 h 65"/>
                  <a:gd name="T2" fmla="*/ 66 w 91"/>
                  <a:gd name="T3" fmla="*/ 62 h 65"/>
                  <a:gd name="T4" fmla="*/ 10 w 91"/>
                  <a:gd name="T5" fmla="*/ 30 h 65"/>
                  <a:gd name="T6" fmla="*/ 4 w 91"/>
                  <a:gd name="T7" fmla="*/ 9 h 65"/>
                  <a:gd name="T8" fmla="*/ 25 w 91"/>
                  <a:gd name="T9" fmla="*/ 4 h 65"/>
                  <a:gd name="T10" fmla="*/ 81 w 91"/>
                  <a:gd name="T11" fmla="*/ 36 h 65"/>
                  <a:gd name="T12" fmla="*/ 87 w 91"/>
                  <a:gd name="T13" fmla="*/ 57 h 65"/>
                  <a:gd name="T14" fmla="*/ 73 w 91"/>
                  <a:gd name="T15" fmla="*/ 65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1" h="65">
                    <a:moveTo>
                      <a:pt x="73" y="65"/>
                    </a:moveTo>
                    <a:cubicBezTo>
                      <a:pt x="71" y="65"/>
                      <a:pt x="68" y="64"/>
                      <a:pt x="66" y="62"/>
                    </a:cubicBezTo>
                    <a:lnTo>
                      <a:pt x="10" y="30"/>
                    </a:lnTo>
                    <a:cubicBezTo>
                      <a:pt x="3" y="26"/>
                      <a:pt x="0" y="17"/>
                      <a:pt x="4" y="9"/>
                    </a:cubicBezTo>
                    <a:cubicBezTo>
                      <a:pt x="8" y="2"/>
                      <a:pt x="18" y="0"/>
                      <a:pt x="25" y="4"/>
                    </a:cubicBezTo>
                    <a:lnTo>
                      <a:pt x="81" y="36"/>
                    </a:lnTo>
                    <a:cubicBezTo>
                      <a:pt x="88" y="41"/>
                      <a:pt x="91" y="50"/>
                      <a:pt x="87" y="57"/>
                    </a:cubicBezTo>
                    <a:cubicBezTo>
                      <a:pt x="84" y="62"/>
                      <a:pt x="79" y="65"/>
                      <a:pt x="73" y="65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59" name="Freeform 181">
                <a:extLst>
                  <a:ext uri="{FF2B5EF4-FFF2-40B4-BE49-F238E27FC236}">
                    <a16:creationId xmlns:a16="http://schemas.microsoft.com/office/drawing/2014/main" id="{2C3A440D-C717-AD0F-6249-F3F8EEE5D5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3150" y="2257426"/>
                <a:ext cx="50800" cy="66675"/>
              </a:xfrm>
              <a:custGeom>
                <a:avLst/>
                <a:gdLst>
                  <a:gd name="T0" fmla="*/ 50 w 67"/>
                  <a:gd name="T1" fmla="*/ 88 h 88"/>
                  <a:gd name="T2" fmla="*/ 37 w 67"/>
                  <a:gd name="T3" fmla="*/ 81 h 88"/>
                  <a:gd name="T4" fmla="*/ 4 w 67"/>
                  <a:gd name="T5" fmla="*/ 24 h 88"/>
                  <a:gd name="T6" fmla="*/ 10 w 67"/>
                  <a:gd name="T7" fmla="*/ 4 h 88"/>
                  <a:gd name="T8" fmla="*/ 30 w 67"/>
                  <a:gd name="T9" fmla="*/ 9 h 88"/>
                  <a:gd name="T10" fmla="*/ 63 w 67"/>
                  <a:gd name="T11" fmla="*/ 66 h 88"/>
                  <a:gd name="T12" fmla="*/ 57 w 67"/>
                  <a:gd name="T13" fmla="*/ 86 h 88"/>
                  <a:gd name="T14" fmla="*/ 50 w 67"/>
                  <a:gd name="T15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7" h="88">
                    <a:moveTo>
                      <a:pt x="50" y="88"/>
                    </a:moveTo>
                    <a:cubicBezTo>
                      <a:pt x="45" y="88"/>
                      <a:pt x="40" y="85"/>
                      <a:pt x="37" y="81"/>
                    </a:cubicBezTo>
                    <a:lnTo>
                      <a:pt x="4" y="24"/>
                    </a:lnTo>
                    <a:cubicBezTo>
                      <a:pt x="0" y="17"/>
                      <a:pt x="3" y="8"/>
                      <a:pt x="10" y="4"/>
                    </a:cubicBezTo>
                    <a:cubicBezTo>
                      <a:pt x="17" y="0"/>
                      <a:pt x="26" y="2"/>
                      <a:pt x="30" y="9"/>
                    </a:cubicBezTo>
                    <a:lnTo>
                      <a:pt x="63" y="66"/>
                    </a:lnTo>
                    <a:cubicBezTo>
                      <a:pt x="67" y="73"/>
                      <a:pt x="65" y="82"/>
                      <a:pt x="57" y="86"/>
                    </a:cubicBezTo>
                    <a:cubicBezTo>
                      <a:pt x="55" y="88"/>
                      <a:pt x="52" y="88"/>
                      <a:pt x="50" y="8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0" name="Freeform 182">
                <a:extLst>
                  <a:ext uri="{FF2B5EF4-FFF2-40B4-BE49-F238E27FC236}">
                    <a16:creationId xmlns:a16="http://schemas.microsoft.com/office/drawing/2014/main" id="{DD3DB650-AA83-4802-3E19-130258ACD1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4088" y="2290763"/>
                <a:ext cx="23813" cy="73025"/>
              </a:xfrm>
              <a:custGeom>
                <a:avLst/>
                <a:gdLst>
                  <a:gd name="T0" fmla="*/ 15 w 30"/>
                  <a:gd name="T1" fmla="*/ 95 h 95"/>
                  <a:gd name="T2" fmla="*/ 0 w 30"/>
                  <a:gd name="T3" fmla="*/ 80 h 95"/>
                  <a:gd name="T4" fmla="*/ 0 w 30"/>
                  <a:gd name="T5" fmla="*/ 15 h 95"/>
                  <a:gd name="T6" fmla="*/ 15 w 30"/>
                  <a:gd name="T7" fmla="*/ 0 h 95"/>
                  <a:gd name="T8" fmla="*/ 30 w 30"/>
                  <a:gd name="T9" fmla="*/ 15 h 95"/>
                  <a:gd name="T10" fmla="*/ 30 w 30"/>
                  <a:gd name="T11" fmla="*/ 80 h 95"/>
                  <a:gd name="T12" fmla="*/ 15 w 30"/>
                  <a:gd name="T13" fmla="*/ 9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95">
                    <a:moveTo>
                      <a:pt x="15" y="95"/>
                    </a:moveTo>
                    <a:cubicBezTo>
                      <a:pt x="7" y="95"/>
                      <a:pt x="0" y="88"/>
                      <a:pt x="0" y="80"/>
                    </a:cubicBezTo>
                    <a:lnTo>
                      <a:pt x="0" y="15"/>
                    </a:lnTo>
                    <a:cubicBezTo>
                      <a:pt x="0" y="7"/>
                      <a:pt x="7" y="0"/>
                      <a:pt x="15" y="0"/>
                    </a:cubicBezTo>
                    <a:cubicBezTo>
                      <a:pt x="24" y="0"/>
                      <a:pt x="30" y="7"/>
                      <a:pt x="30" y="15"/>
                    </a:cubicBezTo>
                    <a:lnTo>
                      <a:pt x="30" y="80"/>
                    </a:lnTo>
                    <a:cubicBezTo>
                      <a:pt x="30" y="88"/>
                      <a:pt x="24" y="95"/>
                      <a:pt x="15" y="9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1" name="Freeform 183">
                <a:extLst>
                  <a:ext uri="{FF2B5EF4-FFF2-40B4-BE49-F238E27FC236}">
                    <a16:creationId xmlns:a16="http://schemas.microsoft.com/office/drawing/2014/main" id="{8C6CB3D8-9FC4-A2BD-182A-EFB47B7C44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9625" y="2257426"/>
                <a:ext cx="50800" cy="66675"/>
              </a:xfrm>
              <a:custGeom>
                <a:avLst/>
                <a:gdLst>
                  <a:gd name="T0" fmla="*/ 17 w 67"/>
                  <a:gd name="T1" fmla="*/ 88 h 88"/>
                  <a:gd name="T2" fmla="*/ 9 w 67"/>
                  <a:gd name="T3" fmla="*/ 86 h 88"/>
                  <a:gd name="T4" fmla="*/ 4 w 67"/>
                  <a:gd name="T5" fmla="*/ 66 h 88"/>
                  <a:gd name="T6" fmla="*/ 36 w 67"/>
                  <a:gd name="T7" fmla="*/ 9 h 88"/>
                  <a:gd name="T8" fmla="*/ 57 w 67"/>
                  <a:gd name="T9" fmla="*/ 4 h 88"/>
                  <a:gd name="T10" fmla="*/ 62 w 67"/>
                  <a:gd name="T11" fmla="*/ 24 h 88"/>
                  <a:gd name="T12" fmla="*/ 30 w 67"/>
                  <a:gd name="T13" fmla="*/ 81 h 88"/>
                  <a:gd name="T14" fmla="*/ 17 w 67"/>
                  <a:gd name="T15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7" h="88">
                    <a:moveTo>
                      <a:pt x="17" y="88"/>
                    </a:moveTo>
                    <a:cubicBezTo>
                      <a:pt x="14" y="88"/>
                      <a:pt x="12" y="88"/>
                      <a:pt x="9" y="86"/>
                    </a:cubicBezTo>
                    <a:cubicBezTo>
                      <a:pt x="2" y="82"/>
                      <a:pt x="0" y="73"/>
                      <a:pt x="4" y="66"/>
                    </a:cubicBezTo>
                    <a:lnTo>
                      <a:pt x="36" y="9"/>
                    </a:lnTo>
                    <a:cubicBezTo>
                      <a:pt x="41" y="2"/>
                      <a:pt x="50" y="0"/>
                      <a:pt x="57" y="4"/>
                    </a:cubicBezTo>
                    <a:cubicBezTo>
                      <a:pt x="64" y="8"/>
                      <a:pt x="67" y="17"/>
                      <a:pt x="62" y="24"/>
                    </a:cubicBezTo>
                    <a:lnTo>
                      <a:pt x="30" y="81"/>
                    </a:lnTo>
                    <a:cubicBezTo>
                      <a:pt x="27" y="85"/>
                      <a:pt x="22" y="88"/>
                      <a:pt x="17" y="8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2" name="Freeform 184">
                <a:extLst>
                  <a:ext uri="{FF2B5EF4-FFF2-40B4-BE49-F238E27FC236}">
                    <a16:creationId xmlns:a16="http://schemas.microsoft.com/office/drawing/2014/main" id="{93769889-C530-753A-E0EE-55403A982A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3263" y="2170113"/>
                <a:ext cx="69850" cy="49213"/>
              </a:xfrm>
              <a:custGeom>
                <a:avLst/>
                <a:gdLst>
                  <a:gd name="T0" fmla="*/ 17 w 91"/>
                  <a:gd name="T1" fmla="*/ 65 h 65"/>
                  <a:gd name="T2" fmla="*/ 4 w 91"/>
                  <a:gd name="T3" fmla="*/ 57 h 65"/>
                  <a:gd name="T4" fmla="*/ 10 w 91"/>
                  <a:gd name="T5" fmla="*/ 36 h 65"/>
                  <a:gd name="T6" fmla="*/ 66 w 91"/>
                  <a:gd name="T7" fmla="*/ 4 h 65"/>
                  <a:gd name="T8" fmla="*/ 87 w 91"/>
                  <a:gd name="T9" fmla="*/ 9 h 65"/>
                  <a:gd name="T10" fmla="*/ 81 w 91"/>
                  <a:gd name="T11" fmla="*/ 30 h 65"/>
                  <a:gd name="T12" fmla="*/ 25 w 91"/>
                  <a:gd name="T13" fmla="*/ 62 h 65"/>
                  <a:gd name="T14" fmla="*/ 17 w 91"/>
                  <a:gd name="T15" fmla="*/ 65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1" h="65">
                    <a:moveTo>
                      <a:pt x="17" y="65"/>
                    </a:moveTo>
                    <a:cubicBezTo>
                      <a:pt x="12" y="65"/>
                      <a:pt x="7" y="62"/>
                      <a:pt x="4" y="57"/>
                    </a:cubicBezTo>
                    <a:cubicBezTo>
                      <a:pt x="0" y="50"/>
                      <a:pt x="3" y="41"/>
                      <a:pt x="10" y="36"/>
                    </a:cubicBezTo>
                    <a:lnTo>
                      <a:pt x="66" y="4"/>
                    </a:lnTo>
                    <a:cubicBezTo>
                      <a:pt x="73" y="0"/>
                      <a:pt x="82" y="2"/>
                      <a:pt x="87" y="9"/>
                    </a:cubicBezTo>
                    <a:cubicBezTo>
                      <a:pt x="91" y="17"/>
                      <a:pt x="88" y="26"/>
                      <a:pt x="81" y="30"/>
                    </a:cubicBezTo>
                    <a:lnTo>
                      <a:pt x="25" y="62"/>
                    </a:lnTo>
                    <a:cubicBezTo>
                      <a:pt x="22" y="64"/>
                      <a:pt x="20" y="65"/>
                      <a:pt x="17" y="65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3" name="Freeform 185">
                <a:extLst>
                  <a:ext uri="{FF2B5EF4-FFF2-40B4-BE49-F238E27FC236}">
                    <a16:creationId xmlns:a16="http://schemas.microsoft.com/office/drawing/2014/main" id="{64EB941A-91DB-B58D-91D9-7E0D739637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5163" y="2051051"/>
                <a:ext cx="73025" cy="23813"/>
              </a:xfrm>
              <a:custGeom>
                <a:avLst/>
                <a:gdLst>
                  <a:gd name="T0" fmla="*/ 80 w 96"/>
                  <a:gd name="T1" fmla="*/ 30 h 30"/>
                  <a:gd name="T2" fmla="*/ 16 w 96"/>
                  <a:gd name="T3" fmla="*/ 30 h 30"/>
                  <a:gd name="T4" fmla="*/ 0 w 96"/>
                  <a:gd name="T5" fmla="*/ 15 h 30"/>
                  <a:gd name="T6" fmla="*/ 16 w 96"/>
                  <a:gd name="T7" fmla="*/ 0 h 30"/>
                  <a:gd name="T8" fmla="*/ 80 w 96"/>
                  <a:gd name="T9" fmla="*/ 0 h 30"/>
                  <a:gd name="T10" fmla="*/ 96 w 96"/>
                  <a:gd name="T11" fmla="*/ 15 h 30"/>
                  <a:gd name="T12" fmla="*/ 80 w 96"/>
                  <a:gd name="T13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6" h="30">
                    <a:moveTo>
                      <a:pt x="80" y="30"/>
                    </a:moveTo>
                    <a:lnTo>
                      <a:pt x="16" y="30"/>
                    </a:lnTo>
                    <a:cubicBezTo>
                      <a:pt x="7" y="30"/>
                      <a:pt x="0" y="23"/>
                      <a:pt x="0" y="15"/>
                    </a:cubicBezTo>
                    <a:cubicBezTo>
                      <a:pt x="0" y="7"/>
                      <a:pt x="7" y="0"/>
                      <a:pt x="16" y="0"/>
                    </a:cubicBezTo>
                    <a:lnTo>
                      <a:pt x="80" y="0"/>
                    </a:lnTo>
                    <a:cubicBezTo>
                      <a:pt x="89" y="0"/>
                      <a:pt x="96" y="7"/>
                      <a:pt x="96" y="15"/>
                    </a:cubicBezTo>
                    <a:cubicBezTo>
                      <a:pt x="96" y="23"/>
                      <a:pt x="89" y="30"/>
                      <a:pt x="8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4" name="Freeform 186">
                <a:extLst>
                  <a:ext uri="{FF2B5EF4-FFF2-40B4-BE49-F238E27FC236}">
                    <a16:creationId xmlns:a16="http://schemas.microsoft.com/office/drawing/2014/main" id="{D1ADEAD0-CBB7-38E9-93FF-A0DAAD6CA2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3263" y="1905001"/>
                <a:ext cx="69850" cy="49213"/>
              </a:xfrm>
              <a:custGeom>
                <a:avLst/>
                <a:gdLst>
                  <a:gd name="T0" fmla="*/ 73 w 91"/>
                  <a:gd name="T1" fmla="*/ 65 h 65"/>
                  <a:gd name="T2" fmla="*/ 66 w 91"/>
                  <a:gd name="T3" fmla="*/ 63 h 65"/>
                  <a:gd name="T4" fmla="*/ 10 w 91"/>
                  <a:gd name="T5" fmla="*/ 31 h 65"/>
                  <a:gd name="T6" fmla="*/ 4 w 91"/>
                  <a:gd name="T7" fmla="*/ 10 h 65"/>
                  <a:gd name="T8" fmla="*/ 25 w 91"/>
                  <a:gd name="T9" fmla="*/ 5 h 65"/>
                  <a:gd name="T10" fmla="*/ 81 w 91"/>
                  <a:gd name="T11" fmla="*/ 37 h 65"/>
                  <a:gd name="T12" fmla="*/ 87 w 91"/>
                  <a:gd name="T13" fmla="*/ 58 h 65"/>
                  <a:gd name="T14" fmla="*/ 73 w 91"/>
                  <a:gd name="T15" fmla="*/ 65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1" h="65">
                    <a:moveTo>
                      <a:pt x="73" y="65"/>
                    </a:moveTo>
                    <a:cubicBezTo>
                      <a:pt x="71" y="65"/>
                      <a:pt x="68" y="64"/>
                      <a:pt x="66" y="63"/>
                    </a:cubicBezTo>
                    <a:lnTo>
                      <a:pt x="10" y="31"/>
                    </a:lnTo>
                    <a:cubicBezTo>
                      <a:pt x="3" y="26"/>
                      <a:pt x="0" y="17"/>
                      <a:pt x="4" y="10"/>
                    </a:cubicBezTo>
                    <a:cubicBezTo>
                      <a:pt x="8" y="3"/>
                      <a:pt x="18" y="0"/>
                      <a:pt x="25" y="5"/>
                    </a:cubicBezTo>
                    <a:lnTo>
                      <a:pt x="81" y="37"/>
                    </a:lnTo>
                    <a:cubicBezTo>
                      <a:pt x="88" y="41"/>
                      <a:pt x="91" y="50"/>
                      <a:pt x="87" y="58"/>
                    </a:cubicBezTo>
                    <a:cubicBezTo>
                      <a:pt x="84" y="62"/>
                      <a:pt x="79" y="65"/>
                      <a:pt x="73" y="6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5" name="Freeform 187">
                <a:extLst>
                  <a:ext uri="{FF2B5EF4-FFF2-40B4-BE49-F238E27FC236}">
                    <a16:creationId xmlns:a16="http://schemas.microsoft.com/office/drawing/2014/main" id="{04A49D7B-29C3-9699-C1A8-10BCFA803B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9625" y="1800226"/>
                <a:ext cx="50800" cy="66675"/>
              </a:xfrm>
              <a:custGeom>
                <a:avLst/>
                <a:gdLst>
                  <a:gd name="T0" fmla="*/ 49 w 67"/>
                  <a:gd name="T1" fmla="*/ 88 h 88"/>
                  <a:gd name="T2" fmla="*/ 36 w 67"/>
                  <a:gd name="T3" fmla="*/ 81 h 88"/>
                  <a:gd name="T4" fmla="*/ 4 w 67"/>
                  <a:gd name="T5" fmla="*/ 24 h 88"/>
                  <a:gd name="T6" fmla="*/ 9 w 67"/>
                  <a:gd name="T7" fmla="*/ 4 h 88"/>
                  <a:gd name="T8" fmla="*/ 30 w 67"/>
                  <a:gd name="T9" fmla="*/ 9 h 88"/>
                  <a:gd name="T10" fmla="*/ 62 w 67"/>
                  <a:gd name="T11" fmla="*/ 66 h 88"/>
                  <a:gd name="T12" fmla="*/ 57 w 67"/>
                  <a:gd name="T13" fmla="*/ 86 h 88"/>
                  <a:gd name="T14" fmla="*/ 49 w 67"/>
                  <a:gd name="T15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7" h="88">
                    <a:moveTo>
                      <a:pt x="49" y="88"/>
                    </a:moveTo>
                    <a:cubicBezTo>
                      <a:pt x="44" y="88"/>
                      <a:pt x="39" y="85"/>
                      <a:pt x="36" y="81"/>
                    </a:cubicBezTo>
                    <a:lnTo>
                      <a:pt x="4" y="24"/>
                    </a:lnTo>
                    <a:cubicBezTo>
                      <a:pt x="0" y="17"/>
                      <a:pt x="2" y="8"/>
                      <a:pt x="9" y="4"/>
                    </a:cubicBezTo>
                    <a:cubicBezTo>
                      <a:pt x="17" y="0"/>
                      <a:pt x="26" y="2"/>
                      <a:pt x="30" y="9"/>
                    </a:cubicBezTo>
                    <a:lnTo>
                      <a:pt x="62" y="66"/>
                    </a:lnTo>
                    <a:cubicBezTo>
                      <a:pt x="67" y="73"/>
                      <a:pt x="64" y="82"/>
                      <a:pt x="57" y="86"/>
                    </a:cubicBezTo>
                    <a:cubicBezTo>
                      <a:pt x="55" y="88"/>
                      <a:pt x="52" y="88"/>
                      <a:pt x="49" y="8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450" name="Circle: Hollow 134">
              <a:extLst>
                <a:ext uri="{FF2B5EF4-FFF2-40B4-BE49-F238E27FC236}">
                  <a16:creationId xmlns:a16="http://schemas.microsoft.com/office/drawing/2014/main" id="{6EA6E8C7-6B6E-493B-5A34-E0E0A48B9AEB}"/>
                </a:ext>
              </a:extLst>
            </p:cNvPr>
            <p:cNvSpPr/>
            <p:nvPr/>
          </p:nvSpPr>
          <p:spPr>
            <a:xfrm>
              <a:off x="4995674" y="4044712"/>
              <a:ext cx="848364" cy="848364"/>
            </a:xfrm>
            <a:prstGeom prst="donut">
              <a:avLst>
                <a:gd name="adj" fmla="val 394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51" name="Circle: Hollow 135">
              <a:extLst>
                <a:ext uri="{FF2B5EF4-FFF2-40B4-BE49-F238E27FC236}">
                  <a16:creationId xmlns:a16="http://schemas.microsoft.com/office/drawing/2014/main" id="{845FA45A-02E4-7010-A937-FC91EF76D222}"/>
                </a:ext>
              </a:extLst>
            </p:cNvPr>
            <p:cNvSpPr/>
            <p:nvPr/>
          </p:nvSpPr>
          <p:spPr>
            <a:xfrm>
              <a:off x="5348489" y="4397528"/>
              <a:ext cx="142736" cy="142734"/>
            </a:xfrm>
            <a:prstGeom prst="donut">
              <a:avLst>
                <a:gd name="adj" fmla="val 22633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52" name="Rectangle: Top Corners Rounded 136">
              <a:extLst>
                <a:ext uri="{FF2B5EF4-FFF2-40B4-BE49-F238E27FC236}">
                  <a16:creationId xmlns:a16="http://schemas.microsoft.com/office/drawing/2014/main" id="{4D92D6C9-0DC8-E73B-2D70-6280BC545885}"/>
                </a:ext>
              </a:extLst>
            </p:cNvPr>
            <p:cNvSpPr/>
            <p:nvPr/>
          </p:nvSpPr>
          <p:spPr>
            <a:xfrm rot="14339270">
              <a:off x="5285405" y="4456369"/>
              <a:ext cx="36576" cy="173654"/>
            </a:xfrm>
            <a:prstGeom prst="round2SameRect">
              <a:avLst>
                <a:gd name="adj1" fmla="val 50000"/>
                <a:gd name="adj2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3" name="Rectangle: Top Corners Rounded 137">
              <a:extLst>
                <a:ext uri="{FF2B5EF4-FFF2-40B4-BE49-F238E27FC236}">
                  <a16:creationId xmlns:a16="http://schemas.microsoft.com/office/drawing/2014/main" id="{E41A430C-43BF-05AD-4889-42F0FFC89768}"/>
                </a:ext>
              </a:extLst>
            </p:cNvPr>
            <p:cNvSpPr/>
            <p:nvPr/>
          </p:nvSpPr>
          <p:spPr>
            <a:xfrm>
              <a:off x="5400584" y="4207394"/>
              <a:ext cx="36576" cy="204418"/>
            </a:xfrm>
            <a:prstGeom prst="round2SameRect">
              <a:avLst>
                <a:gd name="adj1" fmla="val 50000"/>
                <a:gd name="adj2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66" name="Group 465">
            <a:extLst>
              <a:ext uri="{FF2B5EF4-FFF2-40B4-BE49-F238E27FC236}">
                <a16:creationId xmlns:a16="http://schemas.microsoft.com/office/drawing/2014/main" id="{FCAD2BC4-1826-190F-2267-CBD8827F1B9D}"/>
              </a:ext>
            </a:extLst>
          </p:cNvPr>
          <p:cNvGrpSpPr/>
          <p:nvPr/>
        </p:nvGrpSpPr>
        <p:grpSpPr>
          <a:xfrm>
            <a:off x="10097899" y="4815160"/>
            <a:ext cx="598449" cy="634986"/>
            <a:chOff x="7736538" y="4444713"/>
            <a:chExt cx="751544" cy="751544"/>
          </a:xfrm>
          <a:solidFill>
            <a:schemeClr val="tx1"/>
          </a:solidFill>
        </p:grpSpPr>
        <p:sp>
          <p:nvSpPr>
            <p:cNvPr id="467" name="Freeform 293">
              <a:extLst>
                <a:ext uri="{FF2B5EF4-FFF2-40B4-BE49-F238E27FC236}">
                  <a16:creationId xmlns:a16="http://schemas.microsoft.com/office/drawing/2014/main" id="{D8807F92-B986-A1DB-6276-06BE907FDA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36538" y="4444713"/>
              <a:ext cx="751544" cy="751544"/>
            </a:xfrm>
            <a:custGeom>
              <a:avLst/>
              <a:gdLst>
                <a:gd name="T0" fmla="*/ 241 w 747"/>
                <a:gd name="T1" fmla="*/ 619 h 747"/>
                <a:gd name="T2" fmla="*/ 303 w 747"/>
                <a:gd name="T3" fmla="*/ 652 h 747"/>
                <a:gd name="T4" fmla="*/ 329 w 747"/>
                <a:gd name="T5" fmla="*/ 723 h 747"/>
                <a:gd name="T6" fmla="*/ 444 w 747"/>
                <a:gd name="T7" fmla="*/ 697 h 747"/>
                <a:gd name="T8" fmla="*/ 453 w 747"/>
                <a:gd name="T9" fmla="*/ 641 h 747"/>
                <a:gd name="T10" fmla="*/ 521 w 747"/>
                <a:gd name="T11" fmla="*/ 621 h 747"/>
                <a:gd name="T12" fmla="*/ 589 w 747"/>
                <a:gd name="T13" fmla="*/ 652 h 747"/>
                <a:gd name="T14" fmla="*/ 660 w 747"/>
                <a:gd name="T15" fmla="*/ 571 h 747"/>
                <a:gd name="T16" fmla="*/ 621 w 747"/>
                <a:gd name="T17" fmla="*/ 521 h 747"/>
                <a:gd name="T18" fmla="*/ 641 w 747"/>
                <a:gd name="T19" fmla="*/ 453 h 747"/>
                <a:gd name="T20" fmla="*/ 697 w 747"/>
                <a:gd name="T21" fmla="*/ 444 h 747"/>
                <a:gd name="T22" fmla="*/ 723 w 747"/>
                <a:gd name="T23" fmla="*/ 329 h 747"/>
                <a:gd name="T24" fmla="*/ 652 w 747"/>
                <a:gd name="T25" fmla="*/ 303 h 747"/>
                <a:gd name="T26" fmla="*/ 619 w 747"/>
                <a:gd name="T27" fmla="*/ 241 h 747"/>
                <a:gd name="T28" fmla="*/ 652 w 747"/>
                <a:gd name="T29" fmla="*/ 195 h 747"/>
                <a:gd name="T30" fmla="*/ 589 w 747"/>
                <a:gd name="T31" fmla="*/ 95 h 747"/>
                <a:gd name="T32" fmla="*/ 521 w 747"/>
                <a:gd name="T33" fmla="*/ 126 h 747"/>
                <a:gd name="T34" fmla="*/ 453 w 747"/>
                <a:gd name="T35" fmla="*/ 106 h 747"/>
                <a:gd name="T36" fmla="*/ 444 w 747"/>
                <a:gd name="T37" fmla="*/ 50 h 747"/>
                <a:gd name="T38" fmla="*/ 329 w 747"/>
                <a:gd name="T39" fmla="*/ 24 h 747"/>
                <a:gd name="T40" fmla="*/ 303 w 747"/>
                <a:gd name="T41" fmla="*/ 95 h 747"/>
                <a:gd name="T42" fmla="*/ 241 w 747"/>
                <a:gd name="T43" fmla="*/ 128 h 747"/>
                <a:gd name="T44" fmla="*/ 195 w 747"/>
                <a:gd name="T45" fmla="*/ 95 h 747"/>
                <a:gd name="T46" fmla="*/ 95 w 747"/>
                <a:gd name="T47" fmla="*/ 157 h 747"/>
                <a:gd name="T48" fmla="*/ 126 w 747"/>
                <a:gd name="T49" fmla="*/ 226 h 747"/>
                <a:gd name="T50" fmla="*/ 106 w 747"/>
                <a:gd name="T51" fmla="*/ 294 h 747"/>
                <a:gd name="T52" fmla="*/ 50 w 747"/>
                <a:gd name="T53" fmla="*/ 303 h 747"/>
                <a:gd name="T54" fmla="*/ 24 w 747"/>
                <a:gd name="T55" fmla="*/ 418 h 747"/>
                <a:gd name="T56" fmla="*/ 95 w 747"/>
                <a:gd name="T57" fmla="*/ 444 h 747"/>
                <a:gd name="T58" fmla="*/ 128 w 747"/>
                <a:gd name="T59" fmla="*/ 506 h 747"/>
                <a:gd name="T60" fmla="*/ 95 w 747"/>
                <a:gd name="T61" fmla="*/ 552 h 747"/>
                <a:gd name="T62" fmla="*/ 95 w 747"/>
                <a:gd name="T63" fmla="*/ 590 h 747"/>
                <a:gd name="T64" fmla="*/ 195 w 747"/>
                <a:gd name="T65" fmla="*/ 652 h 747"/>
                <a:gd name="T66" fmla="*/ 235 w 747"/>
                <a:gd name="T67" fmla="*/ 617 h 747"/>
                <a:gd name="T68" fmla="*/ 329 w 747"/>
                <a:gd name="T69" fmla="*/ 747 h 747"/>
                <a:gd name="T70" fmla="*/ 279 w 747"/>
                <a:gd name="T71" fmla="*/ 661 h 747"/>
                <a:gd name="T72" fmla="*/ 212 w 747"/>
                <a:gd name="T73" fmla="*/ 669 h 747"/>
                <a:gd name="T74" fmla="*/ 78 w 747"/>
                <a:gd name="T75" fmla="*/ 607 h 747"/>
                <a:gd name="T76" fmla="*/ 78 w 747"/>
                <a:gd name="T77" fmla="*/ 535 h 747"/>
                <a:gd name="T78" fmla="*/ 86 w 747"/>
                <a:gd name="T79" fmla="*/ 468 h 747"/>
                <a:gd name="T80" fmla="*/ 0 w 747"/>
                <a:gd name="T81" fmla="*/ 418 h 747"/>
                <a:gd name="T82" fmla="*/ 50 w 747"/>
                <a:gd name="T83" fmla="*/ 279 h 747"/>
                <a:gd name="T84" fmla="*/ 103 w 747"/>
                <a:gd name="T85" fmla="*/ 237 h 747"/>
                <a:gd name="T86" fmla="*/ 63 w 747"/>
                <a:gd name="T87" fmla="*/ 176 h 747"/>
                <a:gd name="T88" fmla="*/ 140 w 747"/>
                <a:gd name="T89" fmla="*/ 78 h 747"/>
                <a:gd name="T90" fmla="*/ 212 w 747"/>
                <a:gd name="T91" fmla="*/ 78 h 747"/>
                <a:gd name="T92" fmla="*/ 279 w 747"/>
                <a:gd name="T93" fmla="*/ 86 h 747"/>
                <a:gd name="T94" fmla="*/ 329 w 747"/>
                <a:gd name="T95" fmla="*/ 0 h 747"/>
                <a:gd name="T96" fmla="*/ 468 w 747"/>
                <a:gd name="T97" fmla="*/ 50 h 747"/>
                <a:gd name="T98" fmla="*/ 510 w 747"/>
                <a:gd name="T99" fmla="*/ 103 h 747"/>
                <a:gd name="T100" fmla="*/ 607 w 747"/>
                <a:gd name="T101" fmla="*/ 78 h 747"/>
                <a:gd name="T102" fmla="*/ 669 w 747"/>
                <a:gd name="T103" fmla="*/ 212 h 747"/>
                <a:gd name="T104" fmla="*/ 661 w 747"/>
                <a:gd name="T105" fmla="*/ 279 h 747"/>
                <a:gd name="T106" fmla="*/ 747 w 747"/>
                <a:gd name="T107" fmla="*/ 329 h 747"/>
                <a:gd name="T108" fmla="*/ 697 w 747"/>
                <a:gd name="T109" fmla="*/ 468 h 747"/>
                <a:gd name="T110" fmla="*/ 644 w 747"/>
                <a:gd name="T111" fmla="*/ 510 h 747"/>
                <a:gd name="T112" fmla="*/ 684 w 747"/>
                <a:gd name="T113" fmla="*/ 571 h 747"/>
                <a:gd name="T114" fmla="*/ 607 w 747"/>
                <a:gd name="T115" fmla="*/ 669 h 747"/>
                <a:gd name="T116" fmla="*/ 510 w 747"/>
                <a:gd name="T117" fmla="*/ 644 h 747"/>
                <a:gd name="T118" fmla="*/ 468 w 747"/>
                <a:gd name="T119" fmla="*/ 697 h 7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47" h="747">
                  <a:moveTo>
                    <a:pt x="235" y="617"/>
                  </a:moveTo>
                  <a:cubicBezTo>
                    <a:pt x="237" y="617"/>
                    <a:pt x="239" y="618"/>
                    <a:pt x="241" y="619"/>
                  </a:cubicBezTo>
                  <a:cubicBezTo>
                    <a:pt x="257" y="628"/>
                    <a:pt x="275" y="635"/>
                    <a:pt x="294" y="641"/>
                  </a:cubicBezTo>
                  <a:cubicBezTo>
                    <a:pt x="299" y="642"/>
                    <a:pt x="303" y="647"/>
                    <a:pt x="303" y="652"/>
                  </a:cubicBezTo>
                  <a:lnTo>
                    <a:pt x="303" y="697"/>
                  </a:lnTo>
                  <a:cubicBezTo>
                    <a:pt x="303" y="711"/>
                    <a:pt x="315" y="723"/>
                    <a:pt x="329" y="723"/>
                  </a:cubicBezTo>
                  <a:lnTo>
                    <a:pt x="418" y="723"/>
                  </a:lnTo>
                  <a:cubicBezTo>
                    <a:pt x="432" y="723"/>
                    <a:pt x="444" y="711"/>
                    <a:pt x="444" y="697"/>
                  </a:cubicBezTo>
                  <a:lnTo>
                    <a:pt x="444" y="652"/>
                  </a:lnTo>
                  <a:cubicBezTo>
                    <a:pt x="444" y="647"/>
                    <a:pt x="448" y="642"/>
                    <a:pt x="453" y="641"/>
                  </a:cubicBezTo>
                  <a:cubicBezTo>
                    <a:pt x="472" y="635"/>
                    <a:pt x="490" y="628"/>
                    <a:pt x="506" y="619"/>
                  </a:cubicBezTo>
                  <a:cubicBezTo>
                    <a:pt x="511" y="616"/>
                    <a:pt x="517" y="617"/>
                    <a:pt x="521" y="621"/>
                  </a:cubicBezTo>
                  <a:lnTo>
                    <a:pt x="552" y="652"/>
                  </a:lnTo>
                  <a:cubicBezTo>
                    <a:pt x="562" y="662"/>
                    <a:pt x="579" y="662"/>
                    <a:pt x="589" y="652"/>
                  </a:cubicBezTo>
                  <a:lnTo>
                    <a:pt x="652" y="590"/>
                  </a:lnTo>
                  <a:cubicBezTo>
                    <a:pt x="657" y="584"/>
                    <a:pt x="660" y="578"/>
                    <a:pt x="660" y="571"/>
                  </a:cubicBezTo>
                  <a:cubicBezTo>
                    <a:pt x="660" y="564"/>
                    <a:pt x="657" y="557"/>
                    <a:pt x="652" y="552"/>
                  </a:cubicBezTo>
                  <a:lnTo>
                    <a:pt x="621" y="521"/>
                  </a:lnTo>
                  <a:cubicBezTo>
                    <a:pt x="617" y="517"/>
                    <a:pt x="616" y="511"/>
                    <a:pt x="619" y="506"/>
                  </a:cubicBezTo>
                  <a:cubicBezTo>
                    <a:pt x="628" y="490"/>
                    <a:pt x="635" y="472"/>
                    <a:pt x="641" y="453"/>
                  </a:cubicBezTo>
                  <a:cubicBezTo>
                    <a:pt x="642" y="448"/>
                    <a:pt x="647" y="444"/>
                    <a:pt x="652" y="444"/>
                  </a:cubicBezTo>
                  <a:lnTo>
                    <a:pt x="697" y="444"/>
                  </a:lnTo>
                  <a:cubicBezTo>
                    <a:pt x="711" y="444"/>
                    <a:pt x="723" y="432"/>
                    <a:pt x="723" y="418"/>
                  </a:cubicBezTo>
                  <a:lnTo>
                    <a:pt x="723" y="329"/>
                  </a:lnTo>
                  <a:cubicBezTo>
                    <a:pt x="723" y="315"/>
                    <a:pt x="711" y="303"/>
                    <a:pt x="697" y="303"/>
                  </a:cubicBezTo>
                  <a:lnTo>
                    <a:pt x="652" y="303"/>
                  </a:lnTo>
                  <a:cubicBezTo>
                    <a:pt x="647" y="303"/>
                    <a:pt x="642" y="299"/>
                    <a:pt x="641" y="294"/>
                  </a:cubicBezTo>
                  <a:cubicBezTo>
                    <a:pt x="635" y="275"/>
                    <a:pt x="628" y="257"/>
                    <a:pt x="619" y="241"/>
                  </a:cubicBezTo>
                  <a:cubicBezTo>
                    <a:pt x="616" y="236"/>
                    <a:pt x="617" y="230"/>
                    <a:pt x="621" y="226"/>
                  </a:cubicBezTo>
                  <a:lnTo>
                    <a:pt x="652" y="195"/>
                  </a:lnTo>
                  <a:cubicBezTo>
                    <a:pt x="662" y="185"/>
                    <a:pt x="662" y="168"/>
                    <a:pt x="652" y="157"/>
                  </a:cubicBezTo>
                  <a:lnTo>
                    <a:pt x="589" y="95"/>
                  </a:lnTo>
                  <a:cubicBezTo>
                    <a:pt x="579" y="85"/>
                    <a:pt x="562" y="85"/>
                    <a:pt x="552" y="95"/>
                  </a:cubicBezTo>
                  <a:lnTo>
                    <a:pt x="521" y="126"/>
                  </a:lnTo>
                  <a:cubicBezTo>
                    <a:pt x="517" y="130"/>
                    <a:pt x="511" y="131"/>
                    <a:pt x="506" y="128"/>
                  </a:cubicBezTo>
                  <a:cubicBezTo>
                    <a:pt x="490" y="119"/>
                    <a:pt x="472" y="112"/>
                    <a:pt x="453" y="106"/>
                  </a:cubicBezTo>
                  <a:cubicBezTo>
                    <a:pt x="448" y="105"/>
                    <a:pt x="444" y="100"/>
                    <a:pt x="444" y="95"/>
                  </a:cubicBezTo>
                  <a:lnTo>
                    <a:pt x="444" y="50"/>
                  </a:lnTo>
                  <a:cubicBezTo>
                    <a:pt x="444" y="36"/>
                    <a:pt x="432" y="24"/>
                    <a:pt x="418" y="24"/>
                  </a:cubicBezTo>
                  <a:lnTo>
                    <a:pt x="329" y="24"/>
                  </a:lnTo>
                  <a:cubicBezTo>
                    <a:pt x="315" y="24"/>
                    <a:pt x="303" y="36"/>
                    <a:pt x="303" y="50"/>
                  </a:cubicBezTo>
                  <a:lnTo>
                    <a:pt x="303" y="95"/>
                  </a:lnTo>
                  <a:cubicBezTo>
                    <a:pt x="303" y="100"/>
                    <a:pt x="299" y="105"/>
                    <a:pt x="294" y="106"/>
                  </a:cubicBezTo>
                  <a:cubicBezTo>
                    <a:pt x="275" y="112"/>
                    <a:pt x="257" y="119"/>
                    <a:pt x="241" y="128"/>
                  </a:cubicBezTo>
                  <a:cubicBezTo>
                    <a:pt x="236" y="131"/>
                    <a:pt x="230" y="130"/>
                    <a:pt x="226" y="126"/>
                  </a:cubicBezTo>
                  <a:lnTo>
                    <a:pt x="195" y="95"/>
                  </a:lnTo>
                  <a:cubicBezTo>
                    <a:pt x="185" y="85"/>
                    <a:pt x="167" y="85"/>
                    <a:pt x="157" y="95"/>
                  </a:cubicBezTo>
                  <a:lnTo>
                    <a:pt x="95" y="157"/>
                  </a:lnTo>
                  <a:cubicBezTo>
                    <a:pt x="85" y="168"/>
                    <a:pt x="85" y="185"/>
                    <a:pt x="95" y="195"/>
                  </a:cubicBezTo>
                  <a:lnTo>
                    <a:pt x="126" y="226"/>
                  </a:lnTo>
                  <a:cubicBezTo>
                    <a:pt x="130" y="230"/>
                    <a:pt x="131" y="236"/>
                    <a:pt x="128" y="241"/>
                  </a:cubicBezTo>
                  <a:cubicBezTo>
                    <a:pt x="119" y="257"/>
                    <a:pt x="112" y="275"/>
                    <a:pt x="106" y="294"/>
                  </a:cubicBezTo>
                  <a:cubicBezTo>
                    <a:pt x="105" y="299"/>
                    <a:pt x="100" y="303"/>
                    <a:pt x="95" y="303"/>
                  </a:cubicBezTo>
                  <a:lnTo>
                    <a:pt x="50" y="303"/>
                  </a:lnTo>
                  <a:cubicBezTo>
                    <a:pt x="36" y="303"/>
                    <a:pt x="24" y="315"/>
                    <a:pt x="24" y="329"/>
                  </a:cubicBezTo>
                  <a:lnTo>
                    <a:pt x="24" y="418"/>
                  </a:lnTo>
                  <a:cubicBezTo>
                    <a:pt x="24" y="432"/>
                    <a:pt x="36" y="444"/>
                    <a:pt x="50" y="444"/>
                  </a:cubicBezTo>
                  <a:lnTo>
                    <a:pt x="95" y="444"/>
                  </a:lnTo>
                  <a:cubicBezTo>
                    <a:pt x="100" y="444"/>
                    <a:pt x="105" y="448"/>
                    <a:pt x="106" y="453"/>
                  </a:cubicBezTo>
                  <a:cubicBezTo>
                    <a:pt x="112" y="472"/>
                    <a:pt x="119" y="490"/>
                    <a:pt x="128" y="506"/>
                  </a:cubicBezTo>
                  <a:cubicBezTo>
                    <a:pt x="131" y="511"/>
                    <a:pt x="130" y="517"/>
                    <a:pt x="126" y="521"/>
                  </a:cubicBezTo>
                  <a:lnTo>
                    <a:pt x="95" y="552"/>
                  </a:lnTo>
                  <a:cubicBezTo>
                    <a:pt x="90" y="557"/>
                    <a:pt x="87" y="564"/>
                    <a:pt x="87" y="571"/>
                  </a:cubicBezTo>
                  <a:cubicBezTo>
                    <a:pt x="87" y="578"/>
                    <a:pt x="90" y="584"/>
                    <a:pt x="95" y="590"/>
                  </a:cubicBezTo>
                  <a:lnTo>
                    <a:pt x="157" y="652"/>
                  </a:lnTo>
                  <a:cubicBezTo>
                    <a:pt x="167" y="662"/>
                    <a:pt x="185" y="662"/>
                    <a:pt x="195" y="652"/>
                  </a:cubicBezTo>
                  <a:lnTo>
                    <a:pt x="226" y="621"/>
                  </a:lnTo>
                  <a:cubicBezTo>
                    <a:pt x="229" y="618"/>
                    <a:pt x="232" y="617"/>
                    <a:pt x="235" y="617"/>
                  </a:cubicBezTo>
                  <a:close/>
                  <a:moveTo>
                    <a:pt x="418" y="747"/>
                  </a:moveTo>
                  <a:lnTo>
                    <a:pt x="329" y="747"/>
                  </a:lnTo>
                  <a:cubicBezTo>
                    <a:pt x="301" y="747"/>
                    <a:pt x="279" y="725"/>
                    <a:pt x="279" y="697"/>
                  </a:cubicBezTo>
                  <a:lnTo>
                    <a:pt x="279" y="661"/>
                  </a:lnTo>
                  <a:cubicBezTo>
                    <a:pt x="264" y="656"/>
                    <a:pt x="250" y="651"/>
                    <a:pt x="237" y="644"/>
                  </a:cubicBezTo>
                  <a:lnTo>
                    <a:pt x="212" y="669"/>
                  </a:lnTo>
                  <a:cubicBezTo>
                    <a:pt x="192" y="689"/>
                    <a:pt x="160" y="689"/>
                    <a:pt x="140" y="669"/>
                  </a:cubicBezTo>
                  <a:lnTo>
                    <a:pt x="78" y="607"/>
                  </a:lnTo>
                  <a:cubicBezTo>
                    <a:pt x="68" y="597"/>
                    <a:pt x="63" y="584"/>
                    <a:pt x="63" y="571"/>
                  </a:cubicBezTo>
                  <a:cubicBezTo>
                    <a:pt x="63" y="557"/>
                    <a:pt x="68" y="544"/>
                    <a:pt x="78" y="535"/>
                  </a:cubicBezTo>
                  <a:lnTo>
                    <a:pt x="103" y="510"/>
                  </a:lnTo>
                  <a:cubicBezTo>
                    <a:pt x="96" y="497"/>
                    <a:pt x="90" y="483"/>
                    <a:pt x="86" y="468"/>
                  </a:cubicBezTo>
                  <a:lnTo>
                    <a:pt x="50" y="468"/>
                  </a:lnTo>
                  <a:cubicBezTo>
                    <a:pt x="22" y="468"/>
                    <a:pt x="0" y="446"/>
                    <a:pt x="0" y="418"/>
                  </a:cubicBezTo>
                  <a:lnTo>
                    <a:pt x="0" y="329"/>
                  </a:lnTo>
                  <a:cubicBezTo>
                    <a:pt x="0" y="301"/>
                    <a:pt x="22" y="279"/>
                    <a:pt x="50" y="279"/>
                  </a:cubicBezTo>
                  <a:lnTo>
                    <a:pt x="86" y="279"/>
                  </a:lnTo>
                  <a:cubicBezTo>
                    <a:pt x="90" y="264"/>
                    <a:pt x="96" y="250"/>
                    <a:pt x="103" y="237"/>
                  </a:cubicBezTo>
                  <a:lnTo>
                    <a:pt x="78" y="212"/>
                  </a:lnTo>
                  <a:cubicBezTo>
                    <a:pt x="68" y="203"/>
                    <a:pt x="63" y="190"/>
                    <a:pt x="63" y="176"/>
                  </a:cubicBezTo>
                  <a:cubicBezTo>
                    <a:pt x="63" y="163"/>
                    <a:pt x="68" y="150"/>
                    <a:pt x="78" y="140"/>
                  </a:cubicBezTo>
                  <a:lnTo>
                    <a:pt x="140" y="78"/>
                  </a:lnTo>
                  <a:cubicBezTo>
                    <a:pt x="150" y="68"/>
                    <a:pt x="163" y="63"/>
                    <a:pt x="176" y="63"/>
                  </a:cubicBezTo>
                  <a:cubicBezTo>
                    <a:pt x="190" y="63"/>
                    <a:pt x="203" y="68"/>
                    <a:pt x="212" y="78"/>
                  </a:cubicBezTo>
                  <a:lnTo>
                    <a:pt x="237" y="103"/>
                  </a:lnTo>
                  <a:cubicBezTo>
                    <a:pt x="250" y="96"/>
                    <a:pt x="264" y="91"/>
                    <a:pt x="279" y="86"/>
                  </a:cubicBezTo>
                  <a:lnTo>
                    <a:pt x="279" y="50"/>
                  </a:lnTo>
                  <a:cubicBezTo>
                    <a:pt x="279" y="22"/>
                    <a:pt x="301" y="0"/>
                    <a:pt x="329" y="0"/>
                  </a:cubicBezTo>
                  <a:lnTo>
                    <a:pt x="418" y="0"/>
                  </a:lnTo>
                  <a:cubicBezTo>
                    <a:pt x="446" y="0"/>
                    <a:pt x="468" y="22"/>
                    <a:pt x="468" y="50"/>
                  </a:cubicBezTo>
                  <a:lnTo>
                    <a:pt x="468" y="86"/>
                  </a:lnTo>
                  <a:cubicBezTo>
                    <a:pt x="483" y="91"/>
                    <a:pt x="497" y="96"/>
                    <a:pt x="510" y="103"/>
                  </a:cubicBezTo>
                  <a:lnTo>
                    <a:pt x="535" y="78"/>
                  </a:lnTo>
                  <a:cubicBezTo>
                    <a:pt x="555" y="58"/>
                    <a:pt x="587" y="58"/>
                    <a:pt x="607" y="78"/>
                  </a:cubicBezTo>
                  <a:lnTo>
                    <a:pt x="669" y="140"/>
                  </a:lnTo>
                  <a:cubicBezTo>
                    <a:pt x="689" y="160"/>
                    <a:pt x="689" y="192"/>
                    <a:pt x="669" y="212"/>
                  </a:cubicBezTo>
                  <a:lnTo>
                    <a:pt x="644" y="237"/>
                  </a:lnTo>
                  <a:cubicBezTo>
                    <a:pt x="651" y="250"/>
                    <a:pt x="656" y="264"/>
                    <a:pt x="661" y="279"/>
                  </a:cubicBezTo>
                  <a:lnTo>
                    <a:pt x="697" y="279"/>
                  </a:lnTo>
                  <a:cubicBezTo>
                    <a:pt x="725" y="279"/>
                    <a:pt x="747" y="301"/>
                    <a:pt x="747" y="329"/>
                  </a:cubicBezTo>
                  <a:lnTo>
                    <a:pt x="747" y="418"/>
                  </a:lnTo>
                  <a:cubicBezTo>
                    <a:pt x="747" y="446"/>
                    <a:pt x="725" y="468"/>
                    <a:pt x="697" y="468"/>
                  </a:cubicBezTo>
                  <a:lnTo>
                    <a:pt x="661" y="468"/>
                  </a:lnTo>
                  <a:cubicBezTo>
                    <a:pt x="656" y="483"/>
                    <a:pt x="651" y="497"/>
                    <a:pt x="644" y="510"/>
                  </a:cubicBezTo>
                  <a:lnTo>
                    <a:pt x="669" y="535"/>
                  </a:lnTo>
                  <a:cubicBezTo>
                    <a:pt x="679" y="544"/>
                    <a:pt x="684" y="557"/>
                    <a:pt x="684" y="571"/>
                  </a:cubicBezTo>
                  <a:cubicBezTo>
                    <a:pt x="684" y="584"/>
                    <a:pt x="679" y="597"/>
                    <a:pt x="669" y="607"/>
                  </a:cubicBezTo>
                  <a:lnTo>
                    <a:pt x="607" y="669"/>
                  </a:lnTo>
                  <a:cubicBezTo>
                    <a:pt x="587" y="689"/>
                    <a:pt x="555" y="689"/>
                    <a:pt x="535" y="669"/>
                  </a:cubicBezTo>
                  <a:lnTo>
                    <a:pt x="510" y="644"/>
                  </a:lnTo>
                  <a:cubicBezTo>
                    <a:pt x="497" y="651"/>
                    <a:pt x="483" y="656"/>
                    <a:pt x="468" y="661"/>
                  </a:cubicBezTo>
                  <a:lnTo>
                    <a:pt x="468" y="697"/>
                  </a:lnTo>
                  <a:cubicBezTo>
                    <a:pt x="468" y="725"/>
                    <a:pt x="446" y="747"/>
                    <a:pt x="418" y="74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8" name="Freeform 293">
              <a:extLst>
                <a:ext uri="{FF2B5EF4-FFF2-40B4-BE49-F238E27FC236}">
                  <a16:creationId xmlns:a16="http://schemas.microsoft.com/office/drawing/2014/main" id="{AC8426B1-40A0-FD87-F271-607417864D4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67875" y="4576050"/>
              <a:ext cx="488870" cy="488870"/>
            </a:xfrm>
            <a:custGeom>
              <a:avLst/>
              <a:gdLst>
                <a:gd name="T0" fmla="*/ 241 w 747"/>
                <a:gd name="T1" fmla="*/ 619 h 747"/>
                <a:gd name="T2" fmla="*/ 303 w 747"/>
                <a:gd name="T3" fmla="*/ 652 h 747"/>
                <a:gd name="T4" fmla="*/ 329 w 747"/>
                <a:gd name="T5" fmla="*/ 723 h 747"/>
                <a:gd name="T6" fmla="*/ 444 w 747"/>
                <a:gd name="T7" fmla="*/ 697 h 747"/>
                <a:gd name="T8" fmla="*/ 453 w 747"/>
                <a:gd name="T9" fmla="*/ 641 h 747"/>
                <a:gd name="T10" fmla="*/ 521 w 747"/>
                <a:gd name="T11" fmla="*/ 621 h 747"/>
                <a:gd name="T12" fmla="*/ 589 w 747"/>
                <a:gd name="T13" fmla="*/ 652 h 747"/>
                <a:gd name="T14" fmla="*/ 660 w 747"/>
                <a:gd name="T15" fmla="*/ 571 h 747"/>
                <a:gd name="T16" fmla="*/ 621 w 747"/>
                <a:gd name="T17" fmla="*/ 521 h 747"/>
                <a:gd name="T18" fmla="*/ 641 w 747"/>
                <a:gd name="T19" fmla="*/ 453 h 747"/>
                <a:gd name="T20" fmla="*/ 697 w 747"/>
                <a:gd name="T21" fmla="*/ 444 h 747"/>
                <a:gd name="T22" fmla="*/ 723 w 747"/>
                <a:gd name="T23" fmla="*/ 329 h 747"/>
                <a:gd name="T24" fmla="*/ 652 w 747"/>
                <a:gd name="T25" fmla="*/ 303 h 747"/>
                <a:gd name="T26" fmla="*/ 619 w 747"/>
                <a:gd name="T27" fmla="*/ 241 h 747"/>
                <a:gd name="T28" fmla="*/ 652 w 747"/>
                <a:gd name="T29" fmla="*/ 195 h 747"/>
                <a:gd name="T30" fmla="*/ 589 w 747"/>
                <a:gd name="T31" fmla="*/ 95 h 747"/>
                <a:gd name="T32" fmla="*/ 521 w 747"/>
                <a:gd name="T33" fmla="*/ 126 h 747"/>
                <a:gd name="T34" fmla="*/ 453 w 747"/>
                <a:gd name="T35" fmla="*/ 106 h 747"/>
                <a:gd name="T36" fmla="*/ 444 w 747"/>
                <a:gd name="T37" fmla="*/ 50 h 747"/>
                <a:gd name="T38" fmla="*/ 329 w 747"/>
                <a:gd name="T39" fmla="*/ 24 h 747"/>
                <a:gd name="T40" fmla="*/ 303 w 747"/>
                <a:gd name="T41" fmla="*/ 95 h 747"/>
                <a:gd name="T42" fmla="*/ 241 w 747"/>
                <a:gd name="T43" fmla="*/ 128 h 747"/>
                <a:gd name="T44" fmla="*/ 195 w 747"/>
                <a:gd name="T45" fmla="*/ 95 h 747"/>
                <a:gd name="T46" fmla="*/ 95 w 747"/>
                <a:gd name="T47" fmla="*/ 157 h 747"/>
                <a:gd name="T48" fmla="*/ 126 w 747"/>
                <a:gd name="T49" fmla="*/ 226 h 747"/>
                <a:gd name="T50" fmla="*/ 106 w 747"/>
                <a:gd name="T51" fmla="*/ 294 h 747"/>
                <a:gd name="T52" fmla="*/ 50 w 747"/>
                <a:gd name="T53" fmla="*/ 303 h 747"/>
                <a:gd name="T54" fmla="*/ 24 w 747"/>
                <a:gd name="T55" fmla="*/ 418 h 747"/>
                <a:gd name="T56" fmla="*/ 95 w 747"/>
                <a:gd name="T57" fmla="*/ 444 h 747"/>
                <a:gd name="T58" fmla="*/ 128 w 747"/>
                <a:gd name="T59" fmla="*/ 506 h 747"/>
                <a:gd name="T60" fmla="*/ 95 w 747"/>
                <a:gd name="T61" fmla="*/ 552 h 747"/>
                <a:gd name="T62" fmla="*/ 95 w 747"/>
                <a:gd name="T63" fmla="*/ 590 h 747"/>
                <a:gd name="T64" fmla="*/ 195 w 747"/>
                <a:gd name="T65" fmla="*/ 652 h 747"/>
                <a:gd name="T66" fmla="*/ 235 w 747"/>
                <a:gd name="T67" fmla="*/ 617 h 747"/>
                <a:gd name="T68" fmla="*/ 329 w 747"/>
                <a:gd name="T69" fmla="*/ 747 h 747"/>
                <a:gd name="T70" fmla="*/ 279 w 747"/>
                <a:gd name="T71" fmla="*/ 661 h 747"/>
                <a:gd name="T72" fmla="*/ 212 w 747"/>
                <a:gd name="T73" fmla="*/ 669 h 747"/>
                <a:gd name="T74" fmla="*/ 78 w 747"/>
                <a:gd name="T75" fmla="*/ 607 h 747"/>
                <a:gd name="T76" fmla="*/ 78 w 747"/>
                <a:gd name="T77" fmla="*/ 535 h 747"/>
                <a:gd name="T78" fmla="*/ 86 w 747"/>
                <a:gd name="T79" fmla="*/ 468 h 747"/>
                <a:gd name="T80" fmla="*/ 0 w 747"/>
                <a:gd name="T81" fmla="*/ 418 h 747"/>
                <a:gd name="T82" fmla="*/ 50 w 747"/>
                <a:gd name="T83" fmla="*/ 279 h 747"/>
                <a:gd name="T84" fmla="*/ 103 w 747"/>
                <a:gd name="T85" fmla="*/ 237 h 747"/>
                <a:gd name="T86" fmla="*/ 63 w 747"/>
                <a:gd name="T87" fmla="*/ 176 h 747"/>
                <a:gd name="T88" fmla="*/ 140 w 747"/>
                <a:gd name="T89" fmla="*/ 78 h 747"/>
                <a:gd name="T90" fmla="*/ 212 w 747"/>
                <a:gd name="T91" fmla="*/ 78 h 747"/>
                <a:gd name="T92" fmla="*/ 279 w 747"/>
                <a:gd name="T93" fmla="*/ 86 h 747"/>
                <a:gd name="T94" fmla="*/ 329 w 747"/>
                <a:gd name="T95" fmla="*/ 0 h 747"/>
                <a:gd name="T96" fmla="*/ 468 w 747"/>
                <a:gd name="T97" fmla="*/ 50 h 747"/>
                <a:gd name="T98" fmla="*/ 510 w 747"/>
                <a:gd name="T99" fmla="*/ 103 h 747"/>
                <a:gd name="T100" fmla="*/ 607 w 747"/>
                <a:gd name="T101" fmla="*/ 78 h 747"/>
                <a:gd name="T102" fmla="*/ 669 w 747"/>
                <a:gd name="T103" fmla="*/ 212 h 747"/>
                <a:gd name="T104" fmla="*/ 661 w 747"/>
                <a:gd name="T105" fmla="*/ 279 h 747"/>
                <a:gd name="T106" fmla="*/ 747 w 747"/>
                <a:gd name="T107" fmla="*/ 329 h 747"/>
                <a:gd name="T108" fmla="*/ 697 w 747"/>
                <a:gd name="T109" fmla="*/ 468 h 747"/>
                <a:gd name="T110" fmla="*/ 644 w 747"/>
                <a:gd name="T111" fmla="*/ 510 h 747"/>
                <a:gd name="T112" fmla="*/ 684 w 747"/>
                <a:gd name="T113" fmla="*/ 571 h 747"/>
                <a:gd name="T114" fmla="*/ 607 w 747"/>
                <a:gd name="T115" fmla="*/ 669 h 747"/>
                <a:gd name="T116" fmla="*/ 510 w 747"/>
                <a:gd name="T117" fmla="*/ 644 h 747"/>
                <a:gd name="T118" fmla="*/ 468 w 747"/>
                <a:gd name="T119" fmla="*/ 697 h 7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47" h="747">
                  <a:moveTo>
                    <a:pt x="235" y="617"/>
                  </a:moveTo>
                  <a:cubicBezTo>
                    <a:pt x="237" y="617"/>
                    <a:pt x="239" y="618"/>
                    <a:pt x="241" y="619"/>
                  </a:cubicBezTo>
                  <a:cubicBezTo>
                    <a:pt x="257" y="628"/>
                    <a:pt x="275" y="635"/>
                    <a:pt x="294" y="641"/>
                  </a:cubicBezTo>
                  <a:cubicBezTo>
                    <a:pt x="299" y="642"/>
                    <a:pt x="303" y="647"/>
                    <a:pt x="303" y="652"/>
                  </a:cubicBezTo>
                  <a:lnTo>
                    <a:pt x="303" y="697"/>
                  </a:lnTo>
                  <a:cubicBezTo>
                    <a:pt x="303" y="711"/>
                    <a:pt x="315" y="723"/>
                    <a:pt x="329" y="723"/>
                  </a:cubicBezTo>
                  <a:lnTo>
                    <a:pt x="418" y="723"/>
                  </a:lnTo>
                  <a:cubicBezTo>
                    <a:pt x="432" y="723"/>
                    <a:pt x="444" y="711"/>
                    <a:pt x="444" y="697"/>
                  </a:cubicBezTo>
                  <a:lnTo>
                    <a:pt x="444" y="652"/>
                  </a:lnTo>
                  <a:cubicBezTo>
                    <a:pt x="444" y="647"/>
                    <a:pt x="448" y="642"/>
                    <a:pt x="453" y="641"/>
                  </a:cubicBezTo>
                  <a:cubicBezTo>
                    <a:pt x="472" y="635"/>
                    <a:pt x="490" y="628"/>
                    <a:pt x="506" y="619"/>
                  </a:cubicBezTo>
                  <a:cubicBezTo>
                    <a:pt x="511" y="616"/>
                    <a:pt x="517" y="617"/>
                    <a:pt x="521" y="621"/>
                  </a:cubicBezTo>
                  <a:lnTo>
                    <a:pt x="552" y="652"/>
                  </a:lnTo>
                  <a:cubicBezTo>
                    <a:pt x="562" y="662"/>
                    <a:pt x="579" y="662"/>
                    <a:pt x="589" y="652"/>
                  </a:cubicBezTo>
                  <a:lnTo>
                    <a:pt x="652" y="590"/>
                  </a:lnTo>
                  <a:cubicBezTo>
                    <a:pt x="657" y="584"/>
                    <a:pt x="660" y="578"/>
                    <a:pt x="660" y="571"/>
                  </a:cubicBezTo>
                  <a:cubicBezTo>
                    <a:pt x="660" y="564"/>
                    <a:pt x="657" y="557"/>
                    <a:pt x="652" y="552"/>
                  </a:cubicBezTo>
                  <a:lnTo>
                    <a:pt x="621" y="521"/>
                  </a:lnTo>
                  <a:cubicBezTo>
                    <a:pt x="617" y="517"/>
                    <a:pt x="616" y="511"/>
                    <a:pt x="619" y="506"/>
                  </a:cubicBezTo>
                  <a:cubicBezTo>
                    <a:pt x="628" y="490"/>
                    <a:pt x="635" y="472"/>
                    <a:pt x="641" y="453"/>
                  </a:cubicBezTo>
                  <a:cubicBezTo>
                    <a:pt x="642" y="448"/>
                    <a:pt x="647" y="444"/>
                    <a:pt x="652" y="444"/>
                  </a:cubicBezTo>
                  <a:lnTo>
                    <a:pt x="697" y="444"/>
                  </a:lnTo>
                  <a:cubicBezTo>
                    <a:pt x="711" y="444"/>
                    <a:pt x="723" y="432"/>
                    <a:pt x="723" y="418"/>
                  </a:cubicBezTo>
                  <a:lnTo>
                    <a:pt x="723" y="329"/>
                  </a:lnTo>
                  <a:cubicBezTo>
                    <a:pt x="723" y="315"/>
                    <a:pt x="711" y="303"/>
                    <a:pt x="697" y="303"/>
                  </a:cubicBezTo>
                  <a:lnTo>
                    <a:pt x="652" y="303"/>
                  </a:lnTo>
                  <a:cubicBezTo>
                    <a:pt x="647" y="303"/>
                    <a:pt x="642" y="299"/>
                    <a:pt x="641" y="294"/>
                  </a:cubicBezTo>
                  <a:cubicBezTo>
                    <a:pt x="635" y="275"/>
                    <a:pt x="628" y="257"/>
                    <a:pt x="619" y="241"/>
                  </a:cubicBezTo>
                  <a:cubicBezTo>
                    <a:pt x="616" y="236"/>
                    <a:pt x="617" y="230"/>
                    <a:pt x="621" y="226"/>
                  </a:cubicBezTo>
                  <a:lnTo>
                    <a:pt x="652" y="195"/>
                  </a:lnTo>
                  <a:cubicBezTo>
                    <a:pt x="662" y="185"/>
                    <a:pt x="662" y="168"/>
                    <a:pt x="652" y="157"/>
                  </a:cubicBezTo>
                  <a:lnTo>
                    <a:pt x="589" y="95"/>
                  </a:lnTo>
                  <a:cubicBezTo>
                    <a:pt x="579" y="85"/>
                    <a:pt x="562" y="85"/>
                    <a:pt x="552" y="95"/>
                  </a:cubicBezTo>
                  <a:lnTo>
                    <a:pt x="521" y="126"/>
                  </a:lnTo>
                  <a:cubicBezTo>
                    <a:pt x="517" y="130"/>
                    <a:pt x="511" y="131"/>
                    <a:pt x="506" y="128"/>
                  </a:cubicBezTo>
                  <a:cubicBezTo>
                    <a:pt x="490" y="119"/>
                    <a:pt x="472" y="112"/>
                    <a:pt x="453" y="106"/>
                  </a:cubicBezTo>
                  <a:cubicBezTo>
                    <a:pt x="448" y="105"/>
                    <a:pt x="444" y="100"/>
                    <a:pt x="444" y="95"/>
                  </a:cubicBezTo>
                  <a:lnTo>
                    <a:pt x="444" y="50"/>
                  </a:lnTo>
                  <a:cubicBezTo>
                    <a:pt x="444" y="36"/>
                    <a:pt x="432" y="24"/>
                    <a:pt x="418" y="24"/>
                  </a:cubicBezTo>
                  <a:lnTo>
                    <a:pt x="329" y="24"/>
                  </a:lnTo>
                  <a:cubicBezTo>
                    <a:pt x="315" y="24"/>
                    <a:pt x="303" y="36"/>
                    <a:pt x="303" y="50"/>
                  </a:cubicBezTo>
                  <a:lnTo>
                    <a:pt x="303" y="95"/>
                  </a:lnTo>
                  <a:cubicBezTo>
                    <a:pt x="303" y="100"/>
                    <a:pt x="299" y="105"/>
                    <a:pt x="294" y="106"/>
                  </a:cubicBezTo>
                  <a:cubicBezTo>
                    <a:pt x="275" y="112"/>
                    <a:pt x="257" y="119"/>
                    <a:pt x="241" y="128"/>
                  </a:cubicBezTo>
                  <a:cubicBezTo>
                    <a:pt x="236" y="131"/>
                    <a:pt x="230" y="130"/>
                    <a:pt x="226" y="126"/>
                  </a:cubicBezTo>
                  <a:lnTo>
                    <a:pt x="195" y="95"/>
                  </a:lnTo>
                  <a:cubicBezTo>
                    <a:pt x="185" y="85"/>
                    <a:pt x="167" y="85"/>
                    <a:pt x="157" y="95"/>
                  </a:cubicBezTo>
                  <a:lnTo>
                    <a:pt x="95" y="157"/>
                  </a:lnTo>
                  <a:cubicBezTo>
                    <a:pt x="85" y="168"/>
                    <a:pt x="85" y="185"/>
                    <a:pt x="95" y="195"/>
                  </a:cubicBezTo>
                  <a:lnTo>
                    <a:pt x="126" y="226"/>
                  </a:lnTo>
                  <a:cubicBezTo>
                    <a:pt x="130" y="230"/>
                    <a:pt x="131" y="236"/>
                    <a:pt x="128" y="241"/>
                  </a:cubicBezTo>
                  <a:cubicBezTo>
                    <a:pt x="119" y="257"/>
                    <a:pt x="112" y="275"/>
                    <a:pt x="106" y="294"/>
                  </a:cubicBezTo>
                  <a:cubicBezTo>
                    <a:pt x="105" y="299"/>
                    <a:pt x="100" y="303"/>
                    <a:pt x="95" y="303"/>
                  </a:cubicBezTo>
                  <a:lnTo>
                    <a:pt x="50" y="303"/>
                  </a:lnTo>
                  <a:cubicBezTo>
                    <a:pt x="36" y="303"/>
                    <a:pt x="24" y="315"/>
                    <a:pt x="24" y="329"/>
                  </a:cubicBezTo>
                  <a:lnTo>
                    <a:pt x="24" y="418"/>
                  </a:lnTo>
                  <a:cubicBezTo>
                    <a:pt x="24" y="432"/>
                    <a:pt x="36" y="444"/>
                    <a:pt x="50" y="444"/>
                  </a:cubicBezTo>
                  <a:lnTo>
                    <a:pt x="95" y="444"/>
                  </a:lnTo>
                  <a:cubicBezTo>
                    <a:pt x="100" y="444"/>
                    <a:pt x="105" y="448"/>
                    <a:pt x="106" y="453"/>
                  </a:cubicBezTo>
                  <a:cubicBezTo>
                    <a:pt x="112" y="472"/>
                    <a:pt x="119" y="490"/>
                    <a:pt x="128" y="506"/>
                  </a:cubicBezTo>
                  <a:cubicBezTo>
                    <a:pt x="131" y="511"/>
                    <a:pt x="130" y="517"/>
                    <a:pt x="126" y="521"/>
                  </a:cubicBezTo>
                  <a:lnTo>
                    <a:pt x="95" y="552"/>
                  </a:lnTo>
                  <a:cubicBezTo>
                    <a:pt x="90" y="557"/>
                    <a:pt x="87" y="564"/>
                    <a:pt x="87" y="571"/>
                  </a:cubicBezTo>
                  <a:cubicBezTo>
                    <a:pt x="87" y="578"/>
                    <a:pt x="90" y="584"/>
                    <a:pt x="95" y="590"/>
                  </a:cubicBezTo>
                  <a:lnTo>
                    <a:pt x="157" y="652"/>
                  </a:lnTo>
                  <a:cubicBezTo>
                    <a:pt x="167" y="662"/>
                    <a:pt x="185" y="662"/>
                    <a:pt x="195" y="652"/>
                  </a:cubicBezTo>
                  <a:lnTo>
                    <a:pt x="226" y="621"/>
                  </a:lnTo>
                  <a:cubicBezTo>
                    <a:pt x="229" y="618"/>
                    <a:pt x="232" y="617"/>
                    <a:pt x="235" y="617"/>
                  </a:cubicBezTo>
                  <a:close/>
                  <a:moveTo>
                    <a:pt x="418" y="747"/>
                  </a:moveTo>
                  <a:lnTo>
                    <a:pt x="329" y="747"/>
                  </a:lnTo>
                  <a:cubicBezTo>
                    <a:pt x="301" y="747"/>
                    <a:pt x="279" y="725"/>
                    <a:pt x="279" y="697"/>
                  </a:cubicBezTo>
                  <a:lnTo>
                    <a:pt x="279" y="661"/>
                  </a:lnTo>
                  <a:cubicBezTo>
                    <a:pt x="264" y="656"/>
                    <a:pt x="250" y="651"/>
                    <a:pt x="237" y="644"/>
                  </a:cubicBezTo>
                  <a:lnTo>
                    <a:pt x="212" y="669"/>
                  </a:lnTo>
                  <a:cubicBezTo>
                    <a:pt x="192" y="689"/>
                    <a:pt x="160" y="689"/>
                    <a:pt x="140" y="669"/>
                  </a:cubicBezTo>
                  <a:lnTo>
                    <a:pt x="78" y="607"/>
                  </a:lnTo>
                  <a:cubicBezTo>
                    <a:pt x="68" y="597"/>
                    <a:pt x="63" y="584"/>
                    <a:pt x="63" y="571"/>
                  </a:cubicBezTo>
                  <a:cubicBezTo>
                    <a:pt x="63" y="557"/>
                    <a:pt x="68" y="544"/>
                    <a:pt x="78" y="535"/>
                  </a:cubicBezTo>
                  <a:lnTo>
                    <a:pt x="103" y="510"/>
                  </a:lnTo>
                  <a:cubicBezTo>
                    <a:pt x="96" y="497"/>
                    <a:pt x="90" y="483"/>
                    <a:pt x="86" y="468"/>
                  </a:cubicBezTo>
                  <a:lnTo>
                    <a:pt x="50" y="468"/>
                  </a:lnTo>
                  <a:cubicBezTo>
                    <a:pt x="22" y="468"/>
                    <a:pt x="0" y="446"/>
                    <a:pt x="0" y="418"/>
                  </a:cubicBezTo>
                  <a:lnTo>
                    <a:pt x="0" y="329"/>
                  </a:lnTo>
                  <a:cubicBezTo>
                    <a:pt x="0" y="301"/>
                    <a:pt x="22" y="279"/>
                    <a:pt x="50" y="279"/>
                  </a:cubicBezTo>
                  <a:lnTo>
                    <a:pt x="86" y="279"/>
                  </a:lnTo>
                  <a:cubicBezTo>
                    <a:pt x="90" y="264"/>
                    <a:pt x="96" y="250"/>
                    <a:pt x="103" y="237"/>
                  </a:cubicBezTo>
                  <a:lnTo>
                    <a:pt x="78" y="212"/>
                  </a:lnTo>
                  <a:cubicBezTo>
                    <a:pt x="68" y="203"/>
                    <a:pt x="63" y="190"/>
                    <a:pt x="63" y="176"/>
                  </a:cubicBezTo>
                  <a:cubicBezTo>
                    <a:pt x="63" y="163"/>
                    <a:pt x="68" y="150"/>
                    <a:pt x="78" y="140"/>
                  </a:cubicBezTo>
                  <a:lnTo>
                    <a:pt x="140" y="78"/>
                  </a:lnTo>
                  <a:cubicBezTo>
                    <a:pt x="150" y="68"/>
                    <a:pt x="163" y="63"/>
                    <a:pt x="176" y="63"/>
                  </a:cubicBezTo>
                  <a:cubicBezTo>
                    <a:pt x="190" y="63"/>
                    <a:pt x="203" y="68"/>
                    <a:pt x="212" y="78"/>
                  </a:cubicBezTo>
                  <a:lnTo>
                    <a:pt x="237" y="103"/>
                  </a:lnTo>
                  <a:cubicBezTo>
                    <a:pt x="250" y="96"/>
                    <a:pt x="264" y="91"/>
                    <a:pt x="279" y="86"/>
                  </a:cubicBezTo>
                  <a:lnTo>
                    <a:pt x="279" y="50"/>
                  </a:lnTo>
                  <a:cubicBezTo>
                    <a:pt x="279" y="22"/>
                    <a:pt x="301" y="0"/>
                    <a:pt x="329" y="0"/>
                  </a:cubicBezTo>
                  <a:lnTo>
                    <a:pt x="418" y="0"/>
                  </a:lnTo>
                  <a:cubicBezTo>
                    <a:pt x="446" y="0"/>
                    <a:pt x="468" y="22"/>
                    <a:pt x="468" y="50"/>
                  </a:cubicBezTo>
                  <a:lnTo>
                    <a:pt x="468" y="86"/>
                  </a:lnTo>
                  <a:cubicBezTo>
                    <a:pt x="483" y="91"/>
                    <a:pt x="497" y="96"/>
                    <a:pt x="510" y="103"/>
                  </a:cubicBezTo>
                  <a:lnTo>
                    <a:pt x="535" y="78"/>
                  </a:lnTo>
                  <a:cubicBezTo>
                    <a:pt x="555" y="58"/>
                    <a:pt x="587" y="58"/>
                    <a:pt x="607" y="78"/>
                  </a:cubicBezTo>
                  <a:lnTo>
                    <a:pt x="669" y="140"/>
                  </a:lnTo>
                  <a:cubicBezTo>
                    <a:pt x="689" y="160"/>
                    <a:pt x="689" y="192"/>
                    <a:pt x="669" y="212"/>
                  </a:cubicBezTo>
                  <a:lnTo>
                    <a:pt x="644" y="237"/>
                  </a:lnTo>
                  <a:cubicBezTo>
                    <a:pt x="651" y="250"/>
                    <a:pt x="656" y="264"/>
                    <a:pt x="661" y="279"/>
                  </a:cubicBezTo>
                  <a:lnTo>
                    <a:pt x="697" y="279"/>
                  </a:lnTo>
                  <a:cubicBezTo>
                    <a:pt x="725" y="279"/>
                    <a:pt x="747" y="301"/>
                    <a:pt x="747" y="329"/>
                  </a:cubicBezTo>
                  <a:lnTo>
                    <a:pt x="747" y="418"/>
                  </a:lnTo>
                  <a:cubicBezTo>
                    <a:pt x="747" y="446"/>
                    <a:pt x="725" y="468"/>
                    <a:pt x="697" y="468"/>
                  </a:cubicBezTo>
                  <a:lnTo>
                    <a:pt x="661" y="468"/>
                  </a:lnTo>
                  <a:cubicBezTo>
                    <a:pt x="656" y="483"/>
                    <a:pt x="651" y="497"/>
                    <a:pt x="644" y="510"/>
                  </a:cubicBezTo>
                  <a:lnTo>
                    <a:pt x="669" y="535"/>
                  </a:lnTo>
                  <a:cubicBezTo>
                    <a:pt x="679" y="544"/>
                    <a:pt x="684" y="557"/>
                    <a:pt x="684" y="571"/>
                  </a:cubicBezTo>
                  <a:cubicBezTo>
                    <a:pt x="684" y="584"/>
                    <a:pt x="679" y="597"/>
                    <a:pt x="669" y="607"/>
                  </a:cubicBezTo>
                  <a:lnTo>
                    <a:pt x="607" y="669"/>
                  </a:lnTo>
                  <a:cubicBezTo>
                    <a:pt x="587" y="689"/>
                    <a:pt x="555" y="689"/>
                    <a:pt x="535" y="669"/>
                  </a:cubicBezTo>
                  <a:lnTo>
                    <a:pt x="510" y="644"/>
                  </a:lnTo>
                  <a:cubicBezTo>
                    <a:pt x="497" y="651"/>
                    <a:pt x="483" y="656"/>
                    <a:pt x="468" y="661"/>
                  </a:cubicBezTo>
                  <a:lnTo>
                    <a:pt x="468" y="697"/>
                  </a:lnTo>
                  <a:cubicBezTo>
                    <a:pt x="468" y="725"/>
                    <a:pt x="446" y="747"/>
                    <a:pt x="418" y="74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9" name="Circle: Hollow 181">
              <a:extLst>
                <a:ext uri="{FF2B5EF4-FFF2-40B4-BE49-F238E27FC236}">
                  <a16:creationId xmlns:a16="http://schemas.microsoft.com/office/drawing/2014/main" id="{4B441B4B-084E-A449-BDF2-B1CA2596A95C}"/>
                </a:ext>
              </a:extLst>
            </p:cNvPr>
            <p:cNvSpPr/>
            <p:nvPr/>
          </p:nvSpPr>
          <p:spPr>
            <a:xfrm>
              <a:off x="7982888" y="4691063"/>
              <a:ext cx="258844" cy="258844"/>
            </a:xfrm>
            <a:prstGeom prst="donut">
              <a:avLst>
                <a:gd name="adj" fmla="val 500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70" name="Group 469">
            <a:extLst>
              <a:ext uri="{FF2B5EF4-FFF2-40B4-BE49-F238E27FC236}">
                <a16:creationId xmlns:a16="http://schemas.microsoft.com/office/drawing/2014/main" id="{50CA50CC-B9AC-9393-F1A9-DF14736A1BBD}"/>
              </a:ext>
            </a:extLst>
          </p:cNvPr>
          <p:cNvGrpSpPr/>
          <p:nvPr/>
        </p:nvGrpSpPr>
        <p:grpSpPr>
          <a:xfrm>
            <a:off x="9919677" y="2440894"/>
            <a:ext cx="662123" cy="1128421"/>
            <a:chOff x="2769575" y="2969660"/>
            <a:chExt cx="698696" cy="1190748"/>
          </a:xfrm>
          <a:solidFill>
            <a:schemeClr val="tx1"/>
          </a:solidFill>
        </p:grpSpPr>
        <p:sp>
          <p:nvSpPr>
            <p:cNvPr id="471" name="Freeform: Shape 183">
              <a:extLst>
                <a:ext uri="{FF2B5EF4-FFF2-40B4-BE49-F238E27FC236}">
                  <a16:creationId xmlns:a16="http://schemas.microsoft.com/office/drawing/2014/main" id="{6979DA21-6685-5896-8C85-7D873F93D232}"/>
                </a:ext>
              </a:extLst>
            </p:cNvPr>
            <p:cNvSpPr/>
            <p:nvPr/>
          </p:nvSpPr>
          <p:spPr>
            <a:xfrm rot="10800000">
              <a:off x="2962097" y="4040075"/>
              <a:ext cx="296522" cy="120333"/>
            </a:xfrm>
            <a:custGeom>
              <a:avLst/>
              <a:gdLst>
                <a:gd name="connsiteX0" fmla="*/ 302434 w 332392"/>
                <a:gd name="connsiteY0" fmla="*/ 109135 h 134890"/>
                <a:gd name="connsiteX1" fmla="*/ 302434 w 332392"/>
                <a:gd name="connsiteY1" fmla="*/ 67463 h 134890"/>
                <a:gd name="connsiteX2" fmla="*/ 260762 w 332392"/>
                <a:gd name="connsiteY2" fmla="*/ 25791 h 134890"/>
                <a:gd name="connsiteX3" fmla="*/ 75720 w 332392"/>
                <a:gd name="connsiteY3" fmla="*/ 25791 h 134890"/>
                <a:gd name="connsiteX4" fmla="*/ 34048 w 332392"/>
                <a:gd name="connsiteY4" fmla="*/ 67463 h 134890"/>
                <a:gd name="connsiteX5" fmla="*/ 34048 w 332392"/>
                <a:gd name="connsiteY5" fmla="*/ 109135 h 134890"/>
                <a:gd name="connsiteX6" fmla="*/ 332392 w 332392"/>
                <a:gd name="connsiteY6" fmla="*/ 134890 h 134890"/>
                <a:gd name="connsiteX7" fmla="*/ 0 w 332392"/>
                <a:gd name="connsiteY7" fmla="*/ 134890 h 134890"/>
                <a:gd name="connsiteX8" fmla="*/ 0 w 332392"/>
                <a:gd name="connsiteY8" fmla="*/ 67445 h 134890"/>
                <a:gd name="connsiteX9" fmla="*/ 67445 w 332392"/>
                <a:gd name="connsiteY9" fmla="*/ 0 h 134890"/>
                <a:gd name="connsiteX10" fmla="*/ 264947 w 332392"/>
                <a:gd name="connsiteY10" fmla="*/ 0 h 134890"/>
                <a:gd name="connsiteX11" fmla="*/ 332392 w 332392"/>
                <a:gd name="connsiteY11" fmla="*/ 67445 h 134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32392" h="134890">
                  <a:moveTo>
                    <a:pt x="302434" y="109135"/>
                  </a:moveTo>
                  <a:lnTo>
                    <a:pt x="302434" y="67463"/>
                  </a:lnTo>
                  <a:cubicBezTo>
                    <a:pt x="302434" y="44448"/>
                    <a:pt x="283777" y="25791"/>
                    <a:pt x="260762" y="25791"/>
                  </a:cubicBezTo>
                  <a:lnTo>
                    <a:pt x="75720" y="25791"/>
                  </a:lnTo>
                  <a:cubicBezTo>
                    <a:pt x="52705" y="25791"/>
                    <a:pt x="34048" y="44448"/>
                    <a:pt x="34048" y="67463"/>
                  </a:cubicBezTo>
                  <a:lnTo>
                    <a:pt x="34048" y="109135"/>
                  </a:lnTo>
                  <a:close/>
                  <a:moveTo>
                    <a:pt x="332392" y="134890"/>
                  </a:moveTo>
                  <a:lnTo>
                    <a:pt x="0" y="134890"/>
                  </a:lnTo>
                  <a:lnTo>
                    <a:pt x="0" y="67445"/>
                  </a:lnTo>
                  <a:cubicBezTo>
                    <a:pt x="0" y="30196"/>
                    <a:pt x="30196" y="0"/>
                    <a:pt x="67445" y="0"/>
                  </a:cubicBezTo>
                  <a:lnTo>
                    <a:pt x="264947" y="0"/>
                  </a:lnTo>
                  <a:cubicBezTo>
                    <a:pt x="302196" y="0"/>
                    <a:pt x="332392" y="30196"/>
                    <a:pt x="332392" y="6744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2" name="Freeform: Shape 184">
              <a:extLst>
                <a:ext uri="{FF2B5EF4-FFF2-40B4-BE49-F238E27FC236}">
                  <a16:creationId xmlns:a16="http://schemas.microsoft.com/office/drawing/2014/main" id="{06D72935-7F40-6BE4-8287-3C3B3CE56123}"/>
                </a:ext>
              </a:extLst>
            </p:cNvPr>
            <p:cNvSpPr/>
            <p:nvPr/>
          </p:nvSpPr>
          <p:spPr>
            <a:xfrm>
              <a:off x="2903277" y="3835152"/>
              <a:ext cx="414164" cy="228649"/>
            </a:xfrm>
            <a:custGeom>
              <a:avLst/>
              <a:gdLst>
                <a:gd name="connsiteX0" fmla="*/ 45533 w 464265"/>
                <a:gd name="connsiteY0" fmla="*/ 34792 h 256309"/>
                <a:gd name="connsiteX1" fmla="*/ 29945 w 464265"/>
                <a:gd name="connsiteY1" fmla="*/ 50380 h 256309"/>
                <a:gd name="connsiteX2" fmla="*/ 29945 w 464265"/>
                <a:gd name="connsiteY2" fmla="*/ 209368 h 256309"/>
                <a:gd name="connsiteX3" fmla="*/ 45533 w 464265"/>
                <a:gd name="connsiteY3" fmla="*/ 224956 h 256309"/>
                <a:gd name="connsiteX4" fmla="*/ 417251 w 464265"/>
                <a:gd name="connsiteY4" fmla="*/ 224956 h 256309"/>
                <a:gd name="connsiteX5" fmla="*/ 432839 w 464265"/>
                <a:gd name="connsiteY5" fmla="*/ 209368 h 256309"/>
                <a:gd name="connsiteX6" fmla="*/ 432839 w 464265"/>
                <a:gd name="connsiteY6" fmla="*/ 50380 h 256309"/>
                <a:gd name="connsiteX7" fmla="*/ 417251 w 464265"/>
                <a:gd name="connsiteY7" fmla="*/ 34792 h 256309"/>
                <a:gd name="connsiteX8" fmla="*/ 21010 w 464265"/>
                <a:gd name="connsiteY8" fmla="*/ 0 h 256309"/>
                <a:gd name="connsiteX9" fmla="*/ 443255 w 464265"/>
                <a:gd name="connsiteY9" fmla="*/ 0 h 256309"/>
                <a:gd name="connsiteX10" fmla="*/ 464265 w 464265"/>
                <a:gd name="connsiteY10" fmla="*/ 21010 h 256309"/>
                <a:gd name="connsiteX11" fmla="*/ 464265 w 464265"/>
                <a:gd name="connsiteY11" fmla="*/ 235299 h 256309"/>
                <a:gd name="connsiteX12" fmla="*/ 443255 w 464265"/>
                <a:gd name="connsiteY12" fmla="*/ 256309 h 256309"/>
                <a:gd name="connsiteX13" fmla="*/ 21010 w 464265"/>
                <a:gd name="connsiteY13" fmla="*/ 256309 h 256309"/>
                <a:gd name="connsiteX14" fmla="*/ 0 w 464265"/>
                <a:gd name="connsiteY14" fmla="*/ 235299 h 256309"/>
                <a:gd name="connsiteX15" fmla="*/ 0 w 464265"/>
                <a:gd name="connsiteY15" fmla="*/ 21010 h 256309"/>
                <a:gd name="connsiteX16" fmla="*/ 21010 w 464265"/>
                <a:gd name="connsiteY16" fmla="*/ 0 h 25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64265" h="256309">
                  <a:moveTo>
                    <a:pt x="45533" y="34792"/>
                  </a:moveTo>
                  <a:cubicBezTo>
                    <a:pt x="36924" y="34792"/>
                    <a:pt x="29945" y="41771"/>
                    <a:pt x="29945" y="50380"/>
                  </a:cubicBezTo>
                  <a:lnTo>
                    <a:pt x="29945" y="209368"/>
                  </a:lnTo>
                  <a:cubicBezTo>
                    <a:pt x="29945" y="217977"/>
                    <a:pt x="36924" y="224956"/>
                    <a:pt x="45533" y="224956"/>
                  </a:cubicBezTo>
                  <a:lnTo>
                    <a:pt x="417251" y="224956"/>
                  </a:lnTo>
                  <a:cubicBezTo>
                    <a:pt x="425860" y="224956"/>
                    <a:pt x="432839" y="217977"/>
                    <a:pt x="432839" y="209368"/>
                  </a:cubicBezTo>
                  <a:lnTo>
                    <a:pt x="432839" y="50380"/>
                  </a:lnTo>
                  <a:cubicBezTo>
                    <a:pt x="432839" y="41771"/>
                    <a:pt x="425860" y="34792"/>
                    <a:pt x="417251" y="34792"/>
                  </a:cubicBezTo>
                  <a:close/>
                  <a:moveTo>
                    <a:pt x="21010" y="0"/>
                  </a:moveTo>
                  <a:lnTo>
                    <a:pt x="443255" y="0"/>
                  </a:lnTo>
                  <a:cubicBezTo>
                    <a:pt x="454859" y="0"/>
                    <a:pt x="464265" y="9406"/>
                    <a:pt x="464265" y="21010"/>
                  </a:cubicBezTo>
                  <a:lnTo>
                    <a:pt x="464265" y="235299"/>
                  </a:lnTo>
                  <a:cubicBezTo>
                    <a:pt x="464265" y="246903"/>
                    <a:pt x="454859" y="256309"/>
                    <a:pt x="443255" y="256309"/>
                  </a:cubicBezTo>
                  <a:lnTo>
                    <a:pt x="21010" y="256309"/>
                  </a:lnTo>
                  <a:cubicBezTo>
                    <a:pt x="9406" y="256309"/>
                    <a:pt x="0" y="246903"/>
                    <a:pt x="0" y="235299"/>
                  </a:cubicBezTo>
                  <a:lnTo>
                    <a:pt x="0" y="21010"/>
                  </a:lnTo>
                  <a:cubicBezTo>
                    <a:pt x="0" y="9406"/>
                    <a:pt x="9406" y="0"/>
                    <a:pt x="2101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73" name="Freeform 204">
              <a:extLst>
                <a:ext uri="{FF2B5EF4-FFF2-40B4-BE49-F238E27FC236}">
                  <a16:creationId xmlns:a16="http://schemas.microsoft.com/office/drawing/2014/main" id="{AF4824C3-610C-0E8B-FC21-61D7D0504C4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20867" y="3143657"/>
              <a:ext cx="578984" cy="720725"/>
            </a:xfrm>
            <a:custGeom>
              <a:avLst/>
              <a:gdLst>
                <a:gd name="T0" fmla="*/ 133 w 501"/>
                <a:gd name="T1" fmla="*/ 595 h 625"/>
                <a:gd name="T2" fmla="*/ 372 w 501"/>
                <a:gd name="T3" fmla="*/ 595 h 625"/>
                <a:gd name="T4" fmla="*/ 372 w 501"/>
                <a:gd name="T5" fmla="*/ 591 h 625"/>
                <a:gd name="T6" fmla="*/ 439 w 501"/>
                <a:gd name="T7" fmla="*/ 364 h 625"/>
                <a:gd name="T8" fmla="*/ 471 w 501"/>
                <a:gd name="T9" fmla="*/ 251 h 625"/>
                <a:gd name="T10" fmla="*/ 403 w 501"/>
                <a:gd name="T11" fmla="*/ 93 h 625"/>
                <a:gd name="T12" fmla="*/ 241 w 501"/>
                <a:gd name="T13" fmla="*/ 33 h 625"/>
                <a:gd name="T14" fmla="*/ 35 w 501"/>
                <a:gd name="T15" fmla="*/ 231 h 625"/>
                <a:gd name="T16" fmla="*/ 67 w 501"/>
                <a:gd name="T17" fmla="*/ 366 h 625"/>
                <a:gd name="T18" fmla="*/ 133 w 501"/>
                <a:gd name="T19" fmla="*/ 583 h 625"/>
                <a:gd name="T20" fmla="*/ 133 w 501"/>
                <a:gd name="T21" fmla="*/ 595 h 625"/>
                <a:gd name="T22" fmla="*/ 387 w 501"/>
                <a:gd name="T23" fmla="*/ 625 h 625"/>
                <a:gd name="T24" fmla="*/ 118 w 501"/>
                <a:gd name="T25" fmla="*/ 625 h 625"/>
                <a:gd name="T26" fmla="*/ 102 w 501"/>
                <a:gd name="T27" fmla="*/ 610 h 625"/>
                <a:gd name="T28" fmla="*/ 102 w 501"/>
                <a:gd name="T29" fmla="*/ 583 h 625"/>
                <a:gd name="T30" fmla="*/ 42 w 501"/>
                <a:gd name="T31" fmla="*/ 382 h 625"/>
                <a:gd name="T32" fmla="*/ 5 w 501"/>
                <a:gd name="T33" fmla="*/ 229 h 625"/>
                <a:gd name="T34" fmla="*/ 240 w 501"/>
                <a:gd name="T35" fmla="*/ 3 h 625"/>
                <a:gd name="T36" fmla="*/ 424 w 501"/>
                <a:gd name="T37" fmla="*/ 71 h 625"/>
                <a:gd name="T38" fmla="*/ 501 w 501"/>
                <a:gd name="T39" fmla="*/ 251 h 625"/>
                <a:gd name="T40" fmla="*/ 465 w 501"/>
                <a:gd name="T41" fmla="*/ 380 h 625"/>
                <a:gd name="T42" fmla="*/ 403 w 501"/>
                <a:gd name="T43" fmla="*/ 591 h 625"/>
                <a:gd name="T44" fmla="*/ 403 w 501"/>
                <a:gd name="T45" fmla="*/ 610 h 625"/>
                <a:gd name="T46" fmla="*/ 387 w 501"/>
                <a:gd name="T47" fmla="*/ 625 h 6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01" h="625">
                  <a:moveTo>
                    <a:pt x="133" y="595"/>
                  </a:moveTo>
                  <a:lnTo>
                    <a:pt x="372" y="595"/>
                  </a:lnTo>
                  <a:lnTo>
                    <a:pt x="372" y="591"/>
                  </a:lnTo>
                  <a:cubicBezTo>
                    <a:pt x="372" y="514"/>
                    <a:pt x="395" y="436"/>
                    <a:pt x="439" y="364"/>
                  </a:cubicBezTo>
                  <a:cubicBezTo>
                    <a:pt x="460" y="330"/>
                    <a:pt x="471" y="291"/>
                    <a:pt x="471" y="251"/>
                  </a:cubicBezTo>
                  <a:cubicBezTo>
                    <a:pt x="471" y="191"/>
                    <a:pt x="447" y="135"/>
                    <a:pt x="403" y="93"/>
                  </a:cubicBezTo>
                  <a:cubicBezTo>
                    <a:pt x="359" y="51"/>
                    <a:pt x="302" y="30"/>
                    <a:pt x="241" y="33"/>
                  </a:cubicBezTo>
                  <a:cubicBezTo>
                    <a:pt x="133" y="39"/>
                    <a:pt x="45" y="124"/>
                    <a:pt x="35" y="231"/>
                  </a:cubicBezTo>
                  <a:cubicBezTo>
                    <a:pt x="31" y="279"/>
                    <a:pt x="42" y="326"/>
                    <a:pt x="67" y="366"/>
                  </a:cubicBezTo>
                  <a:cubicBezTo>
                    <a:pt x="110" y="435"/>
                    <a:pt x="133" y="510"/>
                    <a:pt x="133" y="583"/>
                  </a:cubicBezTo>
                  <a:lnTo>
                    <a:pt x="133" y="595"/>
                  </a:lnTo>
                  <a:close/>
                  <a:moveTo>
                    <a:pt x="387" y="625"/>
                  </a:moveTo>
                  <a:lnTo>
                    <a:pt x="118" y="625"/>
                  </a:lnTo>
                  <a:cubicBezTo>
                    <a:pt x="109" y="625"/>
                    <a:pt x="102" y="619"/>
                    <a:pt x="102" y="610"/>
                  </a:cubicBezTo>
                  <a:lnTo>
                    <a:pt x="102" y="583"/>
                  </a:lnTo>
                  <a:cubicBezTo>
                    <a:pt x="102" y="515"/>
                    <a:pt x="81" y="446"/>
                    <a:pt x="42" y="382"/>
                  </a:cubicBezTo>
                  <a:cubicBezTo>
                    <a:pt x="13" y="336"/>
                    <a:pt x="0" y="283"/>
                    <a:pt x="5" y="229"/>
                  </a:cubicBezTo>
                  <a:cubicBezTo>
                    <a:pt x="16" y="106"/>
                    <a:pt x="117" y="9"/>
                    <a:pt x="240" y="3"/>
                  </a:cubicBezTo>
                  <a:cubicBezTo>
                    <a:pt x="309" y="0"/>
                    <a:pt x="374" y="24"/>
                    <a:pt x="424" y="71"/>
                  </a:cubicBezTo>
                  <a:cubicBezTo>
                    <a:pt x="474" y="119"/>
                    <a:pt x="501" y="182"/>
                    <a:pt x="501" y="251"/>
                  </a:cubicBezTo>
                  <a:cubicBezTo>
                    <a:pt x="501" y="297"/>
                    <a:pt x="489" y="341"/>
                    <a:pt x="465" y="380"/>
                  </a:cubicBezTo>
                  <a:cubicBezTo>
                    <a:pt x="424" y="447"/>
                    <a:pt x="403" y="520"/>
                    <a:pt x="403" y="591"/>
                  </a:cubicBezTo>
                  <a:lnTo>
                    <a:pt x="403" y="610"/>
                  </a:lnTo>
                  <a:cubicBezTo>
                    <a:pt x="403" y="619"/>
                    <a:pt x="396" y="625"/>
                    <a:pt x="387" y="6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4" name="Rectangle 473">
              <a:extLst>
                <a:ext uri="{FF2B5EF4-FFF2-40B4-BE49-F238E27FC236}">
                  <a16:creationId xmlns:a16="http://schemas.microsoft.com/office/drawing/2014/main" id="{19742465-F187-B055-3CC0-0A8830AEFED5}"/>
                </a:ext>
              </a:extLst>
            </p:cNvPr>
            <p:cNvSpPr/>
            <p:nvPr/>
          </p:nvSpPr>
          <p:spPr>
            <a:xfrm flipV="1">
              <a:off x="3028785" y="3938239"/>
              <a:ext cx="163144" cy="279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5" name="Block Arc 474">
              <a:extLst>
                <a:ext uri="{FF2B5EF4-FFF2-40B4-BE49-F238E27FC236}">
                  <a16:creationId xmlns:a16="http://schemas.microsoft.com/office/drawing/2014/main" id="{2681E131-270B-04F4-9B79-2AF3222B92FF}"/>
                </a:ext>
              </a:extLst>
            </p:cNvPr>
            <p:cNvSpPr/>
            <p:nvPr/>
          </p:nvSpPr>
          <p:spPr>
            <a:xfrm rot="19800000">
              <a:off x="2897001" y="3256166"/>
              <a:ext cx="278275" cy="211779"/>
            </a:xfrm>
            <a:prstGeom prst="blockArc">
              <a:avLst>
                <a:gd name="adj1" fmla="val 11312943"/>
                <a:gd name="adj2" fmla="val 16498701"/>
                <a:gd name="adj3" fmla="val 15133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476" name="Group 475">
              <a:extLst>
                <a:ext uri="{FF2B5EF4-FFF2-40B4-BE49-F238E27FC236}">
                  <a16:creationId xmlns:a16="http://schemas.microsoft.com/office/drawing/2014/main" id="{1B3A692F-2745-B18D-0C1B-1EEC294B4810}"/>
                </a:ext>
              </a:extLst>
            </p:cNvPr>
            <p:cNvGrpSpPr/>
            <p:nvPr/>
          </p:nvGrpSpPr>
          <p:grpSpPr>
            <a:xfrm>
              <a:off x="2769575" y="2969660"/>
              <a:ext cx="698696" cy="252032"/>
              <a:chOff x="2769575" y="2969660"/>
              <a:chExt cx="698696" cy="252032"/>
            </a:xfrm>
            <a:grpFill/>
          </p:grpSpPr>
          <p:sp>
            <p:nvSpPr>
              <p:cNvPr id="477" name="Freeform 272">
                <a:extLst>
                  <a:ext uri="{FF2B5EF4-FFF2-40B4-BE49-F238E27FC236}">
                    <a16:creationId xmlns:a16="http://schemas.microsoft.com/office/drawing/2014/main" id="{313A607C-5C3D-BF3C-49EE-B9FBA1C0D9CF}"/>
                  </a:ext>
                </a:extLst>
              </p:cNvPr>
              <p:cNvSpPr>
                <a:spLocks/>
              </p:cNvSpPr>
              <p:nvPr/>
            </p:nvSpPr>
            <p:spPr bwMode="auto">
              <a:xfrm rot="18900000">
                <a:off x="3074653" y="2969660"/>
                <a:ext cx="74875" cy="72536"/>
              </a:xfrm>
              <a:custGeom>
                <a:avLst/>
                <a:gdLst>
                  <a:gd name="T0" fmla="*/ 16 w 66"/>
                  <a:gd name="T1" fmla="*/ 65 h 65"/>
                  <a:gd name="T2" fmla="*/ 6 w 66"/>
                  <a:gd name="T3" fmla="*/ 60 h 65"/>
                  <a:gd name="T4" fmla="*/ 6 w 66"/>
                  <a:gd name="T5" fmla="*/ 39 h 65"/>
                  <a:gd name="T6" fmla="*/ 39 w 66"/>
                  <a:gd name="T7" fmla="*/ 6 h 65"/>
                  <a:gd name="T8" fmla="*/ 60 w 66"/>
                  <a:gd name="T9" fmla="*/ 6 h 65"/>
                  <a:gd name="T10" fmla="*/ 60 w 66"/>
                  <a:gd name="T11" fmla="*/ 27 h 65"/>
                  <a:gd name="T12" fmla="*/ 27 w 66"/>
                  <a:gd name="T13" fmla="*/ 60 h 65"/>
                  <a:gd name="T14" fmla="*/ 16 w 66"/>
                  <a:gd name="T15" fmla="*/ 65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6" h="65">
                    <a:moveTo>
                      <a:pt x="16" y="65"/>
                    </a:moveTo>
                    <a:cubicBezTo>
                      <a:pt x="12" y="65"/>
                      <a:pt x="8" y="63"/>
                      <a:pt x="6" y="60"/>
                    </a:cubicBezTo>
                    <a:cubicBezTo>
                      <a:pt x="0" y="54"/>
                      <a:pt x="0" y="45"/>
                      <a:pt x="6" y="39"/>
                    </a:cubicBezTo>
                    <a:lnTo>
                      <a:pt x="39" y="6"/>
                    </a:lnTo>
                    <a:cubicBezTo>
                      <a:pt x="45" y="0"/>
                      <a:pt x="54" y="0"/>
                      <a:pt x="60" y="6"/>
                    </a:cubicBezTo>
                    <a:cubicBezTo>
                      <a:pt x="66" y="11"/>
                      <a:pt x="66" y="21"/>
                      <a:pt x="60" y="27"/>
                    </a:cubicBezTo>
                    <a:lnTo>
                      <a:pt x="27" y="60"/>
                    </a:lnTo>
                    <a:cubicBezTo>
                      <a:pt x="24" y="63"/>
                      <a:pt x="20" y="65"/>
                      <a:pt x="16" y="6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78" name="Freeform 273">
                <a:extLst>
                  <a:ext uri="{FF2B5EF4-FFF2-40B4-BE49-F238E27FC236}">
                    <a16:creationId xmlns:a16="http://schemas.microsoft.com/office/drawing/2014/main" id="{E8B48698-DD3F-3C91-E9B1-37525A288207}"/>
                  </a:ext>
                </a:extLst>
              </p:cNvPr>
              <p:cNvSpPr>
                <a:spLocks/>
              </p:cNvSpPr>
              <p:nvPr/>
            </p:nvSpPr>
            <p:spPr bwMode="auto">
              <a:xfrm rot="18900000">
                <a:off x="2950821" y="2970169"/>
                <a:ext cx="56157" cy="102954"/>
              </a:xfrm>
              <a:custGeom>
                <a:avLst/>
                <a:gdLst>
                  <a:gd name="T0" fmla="*/ 17 w 50"/>
                  <a:gd name="T1" fmla="*/ 91 h 91"/>
                  <a:gd name="T2" fmla="*/ 13 w 50"/>
                  <a:gd name="T3" fmla="*/ 90 h 91"/>
                  <a:gd name="T4" fmla="*/ 2 w 50"/>
                  <a:gd name="T5" fmla="*/ 72 h 91"/>
                  <a:gd name="T6" fmla="*/ 19 w 50"/>
                  <a:gd name="T7" fmla="*/ 12 h 91"/>
                  <a:gd name="T8" fmla="*/ 37 w 50"/>
                  <a:gd name="T9" fmla="*/ 2 h 91"/>
                  <a:gd name="T10" fmla="*/ 48 w 50"/>
                  <a:gd name="T11" fmla="*/ 21 h 91"/>
                  <a:gd name="T12" fmla="*/ 31 w 50"/>
                  <a:gd name="T13" fmla="*/ 80 h 91"/>
                  <a:gd name="T14" fmla="*/ 17 w 50"/>
                  <a:gd name="T15" fmla="*/ 91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0" h="91">
                    <a:moveTo>
                      <a:pt x="17" y="91"/>
                    </a:moveTo>
                    <a:cubicBezTo>
                      <a:pt x="15" y="91"/>
                      <a:pt x="14" y="91"/>
                      <a:pt x="13" y="90"/>
                    </a:cubicBezTo>
                    <a:cubicBezTo>
                      <a:pt x="5" y="88"/>
                      <a:pt x="0" y="80"/>
                      <a:pt x="2" y="72"/>
                    </a:cubicBezTo>
                    <a:lnTo>
                      <a:pt x="19" y="12"/>
                    </a:lnTo>
                    <a:cubicBezTo>
                      <a:pt x="21" y="4"/>
                      <a:pt x="29" y="0"/>
                      <a:pt x="37" y="2"/>
                    </a:cubicBezTo>
                    <a:cubicBezTo>
                      <a:pt x="46" y="4"/>
                      <a:pt x="50" y="13"/>
                      <a:pt x="48" y="21"/>
                    </a:cubicBezTo>
                    <a:lnTo>
                      <a:pt x="31" y="80"/>
                    </a:lnTo>
                    <a:cubicBezTo>
                      <a:pt x="29" y="87"/>
                      <a:pt x="23" y="91"/>
                      <a:pt x="17" y="91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79" name="Freeform 274">
                <a:extLst>
                  <a:ext uri="{FF2B5EF4-FFF2-40B4-BE49-F238E27FC236}">
                    <a16:creationId xmlns:a16="http://schemas.microsoft.com/office/drawing/2014/main" id="{C18D6F10-3770-8D7E-1463-F78654E18B5C}"/>
                  </a:ext>
                </a:extLst>
              </p:cNvPr>
              <p:cNvSpPr>
                <a:spLocks/>
              </p:cNvSpPr>
              <p:nvPr/>
            </p:nvSpPr>
            <p:spPr bwMode="auto">
              <a:xfrm rot="18900000">
                <a:off x="3192632" y="2994737"/>
                <a:ext cx="105295" cy="53818"/>
              </a:xfrm>
              <a:custGeom>
                <a:avLst/>
                <a:gdLst>
                  <a:gd name="T0" fmla="*/ 17 w 93"/>
                  <a:gd name="T1" fmla="*/ 48 h 48"/>
                  <a:gd name="T2" fmla="*/ 2 w 93"/>
                  <a:gd name="T3" fmla="*/ 37 h 48"/>
                  <a:gd name="T4" fmla="*/ 13 w 93"/>
                  <a:gd name="T5" fmla="*/ 18 h 48"/>
                  <a:gd name="T6" fmla="*/ 72 w 93"/>
                  <a:gd name="T7" fmla="*/ 2 h 48"/>
                  <a:gd name="T8" fmla="*/ 91 w 93"/>
                  <a:gd name="T9" fmla="*/ 12 h 48"/>
                  <a:gd name="T10" fmla="*/ 80 w 93"/>
                  <a:gd name="T11" fmla="*/ 31 h 48"/>
                  <a:gd name="T12" fmla="*/ 21 w 93"/>
                  <a:gd name="T13" fmla="*/ 48 h 48"/>
                  <a:gd name="T14" fmla="*/ 17 w 93"/>
                  <a:gd name="T15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3" h="48">
                    <a:moveTo>
                      <a:pt x="17" y="48"/>
                    </a:moveTo>
                    <a:cubicBezTo>
                      <a:pt x="10" y="48"/>
                      <a:pt x="4" y="44"/>
                      <a:pt x="2" y="37"/>
                    </a:cubicBezTo>
                    <a:cubicBezTo>
                      <a:pt x="0" y="29"/>
                      <a:pt x="5" y="21"/>
                      <a:pt x="13" y="18"/>
                    </a:cubicBezTo>
                    <a:lnTo>
                      <a:pt x="72" y="2"/>
                    </a:lnTo>
                    <a:cubicBezTo>
                      <a:pt x="80" y="0"/>
                      <a:pt x="89" y="4"/>
                      <a:pt x="91" y="12"/>
                    </a:cubicBezTo>
                    <a:cubicBezTo>
                      <a:pt x="93" y="20"/>
                      <a:pt x="88" y="29"/>
                      <a:pt x="80" y="31"/>
                    </a:cubicBezTo>
                    <a:lnTo>
                      <a:pt x="21" y="48"/>
                    </a:lnTo>
                    <a:cubicBezTo>
                      <a:pt x="20" y="48"/>
                      <a:pt x="18" y="48"/>
                      <a:pt x="17" y="4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80" name="Freeform 274">
                <a:extLst>
                  <a:ext uri="{FF2B5EF4-FFF2-40B4-BE49-F238E27FC236}">
                    <a16:creationId xmlns:a16="http://schemas.microsoft.com/office/drawing/2014/main" id="{7E532B65-8490-CDC6-C019-040E7504844B}"/>
                  </a:ext>
                </a:extLst>
              </p:cNvPr>
              <p:cNvSpPr>
                <a:spLocks/>
              </p:cNvSpPr>
              <p:nvPr/>
            </p:nvSpPr>
            <p:spPr bwMode="auto">
              <a:xfrm rot="19797037">
                <a:off x="3312076" y="3060264"/>
                <a:ext cx="87827" cy="53818"/>
              </a:xfrm>
              <a:custGeom>
                <a:avLst/>
                <a:gdLst>
                  <a:gd name="T0" fmla="*/ 17 w 93"/>
                  <a:gd name="T1" fmla="*/ 48 h 48"/>
                  <a:gd name="T2" fmla="*/ 2 w 93"/>
                  <a:gd name="T3" fmla="*/ 37 h 48"/>
                  <a:gd name="T4" fmla="*/ 13 w 93"/>
                  <a:gd name="T5" fmla="*/ 18 h 48"/>
                  <a:gd name="T6" fmla="*/ 72 w 93"/>
                  <a:gd name="T7" fmla="*/ 2 h 48"/>
                  <a:gd name="T8" fmla="*/ 91 w 93"/>
                  <a:gd name="T9" fmla="*/ 12 h 48"/>
                  <a:gd name="T10" fmla="*/ 80 w 93"/>
                  <a:gd name="T11" fmla="*/ 31 h 48"/>
                  <a:gd name="T12" fmla="*/ 21 w 93"/>
                  <a:gd name="T13" fmla="*/ 48 h 48"/>
                  <a:gd name="T14" fmla="*/ 17 w 93"/>
                  <a:gd name="T15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3" h="48">
                    <a:moveTo>
                      <a:pt x="17" y="48"/>
                    </a:moveTo>
                    <a:cubicBezTo>
                      <a:pt x="10" y="48"/>
                      <a:pt x="4" y="44"/>
                      <a:pt x="2" y="37"/>
                    </a:cubicBezTo>
                    <a:cubicBezTo>
                      <a:pt x="0" y="29"/>
                      <a:pt x="5" y="21"/>
                      <a:pt x="13" y="18"/>
                    </a:cubicBezTo>
                    <a:lnTo>
                      <a:pt x="72" y="2"/>
                    </a:lnTo>
                    <a:cubicBezTo>
                      <a:pt x="80" y="0"/>
                      <a:pt x="89" y="4"/>
                      <a:pt x="91" y="12"/>
                    </a:cubicBezTo>
                    <a:cubicBezTo>
                      <a:pt x="93" y="20"/>
                      <a:pt x="88" y="29"/>
                      <a:pt x="80" y="31"/>
                    </a:cubicBezTo>
                    <a:lnTo>
                      <a:pt x="21" y="48"/>
                    </a:lnTo>
                    <a:cubicBezTo>
                      <a:pt x="20" y="48"/>
                      <a:pt x="18" y="48"/>
                      <a:pt x="17" y="4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81" name="Freeform 274">
                <a:extLst>
                  <a:ext uri="{FF2B5EF4-FFF2-40B4-BE49-F238E27FC236}">
                    <a16:creationId xmlns:a16="http://schemas.microsoft.com/office/drawing/2014/main" id="{FCF0D09B-7641-7492-BC87-658A84060B37}"/>
                  </a:ext>
                </a:extLst>
              </p:cNvPr>
              <p:cNvSpPr>
                <a:spLocks/>
              </p:cNvSpPr>
              <p:nvPr/>
            </p:nvSpPr>
            <p:spPr bwMode="auto">
              <a:xfrm rot="14362783">
                <a:off x="2838754" y="3072405"/>
                <a:ext cx="87826" cy="53818"/>
              </a:xfrm>
              <a:custGeom>
                <a:avLst/>
                <a:gdLst>
                  <a:gd name="T0" fmla="*/ 17 w 93"/>
                  <a:gd name="T1" fmla="*/ 48 h 48"/>
                  <a:gd name="T2" fmla="*/ 2 w 93"/>
                  <a:gd name="T3" fmla="*/ 37 h 48"/>
                  <a:gd name="T4" fmla="*/ 13 w 93"/>
                  <a:gd name="T5" fmla="*/ 18 h 48"/>
                  <a:gd name="T6" fmla="*/ 72 w 93"/>
                  <a:gd name="T7" fmla="*/ 2 h 48"/>
                  <a:gd name="T8" fmla="*/ 91 w 93"/>
                  <a:gd name="T9" fmla="*/ 12 h 48"/>
                  <a:gd name="T10" fmla="*/ 80 w 93"/>
                  <a:gd name="T11" fmla="*/ 31 h 48"/>
                  <a:gd name="T12" fmla="*/ 21 w 93"/>
                  <a:gd name="T13" fmla="*/ 48 h 48"/>
                  <a:gd name="T14" fmla="*/ 17 w 93"/>
                  <a:gd name="T15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3" h="48">
                    <a:moveTo>
                      <a:pt x="17" y="48"/>
                    </a:moveTo>
                    <a:cubicBezTo>
                      <a:pt x="10" y="48"/>
                      <a:pt x="4" y="44"/>
                      <a:pt x="2" y="37"/>
                    </a:cubicBezTo>
                    <a:cubicBezTo>
                      <a:pt x="0" y="29"/>
                      <a:pt x="5" y="21"/>
                      <a:pt x="13" y="18"/>
                    </a:cubicBezTo>
                    <a:lnTo>
                      <a:pt x="72" y="2"/>
                    </a:lnTo>
                    <a:cubicBezTo>
                      <a:pt x="80" y="0"/>
                      <a:pt x="89" y="4"/>
                      <a:pt x="91" y="12"/>
                    </a:cubicBezTo>
                    <a:cubicBezTo>
                      <a:pt x="93" y="20"/>
                      <a:pt x="88" y="29"/>
                      <a:pt x="80" y="31"/>
                    </a:cubicBezTo>
                    <a:lnTo>
                      <a:pt x="21" y="48"/>
                    </a:lnTo>
                    <a:cubicBezTo>
                      <a:pt x="20" y="48"/>
                      <a:pt x="18" y="48"/>
                      <a:pt x="17" y="4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82" name="Freeform 274">
                <a:extLst>
                  <a:ext uri="{FF2B5EF4-FFF2-40B4-BE49-F238E27FC236}">
                    <a16:creationId xmlns:a16="http://schemas.microsoft.com/office/drawing/2014/main" id="{18071325-0F6B-DA15-29A4-F867904805EA}"/>
                  </a:ext>
                </a:extLst>
              </p:cNvPr>
              <p:cNvSpPr>
                <a:spLocks/>
              </p:cNvSpPr>
              <p:nvPr/>
            </p:nvSpPr>
            <p:spPr bwMode="auto">
              <a:xfrm rot="13457357">
                <a:off x="2769575" y="3167874"/>
                <a:ext cx="82296" cy="53818"/>
              </a:xfrm>
              <a:custGeom>
                <a:avLst/>
                <a:gdLst>
                  <a:gd name="T0" fmla="*/ 17 w 93"/>
                  <a:gd name="T1" fmla="*/ 48 h 48"/>
                  <a:gd name="T2" fmla="*/ 2 w 93"/>
                  <a:gd name="T3" fmla="*/ 37 h 48"/>
                  <a:gd name="T4" fmla="*/ 13 w 93"/>
                  <a:gd name="T5" fmla="*/ 18 h 48"/>
                  <a:gd name="T6" fmla="*/ 72 w 93"/>
                  <a:gd name="T7" fmla="*/ 2 h 48"/>
                  <a:gd name="T8" fmla="*/ 91 w 93"/>
                  <a:gd name="T9" fmla="*/ 12 h 48"/>
                  <a:gd name="T10" fmla="*/ 80 w 93"/>
                  <a:gd name="T11" fmla="*/ 31 h 48"/>
                  <a:gd name="T12" fmla="*/ 21 w 93"/>
                  <a:gd name="T13" fmla="*/ 48 h 48"/>
                  <a:gd name="T14" fmla="*/ 17 w 93"/>
                  <a:gd name="T15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3" h="48">
                    <a:moveTo>
                      <a:pt x="17" y="48"/>
                    </a:moveTo>
                    <a:cubicBezTo>
                      <a:pt x="10" y="48"/>
                      <a:pt x="4" y="44"/>
                      <a:pt x="2" y="37"/>
                    </a:cubicBezTo>
                    <a:cubicBezTo>
                      <a:pt x="0" y="29"/>
                      <a:pt x="5" y="21"/>
                      <a:pt x="13" y="18"/>
                    </a:cubicBezTo>
                    <a:lnTo>
                      <a:pt x="72" y="2"/>
                    </a:lnTo>
                    <a:cubicBezTo>
                      <a:pt x="80" y="0"/>
                      <a:pt x="89" y="4"/>
                      <a:pt x="91" y="12"/>
                    </a:cubicBezTo>
                    <a:cubicBezTo>
                      <a:pt x="93" y="20"/>
                      <a:pt x="88" y="29"/>
                      <a:pt x="80" y="31"/>
                    </a:cubicBezTo>
                    <a:lnTo>
                      <a:pt x="21" y="48"/>
                    </a:lnTo>
                    <a:cubicBezTo>
                      <a:pt x="20" y="48"/>
                      <a:pt x="18" y="48"/>
                      <a:pt x="17" y="4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83" name="Freeform 274">
                <a:extLst>
                  <a:ext uri="{FF2B5EF4-FFF2-40B4-BE49-F238E27FC236}">
                    <a16:creationId xmlns:a16="http://schemas.microsoft.com/office/drawing/2014/main" id="{5E9A434C-1D9E-43C2-7313-81FFC3B19AEB}"/>
                  </a:ext>
                </a:extLst>
              </p:cNvPr>
              <p:cNvSpPr>
                <a:spLocks/>
              </p:cNvSpPr>
              <p:nvPr/>
            </p:nvSpPr>
            <p:spPr bwMode="auto">
              <a:xfrm rot="20759386">
                <a:off x="3385975" y="3148400"/>
                <a:ext cx="82296" cy="53818"/>
              </a:xfrm>
              <a:custGeom>
                <a:avLst/>
                <a:gdLst>
                  <a:gd name="T0" fmla="*/ 17 w 93"/>
                  <a:gd name="T1" fmla="*/ 48 h 48"/>
                  <a:gd name="T2" fmla="*/ 2 w 93"/>
                  <a:gd name="T3" fmla="*/ 37 h 48"/>
                  <a:gd name="T4" fmla="*/ 13 w 93"/>
                  <a:gd name="T5" fmla="*/ 18 h 48"/>
                  <a:gd name="T6" fmla="*/ 72 w 93"/>
                  <a:gd name="T7" fmla="*/ 2 h 48"/>
                  <a:gd name="T8" fmla="*/ 91 w 93"/>
                  <a:gd name="T9" fmla="*/ 12 h 48"/>
                  <a:gd name="T10" fmla="*/ 80 w 93"/>
                  <a:gd name="T11" fmla="*/ 31 h 48"/>
                  <a:gd name="T12" fmla="*/ 21 w 93"/>
                  <a:gd name="T13" fmla="*/ 48 h 48"/>
                  <a:gd name="T14" fmla="*/ 17 w 93"/>
                  <a:gd name="T15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3" h="48">
                    <a:moveTo>
                      <a:pt x="17" y="48"/>
                    </a:moveTo>
                    <a:cubicBezTo>
                      <a:pt x="10" y="48"/>
                      <a:pt x="4" y="44"/>
                      <a:pt x="2" y="37"/>
                    </a:cubicBezTo>
                    <a:cubicBezTo>
                      <a:pt x="0" y="29"/>
                      <a:pt x="5" y="21"/>
                      <a:pt x="13" y="18"/>
                    </a:cubicBezTo>
                    <a:lnTo>
                      <a:pt x="72" y="2"/>
                    </a:lnTo>
                    <a:cubicBezTo>
                      <a:pt x="80" y="0"/>
                      <a:pt x="89" y="4"/>
                      <a:pt x="91" y="12"/>
                    </a:cubicBezTo>
                    <a:cubicBezTo>
                      <a:pt x="93" y="20"/>
                      <a:pt x="88" y="29"/>
                      <a:pt x="80" y="31"/>
                    </a:cubicBezTo>
                    <a:lnTo>
                      <a:pt x="21" y="48"/>
                    </a:lnTo>
                    <a:cubicBezTo>
                      <a:pt x="20" y="48"/>
                      <a:pt x="18" y="48"/>
                      <a:pt x="17" y="4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484" name="Group 483">
            <a:extLst>
              <a:ext uri="{FF2B5EF4-FFF2-40B4-BE49-F238E27FC236}">
                <a16:creationId xmlns:a16="http://schemas.microsoft.com/office/drawing/2014/main" id="{44D5E249-EC96-7D32-0303-F5D6B41407D9}"/>
              </a:ext>
            </a:extLst>
          </p:cNvPr>
          <p:cNvGrpSpPr/>
          <p:nvPr/>
        </p:nvGrpSpPr>
        <p:grpSpPr>
          <a:xfrm>
            <a:off x="9984999" y="3714456"/>
            <a:ext cx="1168218" cy="948169"/>
            <a:chOff x="4992539" y="4972396"/>
            <a:chExt cx="1176060" cy="954535"/>
          </a:xfrm>
          <a:solidFill>
            <a:schemeClr val="tx1"/>
          </a:solidFill>
        </p:grpSpPr>
        <p:grpSp>
          <p:nvGrpSpPr>
            <p:cNvPr id="485" name="Group 484">
              <a:extLst>
                <a:ext uri="{FF2B5EF4-FFF2-40B4-BE49-F238E27FC236}">
                  <a16:creationId xmlns:a16="http://schemas.microsoft.com/office/drawing/2014/main" id="{13307790-204E-E61C-8810-5A7FAE773DD9}"/>
                </a:ext>
              </a:extLst>
            </p:cNvPr>
            <p:cNvGrpSpPr/>
            <p:nvPr/>
          </p:nvGrpSpPr>
          <p:grpSpPr>
            <a:xfrm>
              <a:off x="4992539" y="4972396"/>
              <a:ext cx="346672" cy="954535"/>
              <a:chOff x="5416978" y="4053234"/>
              <a:chExt cx="346672" cy="954535"/>
            </a:xfrm>
            <a:grpFill/>
          </p:grpSpPr>
          <p:sp>
            <p:nvSpPr>
              <p:cNvPr id="494" name="Freeform: Shape 241">
                <a:extLst>
                  <a:ext uri="{FF2B5EF4-FFF2-40B4-BE49-F238E27FC236}">
                    <a16:creationId xmlns:a16="http://schemas.microsoft.com/office/drawing/2014/main" id="{1921322E-27F7-A84C-6DC9-94CC9380E6BE}"/>
                  </a:ext>
                </a:extLst>
              </p:cNvPr>
              <p:cNvSpPr/>
              <p:nvPr/>
            </p:nvSpPr>
            <p:spPr>
              <a:xfrm>
                <a:off x="5510888" y="4053234"/>
                <a:ext cx="158852" cy="208259"/>
              </a:xfrm>
              <a:custGeom>
                <a:avLst/>
                <a:gdLst>
                  <a:gd name="connsiteX0" fmla="*/ 79426 w 158852"/>
                  <a:gd name="connsiteY0" fmla="*/ 0 h 208259"/>
                  <a:gd name="connsiteX1" fmla="*/ 158852 w 158852"/>
                  <a:gd name="connsiteY1" fmla="*/ 83400 h 208259"/>
                  <a:gd name="connsiteX2" fmla="*/ 158852 w 158852"/>
                  <a:gd name="connsiteY2" fmla="*/ 208259 h 208259"/>
                  <a:gd name="connsiteX3" fmla="*/ 138798 w 158852"/>
                  <a:gd name="connsiteY3" fmla="*/ 194738 h 208259"/>
                  <a:gd name="connsiteX4" fmla="*/ 128065 w 158852"/>
                  <a:gd name="connsiteY4" fmla="*/ 192571 h 208259"/>
                  <a:gd name="connsiteX5" fmla="*/ 128065 w 158852"/>
                  <a:gd name="connsiteY5" fmla="*/ 88003 h 208259"/>
                  <a:gd name="connsiteX6" fmla="*/ 79426 w 158852"/>
                  <a:gd name="connsiteY6" fmla="*/ 36931 h 208259"/>
                  <a:gd name="connsiteX7" fmla="*/ 30787 w 158852"/>
                  <a:gd name="connsiteY7" fmla="*/ 88003 h 208259"/>
                  <a:gd name="connsiteX8" fmla="*/ 30787 w 158852"/>
                  <a:gd name="connsiteY8" fmla="*/ 192571 h 208259"/>
                  <a:gd name="connsiteX9" fmla="*/ 20054 w 158852"/>
                  <a:gd name="connsiteY9" fmla="*/ 194738 h 208259"/>
                  <a:gd name="connsiteX10" fmla="*/ 0 w 158852"/>
                  <a:gd name="connsiteY10" fmla="*/ 208259 h 208259"/>
                  <a:gd name="connsiteX11" fmla="*/ 0 w 158852"/>
                  <a:gd name="connsiteY11" fmla="*/ 83400 h 208259"/>
                  <a:gd name="connsiteX12" fmla="*/ 79426 w 158852"/>
                  <a:gd name="connsiteY12" fmla="*/ 0 h 208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8852" h="208259">
                    <a:moveTo>
                      <a:pt x="79426" y="0"/>
                    </a:moveTo>
                    <a:cubicBezTo>
                      <a:pt x="123292" y="0"/>
                      <a:pt x="158852" y="37339"/>
                      <a:pt x="158852" y="83400"/>
                    </a:cubicBezTo>
                    <a:lnTo>
                      <a:pt x="158852" y="208259"/>
                    </a:lnTo>
                    <a:lnTo>
                      <a:pt x="138798" y="194738"/>
                    </a:lnTo>
                    <a:lnTo>
                      <a:pt x="128065" y="192571"/>
                    </a:lnTo>
                    <a:lnTo>
                      <a:pt x="128065" y="88003"/>
                    </a:lnTo>
                    <a:cubicBezTo>
                      <a:pt x="128065" y="59796"/>
                      <a:pt x="106289" y="36931"/>
                      <a:pt x="79426" y="36931"/>
                    </a:cubicBezTo>
                    <a:cubicBezTo>
                      <a:pt x="52563" y="36931"/>
                      <a:pt x="30787" y="59796"/>
                      <a:pt x="30787" y="88003"/>
                    </a:cubicBezTo>
                    <a:lnTo>
                      <a:pt x="30787" y="192571"/>
                    </a:lnTo>
                    <a:lnTo>
                      <a:pt x="20054" y="194738"/>
                    </a:lnTo>
                    <a:lnTo>
                      <a:pt x="0" y="208259"/>
                    </a:lnTo>
                    <a:lnTo>
                      <a:pt x="0" y="83400"/>
                    </a:lnTo>
                    <a:cubicBezTo>
                      <a:pt x="0" y="37339"/>
                      <a:pt x="35560" y="0"/>
                      <a:pt x="7942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95" name="Freeform: Shape 243">
                <a:extLst>
                  <a:ext uri="{FF2B5EF4-FFF2-40B4-BE49-F238E27FC236}">
                    <a16:creationId xmlns:a16="http://schemas.microsoft.com/office/drawing/2014/main" id="{F4115BA0-7934-30A4-D8BC-C7D1EC3DDD5B}"/>
                  </a:ext>
                </a:extLst>
              </p:cNvPr>
              <p:cNvSpPr/>
              <p:nvPr/>
            </p:nvSpPr>
            <p:spPr>
              <a:xfrm>
                <a:off x="5510888" y="4515537"/>
                <a:ext cx="158852" cy="492232"/>
              </a:xfrm>
              <a:custGeom>
                <a:avLst/>
                <a:gdLst>
                  <a:gd name="connsiteX0" fmla="*/ 0 w 158852"/>
                  <a:gd name="connsiteY0" fmla="*/ 0 h 492232"/>
                  <a:gd name="connsiteX1" fmla="*/ 20054 w 158852"/>
                  <a:gd name="connsiteY1" fmla="*/ 13520 h 492232"/>
                  <a:gd name="connsiteX2" fmla="*/ 30787 w 158852"/>
                  <a:gd name="connsiteY2" fmla="*/ 15687 h 492232"/>
                  <a:gd name="connsiteX3" fmla="*/ 30787 w 158852"/>
                  <a:gd name="connsiteY3" fmla="*/ 404229 h 492232"/>
                  <a:gd name="connsiteX4" fmla="*/ 79426 w 158852"/>
                  <a:gd name="connsiteY4" fmla="*/ 455302 h 492232"/>
                  <a:gd name="connsiteX5" fmla="*/ 128065 w 158852"/>
                  <a:gd name="connsiteY5" fmla="*/ 404229 h 492232"/>
                  <a:gd name="connsiteX6" fmla="*/ 128065 w 158852"/>
                  <a:gd name="connsiteY6" fmla="*/ 15687 h 492232"/>
                  <a:gd name="connsiteX7" fmla="*/ 138798 w 158852"/>
                  <a:gd name="connsiteY7" fmla="*/ 13520 h 492232"/>
                  <a:gd name="connsiteX8" fmla="*/ 158852 w 158852"/>
                  <a:gd name="connsiteY8" fmla="*/ 0 h 492232"/>
                  <a:gd name="connsiteX9" fmla="*/ 158852 w 158852"/>
                  <a:gd name="connsiteY9" fmla="*/ 408833 h 492232"/>
                  <a:gd name="connsiteX10" fmla="*/ 79426 w 158852"/>
                  <a:gd name="connsiteY10" fmla="*/ 492232 h 492232"/>
                  <a:gd name="connsiteX11" fmla="*/ 0 w 158852"/>
                  <a:gd name="connsiteY11" fmla="*/ 408833 h 492232"/>
                  <a:gd name="connsiteX12" fmla="*/ 0 w 158852"/>
                  <a:gd name="connsiteY12" fmla="*/ 0 h 4922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8852" h="492232">
                    <a:moveTo>
                      <a:pt x="0" y="0"/>
                    </a:moveTo>
                    <a:lnTo>
                      <a:pt x="20054" y="13520"/>
                    </a:lnTo>
                    <a:lnTo>
                      <a:pt x="30787" y="15687"/>
                    </a:lnTo>
                    <a:lnTo>
                      <a:pt x="30787" y="404229"/>
                    </a:lnTo>
                    <a:cubicBezTo>
                      <a:pt x="30787" y="432436"/>
                      <a:pt x="52563" y="455302"/>
                      <a:pt x="79426" y="455302"/>
                    </a:cubicBezTo>
                    <a:cubicBezTo>
                      <a:pt x="106289" y="455302"/>
                      <a:pt x="128065" y="432436"/>
                      <a:pt x="128065" y="404229"/>
                    </a:cubicBezTo>
                    <a:lnTo>
                      <a:pt x="128065" y="15687"/>
                    </a:lnTo>
                    <a:lnTo>
                      <a:pt x="138798" y="13520"/>
                    </a:lnTo>
                    <a:lnTo>
                      <a:pt x="158852" y="0"/>
                    </a:lnTo>
                    <a:lnTo>
                      <a:pt x="158852" y="408833"/>
                    </a:lnTo>
                    <a:cubicBezTo>
                      <a:pt x="158852" y="454893"/>
                      <a:pt x="123292" y="492232"/>
                      <a:pt x="79426" y="492232"/>
                    </a:cubicBezTo>
                    <a:cubicBezTo>
                      <a:pt x="35560" y="492232"/>
                      <a:pt x="0" y="454893"/>
                      <a:pt x="0" y="408833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96" name="Circle: Hollow 244">
                <a:extLst>
                  <a:ext uri="{FF2B5EF4-FFF2-40B4-BE49-F238E27FC236}">
                    <a16:creationId xmlns:a16="http://schemas.microsoft.com/office/drawing/2014/main" id="{CF728F44-EA9E-5A56-FEE8-EE0707AFEFF3}"/>
                  </a:ext>
                </a:extLst>
              </p:cNvPr>
              <p:cNvSpPr/>
              <p:nvPr/>
            </p:nvSpPr>
            <p:spPr>
              <a:xfrm>
                <a:off x="5416978" y="4215179"/>
                <a:ext cx="346672" cy="346672"/>
              </a:xfrm>
              <a:prstGeom prst="donut">
                <a:avLst>
                  <a:gd name="adj" fmla="val 8817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86" name="Group 485">
              <a:extLst>
                <a:ext uri="{FF2B5EF4-FFF2-40B4-BE49-F238E27FC236}">
                  <a16:creationId xmlns:a16="http://schemas.microsoft.com/office/drawing/2014/main" id="{A1A94ABA-AD3E-23AA-78C4-33D70460817B}"/>
                </a:ext>
              </a:extLst>
            </p:cNvPr>
            <p:cNvGrpSpPr/>
            <p:nvPr/>
          </p:nvGrpSpPr>
          <p:grpSpPr>
            <a:xfrm rot="10800000">
              <a:off x="5406876" y="4972396"/>
              <a:ext cx="346672" cy="954535"/>
              <a:chOff x="5416978" y="4053234"/>
              <a:chExt cx="346672" cy="954535"/>
            </a:xfrm>
            <a:grpFill/>
          </p:grpSpPr>
          <p:sp>
            <p:nvSpPr>
              <p:cNvPr id="491" name="Freeform: Shape 238">
                <a:extLst>
                  <a:ext uri="{FF2B5EF4-FFF2-40B4-BE49-F238E27FC236}">
                    <a16:creationId xmlns:a16="http://schemas.microsoft.com/office/drawing/2014/main" id="{C010FE1E-EA8F-75CA-BA5B-F15EC60F9EEA}"/>
                  </a:ext>
                </a:extLst>
              </p:cNvPr>
              <p:cNvSpPr/>
              <p:nvPr/>
            </p:nvSpPr>
            <p:spPr>
              <a:xfrm>
                <a:off x="5510888" y="4053234"/>
                <a:ext cx="158852" cy="208259"/>
              </a:xfrm>
              <a:custGeom>
                <a:avLst/>
                <a:gdLst>
                  <a:gd name="connsiteX0" fmla="*/ 79426 w 158852"/>
                  <a:gd name="connsiteY0" fmla="*/ 0 h 208259"/>
                  <a:gd name="connsiteX1" fmla="*/ 158852 w 158852"/>
                  <a:gd name="connsiteY1" fmla="*/ 83400 h 208259"/>
                  <a:gd name="connsiteX2" fmla="*/ 158852 w 158852"/>
                  <a:gd name="connsiteY2" fmla="*/ 208259 h 208259"/>
                  <a:gd name="connsiteX3" fmla="*/ 138798 w 158852"/>
                  <a:gd name="connsiteY3" fmla="*/ 194738 h 208259"/>
                  <a:gd name="connsiteX4" fmla="*/ 128065 w 158852"/>
                  <a:gd name="connsiteY4" fmla="*/ 192571 h 208259"/>
                  <a:gd name="connsiteX5" fmla="*/ 128065 w 158852"/>
                  <a:gd name="connsiteY5" fmla="*/ 88003 h 208259"/>
                  <a:gd name="connsiteX6" fmla="*/ 79426 w 158852"/>
                  <a:gd name="connsiteY6" fmla="*/ 36931 h 208259"/>
                  <a:gd name="connsiteX7" fmla="*/ 30787 w 158852"/>
                  <a:gd name="connsiteY7" fmla="*/ 88003 h 208259"/>
                  <a:gd name="connsiteX8" fmla="*/ 30787 w 158852"/>
                  <a:gd name="connsiteY8" fmla="*/ 192571 h 208259"/>
                  <a:gd name="connsiteX9" fmla="*/ 20054 w 158852"/>
                  <a:gd name="connsiteY9" fmla="*/ 194738 h 208259"/>
                  <a:gd name="connsiteX10" fmla="*/ 0 w 158852"/>
                  <a:gd name="connsiteY10" fmla="*/ 208259 h 208259"/>
                  <a:gd name="connsiteX11" fmla="*/ 0 w 158852"/>
                  <a:gd name="connsiteY11" fmla="*/ 83400 h 208259"/>
                  <a:gd name="connsiteX12" fmla="*/ 79426 w 158852"/>
                  <a:gd name="connsiteY12" fmla="*/ 0 h 208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8852" h="208259">
                    <a:moveTo>
                      <a:pt x="79426" y="0"/>
                    </a:moveTo>
                    <a:cubicBezTo>
                      <a:pt x="123292" y="0"/>
                      <a:pt x="158852" y="37339"/>
                      <a:pt x="158852" y="83400"/>
                    </a:cubicBezTo>
                    <a:lnTo>
                      <a:pt x="158852" y="208259"/>
                    </a:lnTo>
                    <a:lnTo>
                      <a:pt x="138798" y="194738"/>
                    </a:lnTo>
                    <a:lnTo>
                      <a:pt x="128065" y="192571"/>
                    </a:lnTo>
                    <a:lnTo>
                      <a:pt x="128065" y="88003"/>
                    </a:lnTo>
                    <a:cubicBezTo>
                      <a:pt x="128065" y="59796"/>
                      <a:pt x="106289" y="36931"/>
                      <a:pt x="79426" y="36931"/>
                    </a:cubicBezTo>
                    <a:cubicBezTo>
                      <a:pt x="52563" y="36931"/>
                      <a:pt x="30787" y="59796"/>
                      <a:pt x="30787" y="88003"/>
                    </a:cubicBezTo>
                    <a:lnTo>
                      <a:pt x="30787" y="192571"/>
                    </a:lnTo>
                    <a:lnTo>
                      <a:pt x="20054" y="194738"/>
                    </a:lnTo>
                    <a:lnTo>
                      <a:pt x="0" y="208259"/>
                    </a:lnTo>
                    <a:lnTo>
                      <a:pt x="0" y="83400"/>
                    </a:lnTo>
                    <a:cubicBezTo>
                      <a:pt x="0" y="37339"/>
                      <a:pt x="35560" y="0"/>
                      <a:pt x="7942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92" name="Freeform: Shape 239">
                <a:extLst>
                  <a:ext uri="{FF2B5EF4-FFF2-40B4-BE49-F238E27FC236}">
                    <a16:creationId xmlns:a16="http://schemas.microsoft.com/office/drawing/2014/main" id="{1A9D440E-D948-BED1-F667-25E79F9B8E99}"/>
                  </a:ext>
                </a:extLst>
              </p:cNvPr>
              <p:cNvSpPr/>
              <p:nvPr/>
            </p:nvSpPr>
            <p:spPr>
              <a:xfrm>
                <a:off x="5510888" y="4515537"/>
                <a:ext cx="158852" cy="492232"/>
              </a:xfrm>
              <a:custGeom>
                <a:avLst/>
                <a:gdLst>
                  <a:gd name="connsiteX0" fmla="*/ 0 w 158852"/>
                  <a:gd name="connsiteY0" fmla="*/ 0 h 492232"/>
                  <a:gd name="connsiteX1" fmla="*/ 20054 w 158852"/>
                  <a:gd name="connsiteY1" fmla="*/ 13520 h 492232"/>
                  <a:gd name="connsiteX2" fmla="*/ 30787 w 158852"/>
                  <a:gd name="connsiteY2" fmla="*/ 15687 h 492232"/>
                  <a:gd name="connsiteX3" fmla="*/ 30787 w 158852"/>
                  <a:gd name="connsiteY3" fmla="*/ 404229 h 492232"/>
                  <a:gd name="connsiteX4" fmla="*/ 79426 w 158852"/>
                  <a:gd name="connsiteY4" fmla="*/ 455302 h 492232"/>
                  <a:gd name="connsiteX5" fmla="*/ 128065 w 158852"/>
                  <a:gd name="connsiteY5" fmla="*/ 404229 h 492232"/>
                  <a:gd name="connsiteX6" fmla="*/ 128065 w 158852"/>
                  <a:gd name="connsiteY6" fmla="*/ 15687 h 492232"/>
                  <a:gd name="connsiteX7" fmla="*/ 138798 w 158852"/>
                  <a:gd name="connsiteY7" fmla="*/ 13520 h 492232"/>
                  <a:gd name="connsiteX8" fmla="*/ 158852 w 158852"/>
                  <a:gd name="connsiteY8" fmla="*/ 0 h 492232"/>
                  <a:gd name="connsiteX9" fmla="*/ 158852 w 158852"/>
                  <a:gd name="connsiteY9" fmla="*/ 408833 h 492232"/>
                  <a:gd name="connsiteX10" fmla="*/ 79426 w 158852"/>
                  <a:gd name="connsiteY10" fmla="*/ 492232 h 492232"/>
                  <a:gd name="connsiteX11" fmla="*/ 0 w 158852"/>
                  <a:gd name="connsiteY11" fmla="*/ 408833 h 492232"/>
                  <a:gd name="connsiteX12" fmla="*/ 0 w 158852"/>
                  <a:gd name="connsiteY12" fmla="*/ 0 h 4922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8852" h="492232">
                    <a:moveTo>
                      <a:pt x="0" y="0"/>
                    </a:moveTo>
                    <a:lnTo>
                      <a:pt x="20054" y="13520"/>
                    </a:lnTo>
                    <a:lnTo>
                      <a:pt x="30787" y="15687"/>
                    </a:lnTo>
                    <a:lnTo>
                      <a:pt x="30787" y="404229"/>
                    </a:lnTo>
                    <a:cubicBezTo>
                      <a:pt x="30787" y="432436"/>
                      <a:pt x="52563" y="455302"/>
                      <a:pt x="79426" y="455302"/>
                    </a:cubicBezTo>
                    <a:cubicBezTo>
                      <a:pt x="106289" y="455302"/>
                      <a:pt x="128065" y="432436"/>
                      <a:pt x="128065" y="404229"/>
                    </a:cubicBezTo>
                    <a:lnTo>
                      <a:pt x="128065" y="15687"/>
                    </a:lnTo>
                    <a:lnTo>
                      <a:pt x="138798" y="13520"/>
                    </a:lnTo>
                    <a:lnTo>
                      <a:pt x="158852" y="0"/>
                    </a:lnTo>
                    <a:lnTo>
                      <a:pt x="158852" y="408833"/>
                    </a:lnTo>
                    <a:cubicBezTo>
                      <a:pt x="158852" y="454893"/>
                      <a:pt x="123292" y="492232"/>
                      <a:pt x="79426" y="492232"/>
                    </a:cubicBezTo>
                    <a:cubicBezTo>
                      <a:pt x="35560" y="492232"/>
                      <a:pt x="0" y="454893"/>
                      <a:pt x="0" y="408833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93" name="Circle: Hollow 240">
                <a:extLst>
                  <a:ext uri="{FF2B5EF4-FFF2-40B4-BE49-F238E27FC236}">
                    <a16:creationId xmlns:a16="http://schemas.microsoft.com/office/drawing/2014/main" id="{ED773F87-A2B7-BBA4-4D2F-64405679FB5E}"/>
                  </a:ext>
                </a:extLst>
              </p:cNvPr>
              <p:cNvSpPr/>
              <p:nvPr/>
            </p:nvSpPr>
            <p:spPr>
              <a:xfrm>
                <a:off x="5416978" y="4215179"/>
                <a:ext cx="346672" cy="346672"/>
              </a:xfrm>
              <a:prstGeom prst="donut">
                <a:avLst>
                  <a:gd name="adj" fmla="val 8817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87" name="Group 486">
              <a:extLst>
                <a:ext uri="{FF2B5EF4-FFF2-40B4-BE49-F238E27FC236}">
                  <a16:creationId xmlns:a16="http://schemas.microsoft.com/office/drawing/2014/main" id="{C9659BE4-8B05-D2F1-5E5F-DE7EEC8FC01D}"/>
                </a:ext>
              </a:extLst>
            </p:cNvPr>
            <p:cNvGrpSpPr/>
            <p:nvPr/>
          </p:nvGrpSpPr>
          <p:grpSpPr>
            <a:xfrm>
              <a:off x="5821927" y="4972396"/>
              <a:ext cx="346672" cy="954535"/>
              <a:chOff x="5416978" y="4053234"/>
              <a:chExt cx="346672" cy="954535"/>
            </a:xfrm>
            <a:grpFill/>
          </p:grpSpPr>
          <p:sp>
            <p:nvSpPr>
              <p:cNvPr id="488" name="Freeform: Shape 222">
                <a:extLst>
                  <a:ext uri="{FF2B5EF4-FFF2-40B4-BE49-F238E27FC236}">
                    <a16:creationId xmlns:a16="http://schemas.microsoft.com/office/drawing/2014/main" id="{BB592A12-D6FF-C40E-3990-4431EC7BE7BE}"/>
                  </a:ext>
                </a:extLst>
              </p:cNvPr>
              <p:cNvSpPr/>
              <p:nvPr/>
            </p:nvSpPr>
            <p:spPr>
              <a:xfrm>
                <a:off x="5510888" y="4053234"/>
                <a:ext cx="158852" cy="208259"/>
              </a:xfrm>
              <a:custGeom>
                <a:avLst/>
                <a:gdLst>
                  <a:gd name="connsiteX0" fmla="*/ 79426 w 158852"/>
                  <a:gd name="connsiteY0" fmla="*/ 0 h 208259"/>
                  <a:gd name="connsiteX1" fmla="*/ 158852 w 158852"/>
                  <a:gd name="connsiteY1" fmla="*/ 83400 h 208259"/>
                  <a:gd name="connsiteX2" fmla="*/ 158852 w 158852"/>
                  <a:gd name="connsiteY2" fmla="*/ 208259 h 208259"/>
                  <a:gd name="connsiteX3" fmla="*/ 138798 w 158852"/>
                  <a:gd name="connsiteY3" fmla="*/ 194738 h 208259"/>
                  <a:gd name="connsiteX4" fmla="*/ 128065 w 158852"/>
                  <a:gd name="connsiteY4" fmla="*/ 192571 h 208259"/>
                  <a:gd name="connsiteX5" fmla="*/ 128065 w 158852"/>
                  <a:gd name="connsiteY5" fmla="*/ 88003 h 208259"/>
                  <a:gd name="connsiteX6" fmla="*/ 79426 w 158852"/>
                  <a:gd name="connsiteY6" fmla="*/ 36931 h 208259"/>
                  <a:gd name="connsiteX7" fmla="*/ 30787 w 158852"/>
                  <a:gd name="connsiteY7" fmla="*/ 88003 h 208259"/>
                  <a:gd name="connsiteX8" fmla="*/ 30787 w 158852"/>
                  <a:gd name="connsiteY8" fmla="*/ 192571 h 208259"/>
                  <a:gd name="connsiteX9" fmla="*/ 20054 w 158852"/>
                  <a:gd name="connsiteY9" fmla="*/ 194738 h 208259"/>
                  <a:gd name="connsiteX10" fmla="*/ 0 w 158852"/>
                  <a:gd name="connsiteY10" fmla="*/ 208259 h 208259"/>
                  <a:gd name="connsiteX11" fmla="*/ 0 w 158852"/>
                  <a:gd name="connsiteY11" fmla="*/ 83400 h 208259"/>
                  <a:gd name="connsiteX12" fmla="*/ 79426 w 158852"/>
                  <a:gd name="connsiteY12" fmla="*/ 0 h 208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8852" h="208259">
                    <a:moveTo>
                      <a:pt x="79426" y="0"/>
                    </a:moveTo>
                    <a:cubicBezTo>
                      <a:pt x="123292" y="0"/>
                      <a:pt x="158852" y="37339"/>
                      <a:pt x="158852" y="83400"/>
                    </a:cubicBezTo>
                    <a:lnTo>
                      <a:pt x="158852" y="208259"/>
                    </a:lnTo>
                    <a:lnTo>
                      <a:pt x="138798" y="194738"/>
                    </a:lnTo>
                    <a:lnTo>
                      <a:pt x="128065" y="192571"/>
                    </a:lnTo>
                    <a:lnTo>
                      <a:pt x="128065" y="88003"/>
                    </a:lnTo>
                    <a:cubicBezTo>
                      <a:pt x="128065" y="59796"/>
                      <a:pt x="106289" y="36931"/>
                      <a:pt x="79426" y="36931"/>
                    </a:cubicBezTo>
                    <a:cubicBezTo>
                      <a:pt x="52563" y="36931"/>
                      <a:pt x="30787" y="59796"/>
                      <a:pt x="30787" y="88003"/>
                    </a:cubicBezTo>
                    <a:lnTo>
                      <a:pt x="30787" y="192571"/>
                    </a:lnTo>
                    <a:lnTo>
                      <a:pt x="20054" y="194738"/>
                    </a:lnTo>
                    <a:lnTo>
                      <a:pt x="0" y="208259"/>
                    </a:lnTo>
                    <a:lnTo>
                      <a:pt x="0" y="83400"/>
                    </a:lnTo>
                    <a:cubicBezTo>
                      <a:pt x="0" y="37339"/>
                      <a:pt x="35560" y="0"/>
                      <a:pt x="7942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89" name="Freeform: Shape 227">
                <a:extLst>
                  <a:ext uri="{FF2B5EF4-FFF2-40B4-BE49-F238E27FC236}">
                    <a16:creationId xmlns:a16="http://schemas.microsoft.com/office/drawing/2014/main" id="{F412607C-B413-D45E-BCE0-B98E6E4F99F2}"/>
                  </a:ext>
                </a:extLst>
              </p:cNvPr>
              <p:cNvSpPr/>
              <p:nvPr/>
            </p:nvSpPr>
            <p:spPr>
              <a:xfrm>
                <a:off x="5510888" y="4515537"/>
                <a:ext cx="158852" cy="492232"/>
              </a:xfrm>
              <a:custGeom>
                <a:avLst/>
                <a:gdLst>
                  <a:gd name="connsiteX0" fmla="*/ 0 w 158852"/>
                  <a:gd name="connsiteY0" fmla="*/ 0 h 492232"/>
                  <a:gd name="connsiteX1" fmla="*/ 20054 w 158852"/>
                  <a:gd name="connsiteY1" fmla="*/ 13520 h 492232"/>
                  <a:gd name="connsiteX2" fmla="*/ 30787 w 158852"/>
                  <a:gd name="connsiteY2" fmla="*/ 15687 h 492232"/>
                  <a:gd name="connsiteX3" fmla="*/ 30787 w 158852"/>
                  <a:gd name="connsiteY3" fmla="*/ 404229 h 492232"/>
                  <a:gd name="connsiteX4" fmla="*/ 79426 w 158852"/>
                  <a:gd name="connsiteY4" fmla="*/ 455302 h 492232"/>
                  <a:gd name="connsiteX5" fmla="*/ 128065 w 158852"/>
                  <a:gd name="connsiteY5" fmla="*/ 404229 h 492232"/>
                  <a:gd name="connsiteX6" fmla="*/ 128065 w 158852"/>
                  <a:gd name="connsiteY6" fmla="*/ 15687 h 492232"/>
                  <a:gd name="connsiteX7" fmla="*/ 138798 w 158852"/>
                  <a:gd name="connsiteY7" fmla="*/ 13520 h 492232"/>
                  <a:gd name="connsiteX8" fmla="*/ 158852 w 158852"/>
                  <a:gd name="connsiteY8" fmla="*/ 0 h 492232"/>
                  <a:gd name="connsiteX9" fmla="*/ 158852 w 158852"/>
                  <a:gd name="connsiteY9" fmla="*/ 408833 h 492232"/>
                  <a:gd name="connsiteX10" fmla="*/ 79426 w 158852"/>
                  <a:gd name="connsiteY10" fmla="*/ 492232 h 492232"/>
                  <a:gd name="connsiteX11" fmla="*/ 0 w 158852"/>
                  <a:gd name="connsiteY11" fmla="*/ 408833 h 492232"/>
                  <a:gd name="connsiteX12" fmla="*/ 0 w 158852"/>
                  <a:gd name="connsiteY12" fmla="*/ 0 h 4922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8852" h="492232">
                    <a:moveTo>
                      <a:pt x="0" y="0"/>
                    </a:moveTo>
                    <a:lnTo>
                      <a:pt x="20054" y="13520"/>
                    </a:lnTo>
                    <a:lnTo>
                      <a:pt x="30787" y="15687"/>
                    </a:lnTo>
                    <a:lnTo>
                      <a:pt x="30787" y="404229"/>
                    </a:lnTo>
                    <a:cubicBezTo>
                      <a:pt x="30787" y="432436"/>
                      <a:pt x="52563" y="455302"/>
                      <a:pt x="79426" y="455302"/>
                    </a:cubicBezTo>
                    <a:cubicBezTo>
                      <a:pt x="106289" y="455302"/>
                      <a:pt x="128065" y="432436"/>
                      <a:pt x="128065" y="404229"/>
                    </a:cubicBezTo>
                    <a:lnTo>
                      <a:pt x="128065" y="15687"/>
                    </a:lnTo>
                    <a:lnTo>
                      <a:pt x="138798" y="13520"/>
                    </a:lnTo>
                    <a:lnTo>
                      <a:pt x="158852" y="0"/>
                    </a:lnTo>
                    <a:lnTo>
                      <a:pt x="158852" y="408833"/>
                    </a:lnTo>
                    <a:cubicBezTo>
                      <a:pt x="158852" y="454893"/>
                      <a:pt x="123292" y="492232"/>
                      <a:pt x="79426" y="492232"/>
                    </a:cubicBezTo>
                    <a:cubicBezTo>
                      <a:pt x="35560" y="492232"/>
                      <a:pt x="0" y="454893"/>
                      <a:pt x="0" y="408833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90" name="Circle: Hollow 228">
                <a:extLst>
                  <a:ext uri="{FF2B5EF4-FFF2-40B4-BE49-F238E27FC236}">
                    <a16:creationId xmlns:a16="http://schemas.microsoft.com/office/drawing/2014/main" id="{25F9FA18-7190-605B-5163-263838D1A404}"/>
                  </a:ext>
                </a:extLst>
              </p:cNvPr>
              <p:cNvSpPr/>
              <p:nvPr/>
            </p:nvSpPr>
            <p:spPr>
              <a:xfrm>
                <a:off x="5416978" y="4215179"/>
                <a:ext cx="346672" cy="346672"/>
              </a:xfrm>
              <a:prstGeom prst="donut">
                <a:avLst>
                  <a:gd name="adj" fmla="val 8817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497" name="Group 496">
            <a:extLst>
              <a:ext uri="{FF2B5EF4-FFF2-40B4-BE49-F238E27FC236}">
                <a16:creationId xmlns:a16="http://schemas.microsoft.com/office/drawing/2014/main" id="{1D3F0DC5-9180-58B8-C7DD-4FC46EE03A9B}"/>
              </a:ext>
            </a:extLst>
          </p:cNvPr>
          <p:cNvGrpSpPr/>
          <p:nvPr/>
        </p:nvGrpSpPr>
        <p:grpSpPr>
          <a:xfrm>
            <a:off x="10926667" y="1374718"/>
            <a:ext cx="918255" cy="923594"/>
            <a:chOff x="6347030" y="4196870"/>
            <a:chExt cx="1279256" cy="1286696"/>
          </a:xfrm>
          <a:solidFill>
            <a:schemeClr val="tx1"/>
          </a:solidFill>
        </p:grpSpPr>
        <p:sp>
          <p:nvSpPr>
            <p:cNvPr id="498" name="Freeform: Shape 113">
              <a:extLst>
                <a:ext uri="{FF2B5EF4-FFF2-40B4-BE49-F238E27FC236}">
                  <a16:creationId xmlns:a16="http://schemas.microsoft.com/office/drawing/2014/main" id="{1C00E68A-4429-5AC6-5AA8-2F21C3491170}"/>
                </a:ext>
              </a:extLst>
            </p:cNvPr>
            <p:cNvSpPr/>
            <p:nvPr/>
          </p:nvSpPr>
          <p:spPr>
            <a:xfrm>
              <a:off x="6347030" y="4196870"/>
              <a:ext cx="1279256" cy="1040286"/>
            </a:xfrm>
            <a:custGeom>
              <a:avLst/>
              <a:gdLst>
                <a:gd name="connsiteX0" fmla="*/ 163492 w 1261761"/>
                <a:gd name="connsiteY0" fmla="*/ 42955 h 1177296"/>
                <a:gd name="connsiteX1" fmla="*/ 46037 w 1261761"/>
                <a:gd name="connsiteY1" fmla="*/ 160410 h 1177296"/>
                <a:gd name="connsiteX2" fmla="*/ 46037 w 1261761"/>
                <a:gd name="connsiteY2" fmla="*/ 1016886 h 1177296"/>
                <a:gd name="connsiteX3" fmla="*/ 163492 w 1261761"/>
                <a:gd name="connsiteY3" fmla="*/ 1134341 h 1177296"/>
                <a:gd name="connsiteX4" fmla="*/ 1098270 w 1261761"/>
                <a:gd name="connsiteY4" fmla="*/ 1134341 h 1177296"/>
                <a:gd name="connsiteX5" fmla="*/ 1215725 w 1261761"/>
                <a:gd name="connsiteY5" fmla="*/ 1016886 h 1177296"/>
                <a:gd name="connsiteX6" fmla="*/ 1215725 w 1261761"/>
                <a:gd name="connsiteY6" fmla="*/ 160410 h 1177296"/>
                <a:gd name="connsiteX7" fmla="*/ 1098270 w 1261761"/>
                <a:gd name="connsiteY7" fmla="*/ 42955 h 1177296"/>
                <a:gd name="connsiteX8" fmla="*/ 160501 w 1261761"/>
                <a:gd name="connsiteY8" fmla="*/ 0 h 1177296"/>
                <a:gd name="connsiteX9" fmla="*/ 1101260 w 1261761"/>
                <a:gd name="connsiteY9" fmla="*/ 0 h 1177296"/>
                <a:gd name="connsiteX10" fmla="*/ 1261761 w 1261761"/>
                <a:gd name="connsiteY10" fmla="*/ 160501 h 1177296"/>
                <a:gd name="connsiteX11" fmla="*/ 1261761 w 1261761"/>
                <a:gd name="connsiteY11" fmla="*/ 1016795 h 1177296"/>
                <a:gd name="connsiteX12" fmla="*/ 1101260 w 1261761"/>
                <a:gd name="connsiteY12" fmla="*/ 1177296 h 1177296"/>
                <a:gd name="connsiteX13" fmla="*/ 160501 w 1261761"/>
                <a:gd name="connsiteY13" fmla="*/ 1177296 h 1177296"/>
                <a:gd name="connsiteX14" fmla="*/ 0 w 1261761"/>
                <a:gd name="connsiteY14" fmla="*/ 1016795 h 1177296"/>
                <a:gd name="connsiteX15" fmla="*/ 0 w 1261761"/>
                <a:gd name="connsiteY15" fmla="*/ 160501 h 1177296"/>
                <a:gd name="connsiteX16" fmla="*/ 160501 w 1261761"/>
                <a:gd name="connsiteY16" fmla="*/ 0 h 1177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61761" h="1177296">
                  <a:moveTo>
                    <a:pt x="163492" y="42955"/>
                  </a:moveTo>
                  <a:cubicBezTo>
                    <a:pt x="98623" y="42955"/>
                    <a:pt x="46037" y="95541"/>
                    <a:pt x="46037" y="160410"/>
                  </a:cubicBezTo>
                  <a:lnTo>
                    <a:pt x="46037" y="1016886"/>
                  </a:lnTo>
                  <a:cubicBezTo>
                    <a:pt x="46037" y="1081755"/>
                    <a:pt x="98623" y="1134341"/>
                    <a:pt x="163492" y="1134341"/>
                  </a:cubicBezTo>
                  <a:lnTo>
                    <a:pt x="1098270" y="1134341"/>
                  </a:lnTo>
                  <a:cubicBezTo>
                    <a:pt x="1163139" y="1134341"/>
                    <a:pt x="1215725" y="1081755"/>
                    <a:pt x="1215725" y="1016886"/>
                  </a:cubicBezTo>
                  <a:lnTo>
                    <a:pt x="1215725" y="160410"/>
                  </a:lnTo>
                  <a:cubicBezTo>
                    <a:pt x="1215725" y="95541"/>
                    <a:pt x="1163139" y="42955"/>
                    <a:pt x="1098270" y="42955"/>
                  </a:cubicBezTo>
                  <a:close/>
                  <a:moveTo>
                    <a:pt x="160501" y="0"/>
                  </a:moveTo>
                  <a:lnTo>
                    <a:pt x="1101260" y="0"/>
                  </a:lnTo>
                  <a:cubicBezTo>
                    <a:pt x="1189902" y="0"/>
                    <a:pt x="1261761" y="71859"/>
                    <a:pt x="1261761" y="160501"/>
                  </a:cubicBezTo>
                  <a:lnTo>
                    <a:pt x="1261761" y="1016795"/>
                  </a:lnTo>
                  <a:cubicBezTo>
                    <a:pt x="1261761" y="1105437"/>
                    <a:pt x="1189902" y="1177296"/>
                    <a:pt x="1101260" y="1177296"/>
                  </a:cubicBezTo>
                  <a:lnTo>
                    <a:pt x="160501" y="1177296"/>
                  </a:lnTo>
                  <a:cubicBezTo>
                    <a:pt x="71859" y="1177296"/>
                    <a:pt x="0" y="1105437"/>
                    <a:pt x="0" y="1016795"/>
                  </a:cubicBezTo>
                  <a:lnTo>
                    <a:pt x="0" y="160501"/>
                  </a:lnTo>
                  <a:cubicBezTo>
                    <a:pt x="0" y="71859"/>
                    <a:pt x="71859" y="0"/>
                    <a:pt x="160501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99" name="Rectangle 498">
              <a:extLst>
                <a:ext uri="{FF2B5EF4-FFF2-40B4-BE49-F238E27FC236}">
                  <a16:creationId xmlns:a16="http://schemas.microsoft.com/office/drawing/2014/main" id="{AF9E171E-CB5A-977C-F14A-683647646DB6}"/>
                </a:ext>
              </a:extLst>
            </p:cNvPr>
            <p:cNvSpPr/>
            <p:nvPr/>
          </p:nvSpPr>
          <p:spPr>
            <a:xfrm flipV="1">
              <a:off x="6367801" y="5017035"/>
              <a:ext cx="1229974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0" name="Rectangle 499">
              <a:extLst>
                <a:ext uri="{FF2B5EF4-FFF2-40B4-BE49-F238E27FC236}">
                  <a16:creationId xmlns:a16="http://schemas.microsoft.com/office/drawing/2014/main" id="{A4D7568E-5CD9-C10D-55A1-20F6FD7BAC56}"/>
                </a:ext>
              </a:extLst>
            </p:cNvPr>
            <p:cNvSpPr/>
            <p:nvPr/>
          </p:nvSpPr>
          <p:spPr>
            <a:xfrm flipV="1">
              <a:off x="6623672" y="5437847"/>
              <a:ext cx="73152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1" name="Rectangle 500">
              <a:extLst>
                <a:ext uri="{FF2B5EF4-FFF2-40B4-BE49-F238E27FC236}">
                  <a16:creationId xmlns:a16="http://schemas.microsoft.com/office/drawing/2014/main" id="{73925900-B0E5-CD02-2FB3-7F268E44225E}"/>
                </a:ext>
              </a:extLst>
            </p:cNvPr>
            <p:cNvSpPr/>
            <p:nvPr/>
          </p:nvSpPr>
          <p:spPr>
            <a:xfrm rot="16200000" flipV="1">
              <a:off x="6654432" y="5319398"/>
              <a:ext cx="27432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2" name="Rectangle 501">
              <a:extLst>
                <a:ext uri="{FF2B5EF4-FFF2-40B4-BE49-F238E27FC236}">
                  <a16:creationId xmlns:a16="http://schemas.microsoft.com/office/drawing/2014/main" id="{9D8C8C45-70EC-2A42-7E15-6625CC2ED295}"/>
                </a:ext>
              </a:extLst>
            </p:cNvPr>
            <p:cNvSpPr/>
            <p:nvPr/>
          </p:nvSpPr>
          <p:spPr>
            <a:xfrm rot="16200000" flipV="1">
              <a:off x="7043461" y="5319398"/>
              <a:ext cx="27432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3" name="Rectangle 502">
              <a:extLst>
                <a:ext uri="{FF2B5EF4-FFF2-40B4-BE49-F238E27FC236}">
                  <a16:creationId xmlns:a16="http://schemas.microsoft.com/office/drawing/2014/main" id="{14F1E68D-D0CE-01EE-798C-DC93D757BDC6}"/>
                </a:ext>
              </a:extLst>
            </p:cNvPr>
            <p:cNvSpPr/>
            <p:nvPr/>
          </p:nvSpPr>
          <p:spPr>
            <a:xfrm flipV="1">
              <a:off x="6367801" y="4371344"/>
              <a:ext cx="1229974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4" name="Rectangle: Rounded Corners 119">
              <a:extLst>
                <a:ext uri="{FF2B5EF4-FFF2-40B4-BE49-F238E27FC236}">
                  <a16:creationId xmlns:a16="http://schemas.microsoft.com/office/drawing/2014/main" id="{74849C72-1A0E-2758-5347-D8A61BC5F7C0}"/>
                </a:ext>
              </a:extLst>
            </p:cNvPr>
            <p:cNvSpPr/>
            <p:nvPr/>
          </p:nvSpPr>
          <p:spPr>
            <a:xfrm rot="5400000">
              <a:off x="6492501" y="4288681"/>
              <a:ext cx="45721" cy="50276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5" name="Rectangle: Rounded Corners 120">
              <a:extLst>
                <a:ext uri="{FF2B5EF4-FFF2-40B4-BE49-F238E27FC236}">
                  <a16:creationId xmlns:a16="http://schemas.microsoft.com/office/drawing/2014/main" id="{30D08FCD-3A08-1F96-7BFA-7339B0EC7183}"/>
                </a:ext>
              </a:extLst>
            </p:cNvPr>
            <p:cNvSpPr/>
            <p:nvPr/>
          </p:nvSpPr>
          <p:spPr>
            <a:xfrm rot="5400000">
              <a:off x="6575673" y="4288682"/>
              <a:ext cx="45721" cy="50276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6" name="Rectangle: Rounded Corners 121">
              <a:extLst>
                <a:ext uri="{FF2B5EF4-FFF2-40B4-BE49-F238E27FC236}">
                  <a16:creationId xmlns:a16="http://schemas.microsoft.com/office/drawing/2014/main" id="{82E0A3BE-D4A9-BEAD-8E3B-CA6184BBD82E}"/>
                </a:ext>
              </a:extLst>
            </p:cNvPr>
            <p:cNvSpPr/>
            <p:nvPr/>
          </p:nvSpPr>
          <p:spPr>
            <a:xfrm rot="5400000">
              <a:off x="6654597" y="4288683"/>
              <a:ext cx="45721" cy="50276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7" name="Rectangle: Rounded Corners 122">
              <a:extLst>
                <a:ext uri="{FF2B5EF4-FFF2-40B4-BE49-F238E27FC236}">
                  <a16:creationId xmlns:a16="http://schemas.microsoft.com/office/drawing/2014/main" id="{82FA361E-64C7-F233-48B8-479AE0FB4E8E}"/>
                </a:ext>
              </a:extLst>
            </p:cNvPr>
            <p:cNvSpPr/>
            <p:nvPr/>
          </p:nvSpPr>
          <p:spPr>
            <a:xfrm rot="5400000">
              <a:off x="6963269" y="4029741"/>
              <a:ext cx="45719" cy="101001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8" name="Rectangle: Rounded Corners 123">
              <a:extLst>
                <a:ext uri="{FF2B5EF4-FFF2-40B4-BE49-F238E27FC236}">
                  <a16:creationId xmlns:a16="http://schemas.microsoft.com/office/drawing/2014/main" id="{70351694-30D5-7444-8D62-83711816A398}"/>
                </a:ext>
              </a:extLst>
            </p:cNvPr>
            <p:cNvSpPr/>
            <p:nvPr/>
          </p:nvSpPr>
          <p:spPr>
            <a:xfrm rot="5400000">
              <a:off x="6712135" y="4408720"/>
              <a:ext cx="45719" cy="507744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9" name="Rectangle: Rounded Corners 128">
              <a:extLst>
                <a:ext uri="{FF2B5EF4-FFF2-40B4-BE49-F238E27FC236}">
                  <a16:creationId xmlns:a16="http://schemas.microsoft.com/office/drawing/2014/main" id="{608D2DDB-61F9-B853-B88D-FBC527086A51}"/>
                </a:ext>
              </a:extLst>
            </p:cNvPr>
            <p:cNvSpPr/>
            <p:nvPr/>
          </p:nvSpPr>
          <p:spPr>
            <a:xfrm rot="5400000">
              <a:off x="7241533" y="4435852"/>
              <a:ext cx="45719" cy="453483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0" name="Rectangle: Rounded Corners 129">
              <a:extLst>
                <a:ext uri="{FF2B5EF4-FFF2-40B4-BE49-F238E27FC236}">
                  <a16:creationId xmlns:a16="http://schemas.microsoft.com/office/drawing/2014/main" id="{7F86F226-C648-B5F8-7C57-FFD06FA40621}"/>
                </a:ext>
              </a:extLst>
            </p:cNvPr>
            <p:cNvSpPr/>
            <p:nvPr/>
          </p:nvSpPr>
          <p:spPr>
            <a:xfrm rot="5400000">
              <a:off x="6963269" y="4276448"/>
              <a:ext cx="45719" cy="101001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1" name="Rectangle: Rounded Corners 130">
              <a:extLst>
                <a:ext uri="{FF2B5EF4-FFF2-40B4-BE49-F238E27FC236}">
                  <a16:creationId xmlns:a16="http://schemas.microsoft.com/office/drawing/2014/main" id="{05F34479-CC54-F41A-2F99-46C4A48A171D}"/>
                </a:ext>
              </a:extLst>
            </p:cNvPr>
            <p:cNvSpPr/>
            <p:nvPr/>
          </p:nvSpPr>
          <p:spPr>
            <a:xfrm rot="5400000">
              <a:off x="6712135" y="4650674"/>
              <a:ext cx="45719" cy="507744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2" name="Rectangle: Rounded Corners 131">
              <a:extLst>
                <a:ext uri="{FF2B5EF4-FFF2-40B4-BE49-F238E27FC236}">
                  <a16:creationId xmlns:a16="http://schemas.microsoft.com/office/drawing/2014/main" id="{B5375261-67B7-BC82-EAF3-60D8330C8870}"/>
                </a:ext>
              </a:extLst>
            </p:cNvPr>
            <p:cNvSpPr/>
            <p:nvPr/>
          </p:nvSpPr>
          <p:spPr>
            <a:xfrm rot="5400000">
              <a:off x="7241533" y="4677806"/>
              <a:ext cx="45719" cy="453483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13" name="Group 512">
            <a:extLst>
              <a:ext uri="{FF2B5EF4-FFF2-40B4-BE49-F238E27FC236}">
                <a16:creationId xmlns:a16="http://schemas.microsoft.com/office/drawing/2014/main" id="{428AEEC6-438B-209B-46A7-CDAA76505E99}"/>
              </a:ext>
            </a:extLst>
          </p:cNvPr>
          <p:cNvGrpSpPr/>
          <p:nvPr/>
        </p:nvGrpSpPr>
        <p:grpSpPr>
          <a:xfrm>
            <a:off x="10864714" y="2475041"/>
            <a:ext cx="735641" cy="930452"/>
            <a:chOff x="9486535" y="3058046"/>
            <a:chExt cx="650950" cy="823333"/>
          </a:xfrm>
          <a:solidFill>
            <a:schemeClr val="tx1"/>
          </a:solidFill>
        </p:grpSpPr>
        <p:sp>
          <p:nvSpPr>
            <p:cNvPr id="514" name="Rectangle 513">
              <a:extLst>
                <a:ext uri="{FF2B5EF4-FFF2-40B4-BE49-F238E27FC236}">
                  <a16:creationId xmlns:a16="http://schemas.microsoft.com/office/drawing/2014/main" id="{A89BCE17-9C58-D9FB-C8E7-A8A773E4EFD3}"/>
                </a:ext>
              </a:extLst>
            </p:cNvPr>
            <p:cNvSpPr/>
            <p:nvPr/>
          </p:nvSpPr>
          <p:spPr>
            <a:xfrm rot="16200000" flipV="1">
              <a:off x="9138790" y="3494240"/>
              <a:ext cx="731520" cy="3602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5" name="Rectangle 514">
              <a:extLst>
                <a:ext uri="{FF2B5EF4-FFF2-40B4-BE49-F238E27FC236}">
                  <a16:creationId xmlns:a16="http://schemas.microsoft.com/office/drawing/2014/main" id="{E8E23FCA-DC30-A488-B940-CE19F99BCC80}"/>
                </a:ext>
              </a:extLst>
            </p:cNvPr>
            <p:cNvSpPr/>
            <p:nvPr/>
          </p:nvSpPr>
          <p:spPr>
            <a:xfrm rot="16200000" flipV="1">
              <a:off x="9660228" y="3496621"/>
              <a:ext cx="731520" cy="3602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6" name="Rectangle 515">
              <a:extLst>
                <a:ext uri="{FF2B5EF4-FFF2-40B4-BE49-F238E27FC236}">
                  <a16:creationId xmlns:a16="http://schemas.microsoft.com/office/drawing/2014/main" id="{78FF6388-C8A5-072F-CA12-0E599A6E8FE9}"/>
                </a:ext>
              </a:extLst>
            </p:cNvPr>
            <p:cNvSpPr/>
            <p:nvPr/>
          </p:nvSpPr>
          <p:spPr>
            <a:xfrm rot="10800000" flipV="1">
              <a:off x="9494015" y="3144677"/>
              <a:ext cx="548640" cy="365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7" name="Rectangle 516">
              <a:extLst>
                <a:ext uri="{FF2B5EF4-FFF2-40B4-BE49-F238E27FC236}">
                  <a16:creationId xmlns:a16="http://schemas.microsoft.com/office/drawing/2014/main" id="{BB230474-E118-6DDD-3962-53673B8EB383}"/>
                </a:ext>
              </a:extLst>
            </p:cNvPr>
            <p:cNvSpPr/>
            <p:nvPr/>
          </p:nvSpPr>
          <p:spPr>
            <a:xfrm rot="10800000" flipV="1">
              <a:off x="9489253" y="3845350"/>
              <a:ext cx="548640" cy="3602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8" name="Rectangle 517">
              <a:extLst>
                <a:ext uri="{FF2B5EF4-FFF2-40B4-BE49-F238E27FC236}">
                  <a16:creationId xmlns:a16="http://schemas.microsoft.com/office/drawing/2014/main" id="{797E2DDA-44FA-9C94-0128-115F906D013D}"/>
                </a:ext>
              </a:extLst>
            </p:cNvPr>
            <p:cNvSpPr/>
            <p:nvPr/>
          </p:nvSpPr>
          <p:spPr>
            <a:xfrm rot="16200000" flipV="1">
              <a:off x="9535983" y="3104654"/>
              <a:ext cx="91440" cy="3602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9" name="Rectangle 518">
              <a:extLst>
                <a:ext uri="{FF2B5EF4-FFF2-40B4-BE49-F238E27FC236}">
                  <a16:creationId xmlns:a16="http://schemas.microsoft.com/office/drawing/2014/main" id="{C91A7066-268D-284F-E119-2D88B7AC3A1F}"/>
                </a:ext>
              </a:extLst>
            </p:cNvPr>
            <p:cNvSpPr/>
            <p:nvPr/>
          </p:nvSpPr>
          <p:spPr>
            <a:xfrm rot="10800000" flipV="1">
              <a:off x="9563688" y="3058660"/>
              <a:ext cx="548640" cy="365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0" name="Rectangle 519">
              <a:extLst>
                <a:ext uri="{FF2B5EF4-FFF2-40B4-BE49-F238E27FC236}">
                  <a16:creationId xmlns:a16="http://schemas.microsoft.com/office/drawing/2014/main" id="{75FC10B9-2D0D-868C-8A87-5ED6B06DCF06}"/>
                </a:ext>
              </a:extLst>
            </p:cNvPr>
            <p:cNvSpPr/>
            <p:nvPr/>
          </p:nvSpPr>
          <p:spPr>
            <a:xfrm rot="16200000" flipV="1">
              <a:off x="9753710" y="3405791"/>
              <a:ext cx="731520" cy="3602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1" name="Rectangle 520">
              <a:extLst>
                <a:ext uri="{FF2B5EF4-FFF2-40B4-BE49-F238E27FC236}">
                  <a16:creationId xmlns:a16="http://schemas.microsoft.com/office/drawing/2014/main" id="{576BABE7-FCB5-EE6D-03B8-8D11FC20AA1B}"/>
                </a:ext>
              </a:extLst>
            </p:cNvPr>
            <p:cNvSpPr/>
            <p:nvPr/>
          </p:nvSpPr>
          <p:spPr>
            <a:xfrm flipV="1">
              <a:off x="10009469" y="3771551"/>
              <a:ext cx="128016" cy="3602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2" name="Rectangle: Rounded Corners 162">
              <a:extLst>
                <a:ext uri="{FF2B5EF4-FFF2-40B4-BE49-F238E27FC236}">
                  <a16:creationId xmlns:a16="http://schemas.microsoft.com/office/drawing/2014/main" id="{A8C9E35E-6F38-3CE2-A5A6-D02C2D19D05D}"/>
                </a:ext>
              </a:extLst>
            </p:cNvPr>
            <p:cNvSpPr/>
            <p:nvPr/>
          </p:nvSpPr>
          <p:spPr>
            <a:xfrm rot="5400000">
              <a:off x="9638126" y="3174125"/>
              <a:ext cx="36029" cy="18288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3" name="Rectangle: Rounded Corners 163">
              <a:extLst>
                <a:ext uri="{FF2B5EF4-FFF2-40B4-BE49-F238E27FC236}">
                  <a16:creationId xmlns:a16="http://schemas.microsoft.com/office/drawing/2014/main" id="{8AE8A16F-AAD5-E7AF-9C9E-105785B211F7}"/>
                </a:ext>
              </a:extLst>
            </p:cNvPr>
            <p:cNvSpPr/>
            <p:nvPr/>
          </p:nvSpPr>
          <p:spPr>
            <a:xfrm rot="5400000">
              <a:off x="9859594" y="3174126"/>
              <a:ext cx="36029" cy="18288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4" name="Rectangle: Rounded Corners 164">
              <a:extLst>
                <a:ext uri="{FF2B5EF4-FFF2-40B4-BE49-F238E27FC236}">
                  <a16:creationId xmlns:a16="http://schemas.microsoft.com/office/drawing/2014/main" id="{D4C7DAC3-785D-95EF-D02B-C442897FD905}"/>
                </a:ext>
              </a:extLst>
            </p:cNvPr>
            <p:cNvSpPr/>
            <p:nvPr/>
          </p:nvSpPr>
          <p:spPr>
            <a:xfrm rot="5400000">
              <a:off x="9638126" y="3246600"/>
              <a:ext cx="36029" cy="18288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5" name="Rectangle: Rounded Corners 165">
              <a:extLst>
                <a:ext uri="{FF2B5EF4-FFF2-40B4-BE49-F238E27FC236}">
                  <a16:creationId xmlns:a16="http://schemas.microsoft.com/office/drawing/2014/main" id="{4E9089AC-4EE7-F303-59BB-BEB74309EE91}"/>
                </a:ext>
              </a:extLst>
            </p:cNvPr>
            <p:cNvSpPr/>
            <p:nvPr/>
          </p:nvSpPr>
          <p:spPr>
            <a:xfrm rot="5400000">
              <a:off x="9859594" y="3246601"/>
              <a:ext cx="36029" cy="18288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6" name="Rectangle: Rounded Corners 166">
              <a:extLst>
                <a:ext uri="{FF2B5EF4-FFF2-40B4-BE49-F238E27FC236}">
                  <a16:creationId xmlns:a16="http://schemas.microsoft.com/office/drawing/2014/main" id="{44EACC89-F7A8-7C72-AF01-AD846EC9EDCF}"/>
                </a:ext>
              </a:extLst>
            </p:cNvPr>
            <p:cNvSpPr/>
            <p:nvPr/>
          </p:nvSpPr>
          <p:spPr>
            <a:xfrm rot="5400000">
              <a:off x="9638126" y="3319075"/>
              <a:ext cx="36029" cy="18288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7" name="Rectangle: Rounded Corners 167">
              <a:extLst>
                <a:ext uri="{FF2B5EF4-FFF2-40B4-BE49-F238E27FC236}">
                  <a16:creationId xmlns:a16="http://schemas.microsoft.com/office/drawing/2014/main" id="{A23A846E-D1F0-A547-AC50-A9F7BF92ED26}"/>
                </a:ext>
              </a:extLst>
            </p:cNvPr>
            <p:cNvSpPr/>
            <p:nvPr/>
          </p:nvSpPr>
          <p:spPr>
            <a:xfrm rot="5400000">
              <a:off x="9859594" y="3319076"/>
              <a:ext cx="36029" cy="18288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8" name="Rectangle: Rounded Corners 168">
              <a:extLst>
                <a:ext uri="{FF2B5EF4-FFF2-40B4-BE49-F238E27FC236}">
                  <a16:creationId xmlns:a16="http://schemas.microsoft.com/office/drawing/2014/main" id="{A683DFE1-1BEE-1671-E51F-6BB7265789A9}"/>
                </a:ext>
              </a:extLst>
            </p:cNvPr>
            <p:cNvSpPr/>
            <p:nvPr/>
          </p:nvSpPr>
          <p:spPr>
            <a:xfrm rot="5400000">
              <a:off x="9638126" y="3391550"/>
              <a:ext cx="36029" cy="18288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9" name="Rectangle: Rounded Corners 169">
              <a:extLst>
                <a:ext uri="{FF2B5EF4-FFF2-40B4-BE49-F238E27FC236}">
                  <a16:creationId xmlns:a16="http://schemas.microsoft.com/office/drawing/2014/main" id="{17CB2C4E-9224-B6F0-3B45-F90D0D5B6241}"/>
                </a:ext>
              </a:extLst>
            </p:cNvPr>
            <p:cNvSpPr/>
            <p:nvPr/>
          </p:nvSpPr>
          <p:spPr>
            <a:xfrm rot="5400000">
              <a:off x="9859594" y="3391551"/>
              <a:ext cx="36029" cy="18288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0" name="Rectangle: Rounded Corners 170">
              <a:extLst>
                <a:ext uri="{FF2B5EF4-FFF2-40B4-BE49-F238E27FC236}">
                  <a16:creationId xmlns:a16="http://schemas.microsoft.com/office/drawing/2014/main" id="{A8DC8102-272D-4DB5-3C17-8C06AC962D7D}"/>
                </a:ext>
              </a:extLst>
            </p:cNvPr>
            <p:cNvSpPr/>
            <p:nvPr/>
          </p:nvSpPr>
          <p:spPr>
            <a:xfrm rot="5400000">
              <a:off x="9638126" y="3464025"/>
              <a:ext cx="36029" cy="18288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1" name="Rectangle: Rounded Corners 171">
              <a:extLst>
                <a:ext uri="{FF2B5EF4-FFF2-40B4-BE49-F238E27FC236}">
                  <a16:creationId xmlns:a16="http://schemas.microsoft.com/office/drawing/2014/main" id="{B8126799-B14D-34A6-1BB4-1D2B6D683AA2}"/>
                </a:ext>
              </a:extLst>
            </p:cNvPr>
            <p:cNvSpPr/>
            <p:nvPr/>
          </p:nvSpPr>
          <p:spPr>
            <a:xfrm rot="5400000">
              <a:off x="9859594" y="3464026"/>
              <a:ext cx="36029" cy="18288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2" name="Rectangle: Rounded Corners 172">
              <a:extLst>
                <a:ext uri="{FF2B5EF4-FFF2-40B4-BE49-F238E27FC236}">
                  <a16:creationId xmlns:a16="http://schemas.microsoft.com/office/drawing/2014/main" id="{5BDA4DAA-72C2-CB3F-B55C-CA1656179EB6}"/>
                </a:ext>
              </a:extLst>
            </p:cNvPr>
            <p:cNvSpPr/>
            <p:nvPr/>
          </p:nvSpPr>
          <p:spPr>
            <a:xfrm rot="5400000">
              <a:off x="9638126" y="3536500"/>
              <a:ext cx="36029" cy="18288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3" name="Rectangle: Rounded Corners 173">
              <a:extLst>
                <a:ext uri="{FF2B5EF4-FFF2-40B4-BE49-F238E27FC236}">
                  <a16:creationId xmlns:a16="http://schemas.microsoft.com/office/drawing/2014/main" id="{2ADE0325-3D99-89FA-BFF4-FC72A7FB34D4}"/>
                </a:ext>
              </a:extLst>
            </p:cNvPr>
            <p:cNvSpPr/>
            <p:nvPr/>
          </p:nvSpPr>
          <p:spPr>
            <a:xfrm rot="5400000">
              <a:off x="9859594" y="3536501"/>
              <a:ext cx="36029" cy="18288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4" name="Rectangle: Rounded Corners 174">
              <a:extLst>
                <a:ext uri="{FF2B5EF4-FFF2-40B4-BE49-F238E27FC236}">
                  <a16:creationId xmlns:a16="http://schemas.microsoft.com/office/drawing/2014/main" id="{552BDA4F-029B-6BCB-79B1-DEE38BF48705}"/>
                </a:ext>
              </a:extLst>
            </p:cNvPr>
            <p:cNvSpPr/>
            <p:nvPr/>
          </p:nvSpPr>
          <p:spPr>
            <a:xfrm rot="5400000">
              <a:off x="9638126" y="3608975"/>
              <a:ext cx="36029" cy="18288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5" name="Rectangle: Rounded Corners 175">
              <a:extLst>
                <a:ext uri="{FF2B5EF4-FFF2-40B4-BE49-F238E27FC236}">
                  <a16:creationId xmlns:a16="http://schemas.microsoft.com/office/drawing/2014/main" id="{B522D4A6-8106-38D3-AADE-5DC976A9F1F8}"/>
                </a:ext>
              </a:extLst>
            </p:cNvPr>
            <p:cNvSpPr/>
            <p:nvPr/>
          </p:nvSpPr>
          <p:spPr>
            <a:xfrm rot="5400000">
              <a:off x="9859594" y="3608976"/>
              <a:ext cx="36029" cy="18288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6" name="Rectangle: Rounded Corners 176">
              <a:extLst>
                <a:ext uri="{FF2B5EF4-FFF2-40B4-BE49-F238E27FC236}">
                  <a16:creationId xmlns:a16="http://schemas.microsoft.com/office/drawing/2014/main" id="{0B6B0B8D-02BC-7230-EFD4-41CCB67B10C4}"/>
                </a:ext>
              </a:extLst>
            </p:cNvPr>
            <p:cNvSpPr/>
            <p:nvPr/>
          </p:nvSpPr>
          <p:spPr>
            <a:xfrm rot="5400000">
              <a:off x="9638126" y="3681450"/>
              <a:ext cx="36029" cy="18288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7" name="Rectangle: Rounded Corners 177">
              <a:extLst>
                <a:ext uri="{FF2B5EF4-FFF2-40B4-BE49-F238E27FC236}">
                  <a16:creationId xmlns:a16="http://schemas.microsoft.com/office/drawing/2014/main" id="{D91CA18E-7F9D-07FD-89C6-858C92E0F6CE}"/>
                </a:ext>
              </a:extLst>
            </p:cNvPr>
            <p:cNvSpPr/>
            <p:nvPr/>
          </p:nvSpPr>
          <p:spPr>
            <a:xfrm rot="5400000">
              <a:off x="9859594" y="3681451"/>
              <a:ext cx="36029" cy="18288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38" name="Group 537">
            <a:extLst>
              <a:ext uri="{FF2B5EF4-FFF2-40B4-BE49-F238E27FC236}">
                <a16:creationId xmlns:a16="http://schemas.microsoft.com/office/drawing/2014/main" id="{F6E97E6A-544C-4BE9-7755-BCAC4FD42C6D}"/>
              </a:ext>
            </a:extLst>
          </p:cNvPr>
          <p:cNvGrpSpPr/>
          <p:nvPr/>
        </p:nvGrpSpPr>
        <p:grpSpPr>
          <a:xfrm>
            <a:off x="11261341" y="3630980"/>
            <a:ext cx="732206" cy="911043"/>
            <a:chOff x="8012462" y="4487045"/>
            <a:chExt cx="591646" cy="736152"/>
          </a:xfrm>
          <a:solidFill>
            <a:schemeClr val="tx1"/>
          </a:solidFill>
        </p:grpSpPr>
        <p:grpSp>
          <p:nvGrpSpPr>
            <p:cNvPr id="539" name="Group 538">
              <a:extLst>
                <a:ext uri="{FF2B5EF4-FFF2-40B4-BE49-F238E27FC236}">
                  <a16:creationId xmlns:a16="http://schemas.microsoft.com/office/drawing/2014/main" id="{957C793E-EDF9-480F-D045-13A1A111EB50}"/>
                </a:ext>
              </a:extLst>
            </p:cNvPr>
            <p:cNvGrpSpPr/>
            <p:nvPr/>
          </p:nvGrpSpPr>
          <p:grpSpPr>
            <a:xfrm>
              <a:off x="8197006" y="4487045"/>
              <a:ext cx="222672" cy="736152"/>
              <a:chOff x="8012462" y="4487045"/>
              <a:chExt cx="222672" cy="736152"/>
            </a:xfrm>
            <a:grpFill/>
          </p:grpSpPr>
          <p:sp>
            <p:nvSpPr>
              <p:cNvPr id="559" name="Rectangle 558">
                <a:extLst>
                  <a:ext uri="{FF2B5EF4-FFF2-40B4-BE49-F238E27FC236}">
                    <a16:creationId xmlns:a16="http://schemas.microsoft.com/office/drawing/2014/main" id="{4EC550A4-6B0D-4913-2015-2CF466D9CBE1}"/>
                  </a:ext>
                </a:extLst>
              </p:cNvPr>
              <p:cNvSpPr/>
              <p:nvPr/>
            </p:nvSpPr>
            <p:spPr>
              <a:xfrm rot="16200000" flipV="1">
                <a:off x="7668563" y="4831495"/>
                <a:ext cx="724378" cy="365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0" name="Rectangle 559">
                <a:extLst>
                  <a:ext uri="{FF2B5EF4-FFF2-40B4-BE49-F238E27FC236}">
                    <a16:creationId xmlns:a16="http://schemas.microsoft.com/office/drawing/2014/main" id="{5E5B332E-7CA1-FE21-3C09-9DC800FCC6A5}"/>
                  </a:ext>
                </a:extLst>
              </p:cNvPr>
              <p:cNvSpPr/>
              <p:nvPr/>
            </p:nvSpPr>
            <p:spPr>
              <a:xfrm rot="16200000" flipV="1">
                <a:off x="7851359" y="4835341"/>
                <a:ext cx="731520" cy="3602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1" name="Rectangle 560">
                <a:extLst>
                  <a:ext uri="{FF2B5EF4-FFF2-40B4-BE49-F238E27FC236}">
                    <a16:creationId xmlns:a16="http://schemas.microsoft.com/office/drawing/2014/main" id="{4B05812A-46B9-3D64-D202-065E08C68A73}"/>
                  </a:ext>
                </a:extLst>
              </p:cNvPr>
              <p:cNvSpPr/>
              <p:nvPr/>
            </p:nvSpPr>
            <p:spPr>
              <a:xfrm rot="10800000" flipV="1">
                <a:off x="8016224" y="4487045"/>
                <a:ext cx="218910" cy="365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2" name="Rectangle 561">
                <a:extLst>
                  <a:ext uri="{FF2B5EF4-FFF2-40B4-BE49-F238E27FC236}">
                    <a16:creationId xmlns:a16="http://schemas.microsoft.com/office/drawing/2014/main" id="{EFAED630-86D9-E4E1-C354-848C639FDA48}"/>
                  </a:ext>
                </a:extLst>
              </p:cNvPr>
              <p:cNvSpPr/>
              <p:nvPr/>
            </p:nvSpPr>
            <p:spPr>
              <a:xfrm rot="10800000" flipV="1">
                <a:off x="8012462" y="5186621"/>
                <a:ext cx="218910" cy="365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40" name="Group 539">
              <a:extLst>
                <a:ext uri="{FF2B5EF4-FFF2-40B4-BE49-F238E27FC236}">
                  <a16:creationId xmlns:a16="http://schemas.microsoft.com/office/drawing/2014/main" id="{CA91B04B-C76B-03AC-BF04-27269AA09BCF}"/>
                </a:ext>
              </a:extLst>
            </p:cNvPr>
            <p:cNvGrpSpPr/>
            <p:nvPr/>
          </p:nvGrpSpPr>
          <p:grpSpPr>
            <a:xfrm>
              <a:off x="8012462" y="4487045"/>
              <a:ext cx="222672" cy="736152"/>
              <a:chOff x="8012462" y="4487045"/>
              <a:chExt cx="222672" cy="736152"/>
            </a:xfrm>
            <a:grpFill/>
          </p:grpSpPr>
          <p:sp>
            <p:nvSpPr>
              <p:cNvPr id="555" name="Rectangle 554">
                <a:extLst>
                  <a:ext uri="{FF2B5EF4-FFF2-40B4-BE49-F238E27FC236}">
                    <a16:creationId xmlns:a16="http://schemas.microsoft.com/office/drawing/2014/main" id="{E9975F29-A46C-A39E-CC08-684E9F00636C}"/>
                  </a:ext>
                </a:extLst>
              </p:cNvPr>
              <p:cNvSpPr/>
              <p:nvPr/>
            </p:nvSpPr>
            <p:spPr>
              <a:xfrm rot="16200000" flipV="1">
                <a:off x="7668563" y="4831495"/>
                <a:ext cx="724378" cy="365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6" name="Rectangle 555">
                <a:extLst>
                  <a:ext uri="{FF2B5EF4-FFF2-40B4-BE49-F238E27FC236}">
                    <a16:creationId xmlns:a16="http://schemas.microsoft.com/office/drawing/2014/main" id="{6AF600B1-7347-3E8C-B74A-6989BE9C9BAD}"/>
                  </a:ext>
                </a:extLst>
              </p:cNvPr>
              <p:cNvSpPr/>
              <p:nvPr/>
            </p:nvSpPr>
            <p:spPr>
              <a:xfrm rot="16200000" flipV="1">
                <a:off x="7851359" y="4835341"/>
                <a:ext cx="731520" cy="3602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7" name="Rectangle 556">
                <a:extLst>
                  <a:ext uri="{FF2B5EF4-FFF2-40B4-BE49-F238E27FC236}">
                    <a16:creationId xmlns:a16="http://schemas.microsoft.com/office/drawing/2014/main" id="{5DA62941-E5F1-5C9E-59C0-E24217E46CD6}"/>
                  </a:ext>
                </a:extLst>
              </p:cNvPr>
              <p:cNvSpPr/>
              <p:nvPr/>
            </p:nvSpPr>
            <p:spPr>
              <a:xfrm rot="10800000" flipV="1">
                <a:off x="8016224" y="4487045"/>
                <a:ext cx="218910" cy="365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8" name="Rectangle 557">
                <a:extLst>
                  <a:ext uri="{FF2B5EF4-FFF2-40B4-BE49-F238E27FC236}">
                    <a16:creationId xmlns:a16="http://schemas.microsoft.com/office/drawing/2014/main" id="{018A0485-738C-2983-5E23-CA9F0E35A62C}"/>
                  </a:ext>
                </a:extLst>
              </p:cNvPr>
              <p:cNvSpPr/>
              <p:nvPr/>
            </p:nvSpPr>
            <p:spPr>
              <a:xfrm rot="10800000" flipV="1">
                <a:off x="8012462" y="5186621"/>
                <a:ext cx="218910" cy="365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41" name="Group 540">
              <a:extLst>
                <a:ext uri="{FF2B5EF4-FFF2-40B4-BE49-F238E27FC236}">
                  <a16:creationId xmlns:a16="http://schemas.microsoft.com/office/drawing/2014/main" id="{E3F48FF7-36C0-26D8-0B0E-0853FA837F2C}"/>
                </a:ext>
              </a:extLst>
            </p:cNvPr>
            <p:cNvGrpSpPr/>
            <p:nvPr/>
          </p:nvGrpSpPr>
          <p:grpSpPr>
            <a:xfrm>
              <a:off x="8381436" y="4487045"/>
              <a:ext cx="222672" cy="736152"/>
              <a:chOff x="8012462" y="4487045"/>
              <a:chExt cx="222672" cy="736152"/>
            </a:xfrm>
            <a:grpFill/>
          </p:grpSpPr>
          <p:sp>
            <p:nvSpPr>
              <p:cNvPr id="551" name="Rectangle 550">
                <a:extLst>
                  <a:ext uri="{FF2B5EF4-FFF2-40B4-BE49-F238E27FC236}">
                    <a16:creationId xmlns:a16="http://schemas.microsoft.com/office/drawing/2014/main" id="{D5416D77-65F8-9FDD-70B3-F36644AD2E6E}"/>
                  </a:ext>
                </a:extLst>
              </p:cNvPr>
              <p:cNvSpPr/>
              <p:nvPr/>
            </p:nvSpPr>
            <p:spPr>
              <a:xfrm rot="16200000" flipV="1">
                <a:off x="7668563" y="4831495"/>
                <a:ext cx="724378" cy="365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2" name="Rectangle 551">
                <a:extLst>
                  <a:ext uri="{FF2B5EF4-FFF2-40B4-BE49-F238E27FC236}">
                    <a16:creationId xmlns:a16="http://schemas.microsoft.com/office/drawing/2014/main" id="{6E45F0C4-0DF6-6C25-9AD1-C0011756B095}"/>
                  </a:ext>
                </a:extLst>
              </p:cNvPr>
              <p:cNvSpPr/>
              <p:nvPr/>
            </p:nvSpPr>
            <p:spPr>
              <a:xfrm rot="16200000" flipV="1">
                <a:off x="7851359" y="4835341"/>
                <a:ext cx="731520" cy="3602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3" name="Rectangle 552">
                <a:extLst>
                  <a:ext uri="{FF2B5EF4-FFF2-40B4-BE49-F238E27FC236}">
                    <a16:creationId xmlns:a16="http://schemas.microsoft.com/office/drawing/2014/main" id="{C2D6EA6C-A8C2-8900-177C-4F4AD7D4CD45}"/>
                  </a:ext>
                </a:extLst>
              </p:cNvPr>
              <p:cNvSpPr/>
              <p:nvPr/>
            </p:nvSpPr>
            <p:spPr>
              <a:xfrm rot="10800000" flipV="1">
                <a:off x="8016224" y="4487045"/>
                <a:ext cx="218910" cy="365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4" name="Rectangle 553">
                <a:extLst>
                  <a:ext uri="{FF2B5EF4-FFF2-40B4-BE49-F238E27FC236}">
                    <a16:creationId xmlns:a16="http://schemas.microsoft.com/office/drawing/2014/main" id="{0C07ADD0-99F7-E1B6-58B1-CB5FDD617C37}"/>
                  </a:ext>
                </a:extLst>
              </p:cNvPr>
              <p:cNvSpPr/>
              <p:nvPr/>
            </p:nvSpPr>
            <p:spPr>
              <a:xfrm rot="10800000" flipV="1">
                <a:off x="8012462" y="5186621"/>
                <a:ext cx="218910" cy="365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42" name="Circle: Hollow 499">
              <a:extLst>
                <a:ext uri="{FF2B5EF4-FFF2-40B4-BE49-F238E27FC236}">
                  <a16:creationId xmlns:a16="http://schemas.microsoft.com/office/drawing/2014/main" id="{180A319B-853B-BC93-826C-8DF63964207F}"/>
                </a:ext>
              </a:extLst>
            </p:cNvPr>
            <p:cNvSpPr/>
            <p:nvPr/>
          </p:nvSpPr>
          <p:spPr>
            <a:xfrm>
              <a:off x="8071587" y="5024506"/>
              <a:ext cx="100658" cy="100658"/>
            </a:xfrm>
            <a:prstGeom prst="donut">
              <a:avLst>
                <a:gd name="adj" fmla="val 2234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43" name="Circle: Hollow 500">
              <a:extLst>
                <a:ext uri="{FF2B5EF4-FFF2-40B4-BE49-F238E27FC236}">
                  <a16:creationId xmlns:a16="http://schemas.microsoft.com/office/drawing/2014/main" id="{7A8A8CCC-CA3C-A815-1E10-906606AE48FA}"/>
                </a:ext>
              </a:extLst>
            </p:cNvPr>
            <p:cNvSpPr/>
            <p:nvPr/>
          </p:nvSpPr>
          <p:spPr>
            <a:xfrm>
              <a:off x="8257650" y="5024506"/>
              <a:ext cx="100658" cy="100658"/>
            </a:xfrm>
            <a:prstGeom prst="donut">
              <a:avLst>
                <a:gd name="adj" fmla="val 2234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44" name="Circle: Hollow 501">
              <a:extLst>
                <a:ext uri="{FF2B5EF4-FFF2-40B4-BE49-F238E27FC236}">
                  <a16:creationId xmlns:a16="http://schemas.microsoft.com/office/drawing/2014/main" id="{E4ADA0B0-D49D-CFB7-3E08-671133EC5FFD}"/>
                </a:ext>
              </a:extLst>
            </p:cNvPr>
            <p:cNvSpPr/>
            <p:nvPr/>
          </p:nvSpPr>
          <p:spPr>
            <a:xfrm>
              <a:off x="8444266" y="5024506"/>
              <a:ext cx="100658" cy="100658"/>
            </a:xfrm>
            <a:prstGeom prst="donut">
              <a:avLst>
                <a:gd name="adj" fmla="val 2234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45" name="Rectangle: Rounded Corners 502">
              <a:extLst>
                <a:ext uri="{FF2B5EF4-FFF2-40B4-BE49-F238E27FC236}">
                  <a16:creationId xmlns:a16="http://schemas.microsoft.com/office/drawing/2014/main" id="{9D779619-5C7A-8714-4DD9-F3AC502604DC}"/>
                </a:ext>
              </a:extLst>
            </p:cNvPr>
            <p:cNvSpPr/>
            <p:nvPr/>
          </p:nvSpPr>
          <p:spPr>
            <a:xfrm rot="5400000">
              <a:off x="8103901" y="4616700"/>
              <a:ext cx="36029" cy="9144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6" name="Rectangle: Rounded Corners 503">
              <a:extLst>
                <a:ext uri="{FF2B5EF4-FFF2-40B4-BE49-F238E27FC236}">
                  <a16:creationId xmlns:a16="http://schemas.microsoft.com/office/drawing/2014/main" id="{039F30E1-14C1-B567-AA35-B7838BE7DB77}"/>
                </a:ext>
              </a:extLst>
            </p:cNvPr>
            <p:cNvSpPr/>
            <p:nvPr/>
          </p:nvSpPr>
          <p:spPr>
            <a:xfrm rot="5400000">
              <a:off x="8103901" y="4688599"/>
              <a:ext cx="36029" cy="9144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7" name="Rectangle: Rounded Corners 504">
              <a:extLst>
                <a:ext uri="{FF2B5EF4-FFF2-40B4-BE49-F238E27FC236}">
                  <a16:creationId xmlns:a16="http://schemas.microsoft.com/office/drawing/2014/main" id="{94367C14-B396-7828-9CAE-D16D26B0F24A}"/>
                </a:ext>
              </a:extLst>
            </p:cNvPr>
            <p:cNvSpPr/>
            <p:nvPr/>
          </p:nvSpPr>
          <p:spPr>
            <a:xfrm rot="5400000">
              <a:off x="8289769" y="4616701"/>
              <a:ext cx="36029" cy="9144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8" name="Rectangle: Rounded Corners 505">
              <a:extLst>
                <a:ext uri="{FF2B5EF4-FFF2-40B4-BE49-F238E27FC236}">
                  <a16:creationId xmlns:a16="http://schemas.microsoft.com/office/drawing/2014/main" id="{C263982C-EE10-DDB0-3183-5087BB6EBEF7}"/>
                </a:ext>
              </a:extLst>
            </p:cNvPr>
            <p:cNvSpPr/>
            <p:nvPr/>
          </p:nvSpPr>
          <p:spPr>
            <a:xfrm rot="5400000">
              <a:off x="8289769" y="4688600"/>
              <a:ext cx="36029" cy="9144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9" name="Rectangle: Rounded Corners 506">
              <a:extLst>
                <a:ext uri="{FF2B5EF4-FFF2-40B4-BE49-F238E27FC236}">
                  <a16:creationId xmlns:a16="http://schemas.microsoft.com/office/drawing/2014/main" id="{25BC121C-3ECF-ECB1-05C6-A4DB90DCC2FF}"/>
                </a:ext>
              </a:extLst>
            </p:cNvPr>
            <p:cNvSpPr/>
            <p:nvPr/>
          </p:nvSpPr>
          <p:spPr>
            <a:xfrm rot="5400000">
              <a:off x="8475863" y="4616702"/>
              <a:ext cx="36029" cy="9144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0" name="Rectangle: Rounded Corners 507">
              <a:extLst>
                <a:ext uri="{FF2B5EF4-FFF2-40B4-BE49-F238E27FC236}">
                  <a16:creationId xmlns:a16="http://schemas.microsoft.com/office/drawing/2014/main" id="{DAEB433E-6146-6FC0-5EF2-C1ECD6207AAF}"/>
                </a:ext>
              </a:extLst>
            </p:cNvPr>
            <p:cNvSpPr/>
            <p:nvPr/>
          </p:nvSpPr>
          <p:spPr>
            <a:xfrm rot="5400000">
              <a:off x="8475863" y="4688601"/>
              <a:ext cx="36029" cy="9144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63" name="Group 562">
            <a:extLst>
              <a:ext uri="{FF2B5EF4-FFF2-40B4-BE49-F238E27FC236}">
                <a16:creationId xmlns:a16="http://schemas.microsoft.com/office/drawing/2014/main" id="{2E437F4F-9288-B9D8-429B-ACD086BB219D}"/>
              </a:ext>
            </a:extLst>
          </p:cNvPr>
          <p:cNvGrpSpPr/>
          <p:nvPr/>
        </p:nvGrpSpPr>
        <p:grpSpPr>
          <a:xfrm>
            <a:off x="11249261" y="4750793"/>
            <a:ext cx="642597" cy="969783"/>
            <a:chOff x="5500785" y="3021646"/>
            <a:chExt cx="828546" cy="1050227"/>
          </a:xfrm>
          <a:solidFill>
            <a:schemeClr val="tx1"/>
          </a:solidFill>
        </p:grpSpPr>
        <p:sp>
          <p:nvSpPr>
            <p:cNvPr id="564" name="Freeform: Shape 546">
              <a:extLst>
                <a:ext uri="{FF2B5EF4-FFF2-40B4-BE49-F238E27FC236}">
                  <a16:creationId xmlns:a16="http://schemas.microsoft.com/office/drawing/2014/main" id="{4B612E06-93DF-6E6F-16A5-F4D94EF8FC4E}"/>
                </a:ext>
              </a:extLst>
            </p:cNvPr>
            <p:cNvSpPr/>
            <p:nvPr/>
          </p:nvSpPr>
          <p:spPr>
            <a:xfrm>
              <a:off x="5500785" y="3021646"/>
              <a:ext cx="828546" cy="1050227"/>
            </a:xfrm>
            <a:custGeom>
              <a:avLst/>
              <a:gdLst>
                <a:gd name="connsiteX0" fmla="*/ 144027 w 828546"/>
                <a:gd name="connsiteY0" fmla="*/ 38424 h 1050227"/>
                <a:gd name="connsiteX1" fmla="*/ 39098 w 828546"/>
                <a:gd name="connsiteY1" fmla="*/ 143353 h 1050227"/>
                <a:gd name="connsiteX2" fmla="*/ 39098 w 828546"/>
                <a:gd name="connsiteY2" fmla="*/ 906873 h 1050227"/>
                <a:gd name="connsiteX3" fmla="*/ 144027 w 828546"/>
                <a:gd name="connsiteY3" fmla="*/ 1011802 h 1050227"/>
                <a:gd name="connsiteX4" fmla="*/ 684519 w 828546"/>
                <a:gd name="connsiteY4" fmla="*/ 1011802 h 1050227"/>
                <a:gd name="connsiteX5" fmla="*/ 789448 w 828546"/>
                <a:gd name="connsiteY5" fmla="*/ 906873 h 1050227"/>
                <a:gd name="connsiteX6" fmla="*/ 789448 w 828546"/>
                <a:gd name="connsiteY6" fmla="*/ 143353 h 1050227"/>
                <a:gd name="connsiteX7" fmla="*/ 684519 w 828546"/>
                <a:gd name="connsiteY7" fmla="*/ 38424 h 1050227"/>
                <a:gd name="connsiteX8" fmla="*/ 115864 w 828546"/>
                <a:gd name="connsiteY8" fmla="*/ 0 h 1050227"/>
                <a:gd name="connsiteX9" fmla="*/ 712682 w 828546"/>
                <a:gd name="connsiteY9" fmla="*/ 0 h 1050227"/>
                <a:gd name="connsiteX10" fmla="*/ 828546 w 828546"/>
                <a:gd name="connsiteY10" fmla="*/ 115864 h 1050227"/>
                <a:gd name="connsiteX11" fmla="*/ 828546 w 828546"/>
                <a:gd name="connsiteY11" fmla="*/ 934363 h 1050227"/>
                <a:gd name="connsiteX12" fmla="*/ 712682 w 828546"/>
                <a:gd name="connsiteY12" fmla="*/ 1050227 h 1050227"/>
                <a:gd name="connsiteX13" fmla="*/ 115864 w 828546"/>
                <a:gd name="connsiteY13" fmla="*/ 1050227 h 1050227"/>
                <a:gd name="connsiteX14" fmla="*/ 0 w 828546"/>
                <a:gd name="connsiteY14" fmla="*/ 934363 h 1050227"/>
                <a:gd name="connsiteX15" fmla="*/ 0 w 828546"/>
                <a:gd name="connsiteY15" fmla="*/ 115864 h 1050227"/>
                <a:gd name="connsiteX16" fmla="*/ 115864 w 828546"/>
                <a:gd name="connsiteY16" fmla="*/ 0 h 10502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28546" h="1050227">
                  <a:moveTo>
                    <a:pt x="144027" y="38424"/>
                  </a:moveTo>
                  <a:cubicBezTo>
                    <a:pt x="86076" y="38424"/>
                    <a:pt x="39098" y="85402"/>
                    <a:pt x="39098" y="143353"/>
                  </a:cubicBezTo>
                  <a:lnTo>
                    <a:pt x="39098" y="906873"/>
                  </a:lnTo>
                  <a:cubicBezTo>
                    <a:pt x="39098" y="964824"/>
                    <a:pt x="86076" y="1011802"/>
                    <a:pt x="144027" y="1011802"/>
                  </a:cubicBezTo>
                  <a:lnTo>
                    <a:pt x="684519" y="1011802"/>
                  </a:lnTo>
                  <a:cubicBezTo>
                    <a:pt x="742470" y="1011802"/>
                    <a:pt x="789448" y="964824"/>
                    <a:pt x="789448" y="906873"/>
                  </a:cubicBezTo>
                  <a:lnTo>
                    <a:pt x="789448" y="143353"/>
                  </a:lnTo>
                  <a:cubicBezTo>
                    <a:pt x="789448" y="85402"/>
                    <a:pt x="742470" y="38424"/>
                    <a:pt x="684519" y="38424"/>
                  </a:cubicBezTo>
                  <a:close/>
                  <a:moveTo>
                    <a:pt x="115864" y="0"/>
                  </a:moveTo>
                  <a:lnTo>
                    <a:pt x="712682" y="0"/>
                  </a:lnTo>
                  <a:cubicBezTo>
                    <a:pt x="776672" y="0"/>
                    <a:pt x="828546" y="51874"/>
                    <a:pt x="828546" y="115864"/>
                  </a:cubicBezTo>
                  <a:lnTo>
                    <a:pt x="828546" y="934363"/>
                  </a:lnTo>
                  <a:cubicBezTo>
                    <a:pt x="828546" y="998353"/>
                    <a:pt x="776672" y="1050227"/>
                    <a:pt x="712682" y="1050227"/>
                  </a:cubicBezTo>
                  <a:lnTo>
                    <a:pt x="115864" y="1050227"/>
                  </a:lnTo>
                  <a:cubicBezTo>
                    <a:pt x="51874" y="1050227"/>
                    <a:pt x="0" y="998353"/>
                    <a:pt x="0" y="934363"/>
                  </a:cubicBezTo>
                  <a:lnTo>
                    <a:pt x="0" y="115864"/>
                  </a:lnTo>
                  <a:cubicBezTo>
                    <a:pt x="0" y="51874"/>
                    <a:pt x="51874" y="0"/>
                    <a:pt x="115864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65" name="Freeform: Shape 547">
              <a:extLst>
                <a:ext uri="{FF2B5EF4-FFF2-40B4-BE49-F238E27FC236}">
                  <a16:creationId xmlns:a16="http://schemas.microsoft.com/office/drawing/2014/main" id="{13C4E05B-CC86-6C25-AFF3-CB7E6ECB88D3}"/>
                </a:ext>
              </a:extLst>
            </p:cNvPr>
            <p:cNvSpPr/>
            <p:nvPr/>
          </p:nvSpPr>
          <p:spPr>
            <a:xfrm>
              <a:off x="5575802" y="3094127"/>
              <a:ext cx="678512" cy="905264"/>
            </a:xfrm>
            <a:custGeom>
              <a:avLst/>
              <a:gdLst>
                <a:gd name="connsiteX0" fmla="*/ 144027 w 828546"/>
                <a:gd name="connsiteY0" fmla="*/ 38424 h 1050227"/>
                <a:gd name="connsiteX1" fmla="*/ 39098 w 828546"/>
                <a:gd name="connsiteY1" fmla="*/ 143353 h 1050227"/>
                <a:gd name="connsiteX2" fmla="*/ 39098 w 828546"/>
                <a:gd name="connsiteY2" fmla="*/ 906873 h 1050227"/>
                <a:gd name="connsiteX3" fmla="*/ 144027 w 828546"/>
                <a:gd name="connsiteY3" fmla="*/ 1011802 h 1050227"/>
                <a:gd name="connsiteX4" fmla="*/ 684519 w 828546"/>
                <a:gd name="connsiteY4" fmla="*/ 1011802 h 1050227"/>
                <a:gd name="connsiteX5" fmla="*/ 789448 w 828546"/>
                <a:gd name="connsiteY5" fmla="*/ 906873 h 1050227"/>
                <a:gd name="connsiteX6" fmla="*/ 789448 w 828546"/>
                <a:gd name="connsiteY6" fmla="*/ 143353 h 1050227"/>
                <a:gd name="connsiteX7" fmla="*/ 684519 w 828546"/>
                <a:gd name="connsiteY7" fmla="*/ 38424 h 1050227"/>
                <a:gd name="connsiteX8" fmla="*/ 115864 w 828546"/>
                <a:gd name="connsiteY8" fmla="*/ 0 h 1050227"/>
                <a:gd name="connsiteX9" fmla="*/ 712682 w 828546"/>
                <a:gd name="connsiteY9" fmla="*/ 0 h 1050227"/>
                <a:gd name="connsiteX10" fmla="*/ 828546 w 828546"/>
                <a:gd name="connsiteY10" fmla="*/ 115864 h 1050227"/>
                <a:gd name="connsiteX11" fmla="*/ 828546 w 828546"/>
                <a:gd name="connsiteY11" fmla="*/ 934363 h 1050227"/>
                <a:gd name="connsiteX12" fmla="*/ 712682 w 828546"/>
                <a:gd name="connsiteY12" fmla="*/ 1050227 h 1050227"/>
                <a:gd name="connsiteX13" fmla="*/ 115864 w 828546"/>
                <a:gd name="connsiteY13" fmla="*/ 1050227 h 1050227"/>
                <a:gd name="connsiteX14" fmla="*/ 0 w 828546"/>
                <a:gd name="connsiteY14" fmla="*/ 934363 h 1050227"/>
                <a:gd name="connsiteX15" fmla="*/ 0 w 828546"/>
                <a:gd name="connsiteY15" fmla="*/ 115864 h 1050227"/>
                <a:gd name="connsiteX16" fmla="*/ 115864 w 828546"/>
                <a:gd name="connsiteY16" fmla="*/ 0 h 10502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28546" h="1050227">
                  <a:moveTo>
                    <a:pt x="144027" y="38424"/>
                  </a:moveTo>
                  <a:cubicBezTo>
                    <a:pt x="86076" y="38424"/>
                    <a:pt x="39098" y="85402"/>
                    <a:pt x="39098" y="143353"/>
                  </a:cubicBezTo>
                  <a:lnTo>
                    <a:pt x="39098" y="906873"/>
                  </a:lnTo>
                  <a:cubicBezTo>
                    <a:pt x="39098" y="964824"/>
                    <a:pt x="86076" y="1011802"/>
                    <a:pt x="144027" y="1011802"/>
                  </a:cubicBezTo>
                  <a:lnTo>
                    <a:pt x="684519" y="1011802"/>
                  </a:lnTo>
                  <a:cubicBezTo>
                    <a:pt x="742470" y="1011802"/>
                    <a:pt x="789448" y="964824"/>
                    <a:pt x="789448" y="906873"/>
                  </a:cubicBezTo>
                  <a:lnTo>
                    <a:pt x="789448" y="143353"/>
                  </a:lnTo>
                  <a:cubicBezTo>
                    <a:pt x="789448" y="85402"/>
                    <a:pt x="742470" y="38424"/>
                    <a:pt x="684519" y="38424"/>
                  </a:cubicBezTo>
                  <a:close/>
                  <a:moveTo>
                    <a:pt x="115864" y="0"/>
                  </a:moveTo>
                  <a:lnTo>
                    <a:pt x="712682" y="0"/>
                  </a:lnTo>
                  <a:cubicBezTo>
                    <a:pt x="776672" y="0"/>
                    <a:pt x="828546" y="51874"/>
                    <a:pt x="828546" y="115864"/>
                  </a:cubicBezTo>
                  <a:lnTo>
                    <a:pt x="828546" y="934363"/>
                  </a:lnTo>
                  <a:cubicBezTo>
                    <a:pt x="828546" y="998353"/>
                    <a:pt x="776672" y="1050227"/>
                    <a:pt x="712682" y="1050227"/>
                  </a:cubicBezTo>
                  <a:lnTo>
                    <a:pt x="115864" y="1050227"/>
                  </a:lnTo>
                  <a:cubicBezTo>
                    <a:pt x="51874" y="1050227"/>
                    <a:pt x="0" y="998353"/>
                    <a:pt x="0" y="934363"/>
                  </a:cubicBezTo>
                  <a:lnTo>
                    <a:pt x="0" y="115864"/>
                  </a:lnTo>
                  <a:cubicBezTo>
                    <a:pt x="0" y="51874"/>
                    <a:pt x="51874" y="0"/>
                    <a:pt x="115864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66" name="Freeform: Shape 548">
              <a:extLst>
                <a:ext uri="{FF2B5EF4-FFF2-40B4-BE49-F238E27FC236}">
                  <a16:creationId xmlns:a16="http://schemas.microsoft.com/office/drawing/2014/main" id="{37AA4AEB-B8CF-2CC1-8637-6A06609AE567}"/>
                </a:ext>
              </a:extLst>
            </p:cNvPr>
            <p:cNvSpPr/>
            <p:nvPr/>
          </p:nvSpPr>
          <p:spPr>
            <a:xfrm>
              <a:off x="5693569" y="3235068"/>
              <a:ext cx="108912" cy="108912"/>
            </a:xfrm>
            <a:custGeom>
              <a:avLst/>
              <a:gdLst>
                <a:gd name="connsiteX0" fmla="*/ 35718 w 152400"/>
                <a:gd name="connsiteY0" fmla="*/ 35718 h 152400"/>
                <a:gd name="connsiteX1" fmla="*/ 35718 w 152400"/>
                <a:gd name="connsiteY1" fmla="*/ 116682 h 152400"/>
                <a:gd name="connsiteX2" fmla="*/ 116682 w 152400"/>
                <a:gd name="connsiteY2" fmla="*/ 116682 h 152400"/>
                <a:gd name="connsiteX3" fmla="*/ 116682 w 152400"/>
                <a:gd name="connsiteY3" fmla="*/ 35718 h 152400"/>
                <a:gd name="connsiteX4" fmla="*/ 0 w 152400"/>
                <a:gd name="connsiteY4" fmla="*/ 0 h 152400"/>
                <a:gd name="connsiteX5" fmla="*/ 152400 w 152400"/>
                <a:gd name="connsiteY5" fmla="*/ 0 h 152400"/>
                <a:gd name="connsiteX6" fmla="*/ 152400 w 152400"/>
                <a:gd name="connsiteY6" fmla="*/ 152400 h 152400"/>
                <a:gd name="connsiteX7" fmla="*/ 0 w 152400"/>
                <a:gd name="connsiteY7" fmla="*/ 1524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2400" h="152400">
                  <a:moveTo>
                    <a:pt x="35718" y="35718"/>
                  </a:moveTo>
                  <a:lnTo>
                    <a:pt x="35718" y="116682"/>
                  </a:lnTo>
                  <a:lnTo>
                    <a:pt x="116682" y="116682"/>
                  </a:lnTo>
                  <a:lnTo>
                    <a:pt x="116682" y="35718"/>
                  </a:lnTo>
                  <a:close/>
                  <a:moveTo>
                    <a:pt x="0" y="0"/>
                  </a:moveTo>
                  <a:lnTo>
                    <a:pt x="152400" y="0"/>
                  </a:lnTo>
                  <a:lnTo>
                    <a:pt x="152400" y="152400"/>
                  </a:lnTo>
                  <a:lnTo>
                    <a:pt x="0" y="1524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67" name="Rectangle: Rounded Corners 549">
              <a:extLst>
                <a:ext uri="{FF2B5EF4-FFF2-40B4-BE49-F238E27FC236}">
                  <a16:creationId xmlns:a16="http://schemas.microsoft.com/office/drawing/2014/main" id="{DA758167-DAC4-7864-67BD-49450600D77B}"/>
                </a:ext>
              </a:extLst>
            </p:cNvPr>
            <p:cNvSpPr/>
            <p:nvPr/>
          </p:nvSpPr>
          <p:spPr>
            <a:xfrm rot="5400000">
              <a:off x="5977248" y="3153037"/>
              <a:ext cx="36029" cy="27432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8" name="Freeform: Shape 550">
              <a:extLst>
                <a:ext uri="{FF2B5EF4-FFF2-40B4-BE49-F238E27FC236}">
                  <a16:creationId xmlns:a16="http://schemas.microsoft.com/office/drawing/2014/main" id="{4A6151F0-7ADE-324D-4C5E-816FAC7D685E}"/>
                </a:ext>
              </a:extLst>
            </p:cNvPr>
            <p:cNvSpPr/>
            <p:nvPr/>
          </p:nvSpPr>
          <p:spPr>
            <a:xfrm>
              <a:off x="5691268" y="3405086"/>
              <a:ext cx="108912" cy="108912"/>
            </a:xfrm>
            <a:custGeom>
              <a:avLst/>
              <a:gdLst>
                <a:gd name="connsiteX0" fmla="*/ 35718 w 152400"/>
                <a:gd name="connsiteY0" fmla="*/ 35718 h 152400"/>
                <a:gd name="connsiteX1" fmla="*/ 35718 w 152400"/>
                <a:gd name="connsiteY1" fmla="*/ 116682 h 152400"/>
                <a:gd name="connsiteX2" fmla="*/ 116682 w 152400"/>
                <a:gd name="connsiteY2" fmla="*/ 116682 h 152400"/>
                <a:gd name="connsiteX3" fmla="*/ 116682 w 152400"/>
                <a:gd name="connsiteY3" fmla="*/ 35718 h 152400"/>
                <a:gd name="connsiteX4" fmla="*/ 0 w 152400"/>
                <a:gd name="connsiteY4" fmla="*/ 0 h 152400"/>
                <a:gd name="connsiteX5" fmla="*/ 152400 w 152400"/>
                <a:gd name="connsiteY5" fmla="*/ 0 h 152400"/>
                <a:gd name="connsiteX6" fmla="*/ 152400 w 152400"/>
                <a:gd name="connsiteY6" fmla="*/ 152400 h 152400"/>
                <a:gd name="connsiteX7" fmla="*/ 0 w 152400"/>
                <a:gd name="connsiteY7" fmla="*/ 1524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2400" h="152400">
                  <a:moveTo>
                    <a:pt x="35718" y="35718"/>
                  </a:moveTo>
                  <a:lnTo>
                    <a:pt x="35718" y="116682"/>
                  </a:lnTo>
                  <a:lnTo>
                    <a:pt x="116682" y="116682"/>
                  </a:lnTo>
                  <a:lnTo>
                    <a:pt x="116682" y="35718"/>
                  </a:lnTo>
                  <a:close/>
                  <a:moveTo>
                    <a:pt x="0" y="0"/>
                  </a:moveTo>
                  <a:lnTo>
                    <a:pt x="152400" y="0"/>
                  </a:lnTo>
                  <a:lnTo>
                    <a:pt x="152400" y="152400"/>
                  </a:lnTo>
                  <a:lnTo>
                    <a:pt x="0" y="1524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69" name="Rectangle: Rounded Corners 551">
              <a:extLst>
                <a:ext uri="{FF2B5EF4-FFF2-40B4-BE49-F238E27FC236}">
                  <a16:creationId xmlns:a16="http://schemas.microsoft.com/office/drawing/2014/main" id="{9124AA8A-657A-BB72-CB0E-0CC2887C86AB}"/>
                </a:ext>
              </a:extLst>
            </p:cNvPr>
            <p:cNvSpPr/>
            <p:nvPr/>
          </p:nvSpPr>
          <p:spPr>
            <a:xfrm rot="5400000">
              <a:off x="5974947" y="3323055"/>
              <a:ext cx="36029" cy="27432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0" name="Freeform: Shape 552">
              <a:extLst>
                <a:ext uri="{FF2B5EF4-FFF2-40B4-BE49-F238E27FC236}">
                  <a16:creationId xmlns:a16="http://schemas.microsoft.com/office/drawing/2014/main" id="{A7B6D297-68CE-EFF3-5E5C-F17B2E4400E5}"/>
                </a:ext>
              </a:extLst>
            </p:cNvPr>
            <p:cNvSpPr/>
            <p:nvPr/>
          </p:nvSpPr>
          <p:spPr>
            <a:xfrm>
              <a:off x="5688967" y="3575104"/>
              <a:ext cx="108912" cy="108912"/>
            </a:xfrm>
            <a:custGeom>
              <a:avLst/>
              <a:gdLst>
                <a:gd name="connsiteX0" fmla="*/ 35718 w 152400"/>
                <a:gd name="connsiteY0" fmla="*/ 35718 h 152400"/>
                <a:gd name="connsiteX1" fmla="*/ 35718 w 152400"/>
                <a:gd name="connsiteY1" fmla="*/ 116682 h 152400"/>
                <a:gd name="connsiteX2" fmla="*/ 116682 w 152400"/>
                <a:gd name="connsiteY2" fmla="*/ 116682 h 152400"/>
                <a:gd name="connsiteX3" fmla="*/ 116682 w 152400"/>
                <a:gd name="connsiteY3" fmla="*/ 35718 h 152400"/>
                <a:gd name="connsiteX4" fmla="*/ 0 w 152400"/>
                <a:gd name="connsiteY4" fmla="*/ 0 h 152400"/>
                <a:gd name="connsiteX5" fmla="*/ 152400 w 152400"/>
                <a:gd name="connsiteY5" fmla="*/ 0 h 152400"/>
                <a:gd name="connsiteX6" fmla="*/ 152400 w 152400"/>
                <a:gd name="connsiteY6" fmla="*/ 152400 h 152400"/>
                <a:gd name="connsiteX7" fmla="*/ 0 w 152400"/>
                <a:gd name="connsiteY7" fmla="*/ 1524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2400" h="152400">
                  <a:moveTo>
                    <a:pt x="35718" y="35718"/>
                  </a:moveTo>
                  <a:lnTo>
                    <a:pt x="35718" y="116682"/>
                  </a:lnTo>
                  <a:lnTo>
                    <a:pt x="116682" y="116682"/>
                  </a:lnTo>
                  <a:lnTo>
                    <a:pt x="116682" y="35718"/>
                  </a:lnTo>
                  <a:close/>
                  <a:moveTo>
                    <a:pt x="0" y="0"/>
                  </a:moveTo>
                  <a:lnTo>
                    <a:pt x="152400" y="0"/>
                  </a:lnTo>
                  <a:lnTo>
                    <a:pt x="152400" y="152400"/>
                  </a:lnTo>
                  <a:lnTo>
                    <a:pt x="0" y="1524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71" name="Rectangle: Rounded Corners 553">
              <a:extLst>
                <a:ext uri="{FF2B5EF4-FFF2-40B4-BE49-F238E27FC236}">
                  <a16:creationId xmlns:a16="http://schemas.microsoft.com/office/drawing/2014/main" id="{F3F5FA0C-CB7C-A2D7-6F4C-51F944BDAA62}"/>
                </a:ext>
              </a:extLst>
            </p:cNvPr>
            <p:cNvSpPr/>
            <p:nvPr/>
          </p:nvSpPr>
          <p:spPr>
            <a:xfrm rot="5400000">
              <a:off x="5972646" y="3493073"/>
              <a:ext cx="36029" cy="27432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2" name="Freeform: Shape 554">
              <a:extLst>
                <a:ext uri="{FF2B5EF4-FFF2-40B4-BE49-F238E27FC236}">
                  <a16:creationId xmlns:a16="http://schemas.microsoft.com/office/drawing/2014/main" id="{035C1D76-8ACE-065B-0A82-B0FAD7C6E27F}"/>
                </a:ext>
              </a:extLst>
            </p:cNvPr>
            <p:cNvSpPr/>
            <p:nvPr/>
          </p:nvSpPr>
          <p:spPr>
            <a:xfrm>
              <a:off x="5686666" y="3745122"/>
              <a:ext cx="108912" cy="108912"/>
            </a:xfrm>
            <a:custGeom>
              <a:avLst/>
              <a:gdLst>
                <a:gd name="connsiteX0" fmla="*/ 35718 w 152400"/>
                <a:gd name="connsiteY0" fmla="*/ 35718 h 152400"/>
                <a:gd name="connsiteX1" fmla="*/ 35718 w 152400"/>
                <a:gd name="connsiteY1" fmla="*/ 116682 h 152400"/>
                <a:gd name="connsiteX2" fmla="*/ 116682 w 152400"/>
                <a:gd name="connsiteY2" fmla="*/ 116682 h 152400"/>
                <a:gd name="connsiteX3" fmla="*/ 116682 w 152400"/>
                <a:gd name="connsiteY3" fmla="*/ 35718 h 152400"/>
                <a:gd name="connsiteX4" fmla="*/ 0 w 152400"/>
                <a:gd name="connsiteY4" fmla="*/ 0 h 152400"/>
                <a:gd name="connsiteX5" fmla="*/ 152400 w 152400"/>
                <a:gd name="connsiteY5" fmla="*/ 0 h 152400"/>
                <a:gd name="connsiteX6" fmla="*/ 152400 w 152400"/>
                <a:gd name="connsiteY6" fmla="*/ 152400 h 152400"/>
                <a:gd name="connsiteX7" fmla="*/ 0 w 152400"/>
                <a:gd name="connsiteY7" fmla="*/ 1524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2400" h="152400">
                  <a:moveTo>
                    <a:pt x="35718" y="35718"/>
                  </a:moveTo>
                  <a:lnTo>
                    <a:pt x="35718" y="116682"/>
                  </a:lnTo>
                  <a:lnTo>
                    <a:pt x="116682" y="116682"/>
                  </a:lnTo>
                  <a:lnTo>
                    <a:pt x="116682" y="35718"/>
                  </a:lnTo>
                  <a:close/>
                  <a:moveTo>
                    <a:pt x="0" y="0"/>
                  </a:moveTo>
                  <a:lnTo>
                    <a:pt x="152400" y="0"/>
                  </a:lnTo>
                  <a:lnTo>
                    <a:pt x="152400" y="152400"/>
                  </a:lnTo>
                  <a:lnTo>
                    <a:pt x="0" y="1524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73" name="Rectangle: Rounded Corners 555">
              <a:extLst>
                <a:ext uri="{FF2B5EF4-FFF2-40B4-BE49-F238E27FC236}">
                  <a16:creationId xmlns:a16="http://schemas.microsoft.com/office/drawing/2014/main" id="{B0856470-7A70-3294-6C6E-CF230BC70264}"/>
                </a:ext>
              </a:extLst>
            </p:cNvPr>
            <p:cNvSpPr/>
            <p:nvPr/>
          </p:nvSpPr>
          <p:spPr>
            <a:xfrm rot="5400000">
              <a:off x="5970345" y="3663091"/>
              <a:ext cx="36029" cy="27432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74" name="Group 573">
            <a:extLst>
              <a:ext uri="{FF2B5EF4-FFF2-40B4-BE49-F238E27FC236}">
                <a16:creationId xmlns:a16="http://schemas.microsoft.com/office/drawing/2014/main" id="{805CA602-C97C-6F90-5BE0-09C861EC32AA}"/>
              </a:ext>
            </a:extLst>
          </p:cNvPr>
          <p:cNvGrpSpPr/>
          <p:nvPr/>
        </p:nvGrpSpPr>
        <p:grpSpPr>
          <a:xfrm>
            <a:off x="11353359" y="5890322"/>
            <a:ext cx="462152" cy="721862"/>
            <a:chOff x="4722665" y="3126544"/>
            <a:chExt cx="539748" cy="1034294"/>
          </a:xfrm>
          <a:solidFill>
            <a:schemeClr val="tx1"/>
          </a:solidFill>
        </p:grpSpPr>
        <p:sp>
          <p:nvSpPr>
            <p:cNvPr id="575" name="Freeform: Shape 197">
              <a:extLst>
                <a:ext uri="{FF2B5EF4-FFF2-40B4-BE49-F238E27FC236}">
                  <a16:creationId xmlns:a16="http://schemas.microsoft.com/office/drawing/2014/main" id="{23935263-B9C2-E304-55B2-8139E06DB366}"/>
                </a:ext>
              </a:extLst>
            </p:cNvPr>
            <p:cNvSpPr/>
            <p:nvPr/>
          </p:nvSpPr>
          <p:spPr>
            <a:xfrm rot="10800000">
              <a:off x="4910778" y="3639424"/>
              <a:ext cx="158851" cy="521414"/>
            </a:xfrm>
            <a:custGeom>
              <a:avLst/>
              <a:gdLst>
                <a:gd name="connsiteX0" fmla="*/ 174068 w 212160"/>
                <a:gd name="connsiteY0" fmla="*/ 570352 h 600287"/>
                <a:gd name="connsiteX1" fmla="*/ 174069 w 212160"/>
                <a:gd name="connsiteY1" fmla="*/ 102686 h 600287"/>
                <a:gd name="connsiteX2" fmla="*/ 106081 w 212160"/>
                <a:gd name="connsiteY2" fmla="*/ 34698 h 600287"/>
                <a:gd name="connsiteX3" fmla="*/ 38093 w 212160"/>
                <a:gd name="connsiteY3" fmla="*/ 102686 h 600287"/>
                <a:gd name="connsiteX4" fmla="*/ 38093 w 212160"/>
                <a:gd name="connsiteY4" fmla="*/ 570352 h 600287"/>
                <a:gd name="connsiteX5" fmla="*/ 212159 w 212160"/>
                <a:gd name="connsiteY5" fmla="*/ 600287 h 600287"/>
                <a:gd name="connsiteX6" fmla="*/ 0 w 212160"/>
                <a:gd name="connsiteY6" fmla="*/ 600287 h 600287"/>
                <a:gd name="connsiteX7" fmla="*/ 0 w 212160"/>
                <a:gd name="connsiteY7" fmla="*/ 106080 h 600287"/>
                <a:gd name="connsiteX8" fmla="*/ 106080 w 212160"/>
                <a:gd name="connsiteY8" fmla="*/ 0 h 600287"/>
                <a:gd name="connsiteX9" fmla="*/ 212160 w 212160"/>
                <a:gd name="connsiteY9" fmla="*/ 106080 h 600287"/>
                <a:gd name="connsiteX10" fmla="*/ 212159 w 212160"/>
                <a:gd name="connsiteY10" fmla="*/ 600287 h 600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2160" h="600287">
                  <a:moveTo>
                    <a:pt x="174068" y="570352"/>
                  </a:moveTo>
                  <a:cubicBezTo>
                    <a:pt x="174068" y="414463"/>
                    <a:pt x="174069" y="258575"/>
                    <a:pt x="174069" y="102686"/>
                  </a:cubicBezTo>
                  <a:cubicBezTo>
                    <a:pt x="174069" y="65137"/>
                    <a:pt x="143630" y="34698"/>
                    <a:pt x="106081" y="34698"/>
                  </a:cubicBezTo>
                  <a:cubicBezTo>
                    <a:pt x="68532" y="34698"/>
                    <a:pt x="38093" y="65137"/>
                    <a:pt x="38093" y="102686"/>
                  </a:cubicBezTo>
                  <a:lnTo>
                    <a:pt x="38093" y="570352"/>
                  </a:lnTo>
                  <a:close/>
                  <a:moveTo>
                    <a:pt x="212159" y="600287"/>
                  </a:moveTo>
                  <a:lnTo>
                    <a:pt x="0" y="600287"/>
                  </a:lnTo>
                  <a:lnTo>
                    <a:pt x="0" y="106080"/>
                  </a:lnTo>
                  <a:cubicBezTo>
                    <a:pt x="0" y="47494"/>
                    <a:pt x="47494" y="0"/>
                    <a:pt x="106080" y="0"/>
                  </a:cubicBezTo>
                  <a:cubicBezTo>
                    <a:pt x="164666" y="0"/>
                    <a:pt x="212160" y="47494"/>
                    <a:pt x="212160" y="106080"/>
                  </a:cubicBezTo>
                  <a:cubicBezTo>
                    <a:pt x="212160" y="270816"/>
                    <a:pt x="212159" y="435551"/>
                    <a:pt x="212159" y="6002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76" name="Circle: Hollow 198">
              <a:extLst>
                <a:ext uri="{FF2B5EF4-FFF2-40B4-BE49-F238E27FC236}">
                  <a16:creationId xmlns:a16="http://schemas.microsoft.com/office/drawing/2014/main" id="{D7B02069-FDC8-CDC2-F449-9741F293CF7C}"/>
                </a:ext>
              </a:extLst>
            </p:cNvPr>
            <p:cNvSpPr/>
            <p:nvPr/>
          </p:nvSpPr>
          <p:spPr>
            <a:xfrm>
              <a:off x="4722665" y="3126544"/>
              <a:ext cx="539748" cy="539748"/>
            </a:xfrm>
            <a:prstGeom prst="donut">
              <a:avLst>
                <a:gd name="adj" fmla="val 611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77" name="Circle: Hollow 199">
              <a:extLst>
                <a:ext uri="{FF2B5EF4-FFF2-40B4-BE49-F238E27FC236}">
                  <a16:creationId xmlns:a16="http://schemas.microsoft.com/office/drawing/2014/main" id="{12C5C362-5021-6129-4EB0-93C32AF303AB}"/>
                </a:ext>
              </a:extLst>
            </p:cNvPr>
            <p:cNvSpPr/>
            <p:nvPr/>
          </p:nvSpPr>
          <p:spPr>
            <a:xfrm>
              <a:off x="4819203" y="3223082"/>
              <a:ext cx="346672" cy="346672"/>
            </a:xfrm>
            <a:prstGeom prst="donut">
              <a:avLst>
                <a:gd name="adj" fmla="val 881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78" name="Rectangle 577">
              <a:extLst>
                <a:ext uri="{FF2B5EF4-FFF2-40B4-BE49-F238E27FC236}">
                  <a16:creationId xmlns:a16="http://schemas.microsoft.com/office/drawing/2014/main" id="{81DB211A-6508-3077-FBFC-C136BDA88BA7}"/>
                </a:ext>
              </a:extLst>
            </p:cNvPr>
            <p:cNvSpPr/>
            <p:nvPr/>
          </p:nvSpPr>
          <p:spPr>
            <a:xfrm>
              <a:off x="4910778" y="3763159"/>
              <a:ext cx="158851" cy="3177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9" name="Rectangle 578">
              <a:extLst>
                <a:ext uri="{FF2B5EF4-FFF2-40B4-BE49-F238E27FC236}">
                  <a16:creationId xmlns:a16="http://schemas.microsoft.com/office/drawing/2014/main" id="{F78FBD18-3BED-7A14-3201-330B20C37078}"/>
                </a:ext>
              </a:extLst>
            </p:cNvPr>
            <p:cNvSpPr/>
            <p:nvPr/>
          </p:nvSpPr>
          <p:spPr>
            <a:xfrm>
              <a:off x="4910778" y="4031423"/>
              <a:ext cx="158851" cy="3177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0" name="Freeform: Shape 202">
              <a:extLst>
                <a:ext uri="{FF2B5EF4-FFF2-40B4-BE49-F238E27FC236}">
                  <a16:creationId xmlns:a16="http://schemas.microsoft.com/office/drawing/2014/main" id="{0E90F7AE-404C-FE39-ECE1-0592989336A9}"/>
                </a:ext>
              </a:extLst>
            </p:cNvPr>
            <p:cNvSpPr/>
            <p:nvPr/>
          </p:nvSpPr>
          <p:spPr>
            <a:xfrm>
              <a:off x="4915609" y="3313962"/>
              <a:ext cx="156534" cy="156534"/>
            </a:xfrm>
            <a:custGeom>
              <a:avLst/>
              <a:gdLst>
                <a:gd name="connsiteX0" fmla="*/ 320418 w 640836"/>
                <a:gd name="connsiteY0" fmla="*/ 201384 h 640836"/>
                <a:gd name="connsiteX1" fmla="*/ 288384 w 640836"/>
                <a:gd name="connsiteY1" fmla="*/ 305052 h 640836"/>
                <a:gd name="connsiteX2" fmla="*/ 184716 w 640836"/>
                <a:gd name="connsiteY2" fmla="*/ 305051 h 640836"/>
                <a:gd name="connsiteX3" fmla="*/ 268585 w 640836"/>
                <a:gd name="connsiteY3" fmla="*/ 369120 h 640836"/>
                <a:gd name="connsiteX4" fmla="*/ 236550 w 640836"/>
                <a:gd name="connsiteY4" fmla="*/ 472787 h 640836"/>
                <a:gd name="connsiteX5" fmla="*/ 320418 w 640836"/>
                <a:gd name="connsiteY5" fmla="*/ 408717 h 640836"/>
                <a:gd name="connsiteX6" fmla="*/ 404286 w 640836"/>
                <a:gd name="connsiteY6" fmla="*/ 472787 h 640836"/>
                <a:gd name="connsiteX7" fmla="*/ 372251 w 640836"/>
                <a:gd name="connsiteY7" fmla="*/ 369120 h 640836"/>
                <a:gd name="connsiteX8" fmla="*/ 456120 w 640836"/>
                <a:gd name="connsiteY8" fmla="*/ 305051 h 640836"/>
                <a:gd name="connsiteX9" fmla="*/ 352452 w 640836"/>
                <a:gd name="connsiteY9" fmla="*/ 305052 h 640836"/>
                <a:gd name="connsiteX10" fmla="*/ 320418 w 640836"/>
                <a:gd name="connsiteY10" fmla="*/ 0 h 640836"/>
                <a:gd name="connsiteX11" fmla="*/ 396057 w 640836"/>
                <a:gd name="connsiteY11" fmla="*/ 244779 h 640836"/>
                <a:gd name="connsiteX12" fmla="*/ 640836 w 640836"/>
                <a:gd name="connsiteY12" fmla="*/ 244778 h 640836"/>
                <a:gd name="connsiteX13" fmla="*/ 442805 w 640836"/>
                <a:gd name="connsiteY13" fmla="*/ 396058 h 640836"/>
                <a:gd name="connsiteX14" fmla="*/ 518447 w 640836"/>
                <a:gd name="connsiteY14" fmla="*/ 640836 h 640836"/>
                <a:gd name="connsiteX15" fmla="*/ 320418 w 640836"/>
                <a:gd name="connsiteY15" fmla="*/ 489553 h 640836"/>
                <a:gd name="connsiteX16" fmla="*/ 122389 w 640836"/>
                <a:gd name="connsiteY16" fmla="*/ 640836 h 640836"/>
                <a:gd name="connsiteX17" fmla="*/ 198031 w 640836"/>
                <a:gd name="connsiteY17" fmla="*/ 396058 h 640836"/>
                <a:gd name="connsiteX18" fmla="*/ 0 w 640836"/>
                <a:gd name="connsiteY18" fmla="*/ 244778 h 640836"/>
                <a:gd name="connsiteX19" fmla="*/ 244779 w 640836"/>
                <a:gd name="connsiteY19" fmla="*/ 244779 h 64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40836" h="640836">
                  <a:moveTo>
                    <a:pt x="320418" y="201384"/>
                  </a:moveTo>
                  <a:lnTo>
                    <a:pt x="288384" y="305052"/>
                  </a:lnTo>
                  <a:lnTo>
                    <a:pt x="184716" y="305051"/>
                  </a:lnTo>
                  <a:lnTo>
                    <a:pt x="268585" y="369120"/>
                  </a:lnTo>
                  <a:lnTo>
                    <a:pt x="236550" y="472787"/>
                  </a:lnTo>
                  <a:lnTo>
                    <a:pt x="320418" y="408717"/>
                  </a:lnTo>
                  <a:lnTo>
                    <a:pt x="404286" y="472787"/>
                  </a:lnTo>
                  <a:lnTo>
                    <a:pt x="372251" y="369120"/>
                  </a:lnTo>
                  <a:lnTo>
                    <a:pt x="456120" y="305051"/>
                  </a:lnTo>
                  <a:lnTo>
                    <a:pt x="352452" y="305052"/>
                  </a:lnTo>
                  <a:close/>
                  <a:moveTo>
                    <a:pt x="320418" y="0"/>
                  </a:moveTo>
                  <a:lnTo>
                    <a:pt x="396057" y="244779"/>
                  </a:lnTo>
                  <a:lnTo>
                    <a:pt x="640836" y="244778"/>
                  </a:lnTo>
                  <a:lnTo>
                    <a:pt x="442805" y="396058"/>
                  </a:lnTo>
                  <a:lnTo>
                    <a:pt x="518447" y="640836"/>
                  </a:lnTo>
                  <a:lnTo>
                    <a:pt x="320418" y="489553"/>
                  </a:lnTo>
                  <a:lnTo>
                    <a:pt x="122389" y="640836"/>
                  </a:lnTo>
                  <a:lnTo>
                    <a:pt x="198031" y="396058"/>
                  </a:lnTo>
                  <a:lnTo>
                    <a:pt x="0" y="244778"/>
                  </a:lnTo>
                  <a:lnTo>
                    <a:pt x="244779" y="24477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581" name="Group 580">
            <a:extLst>
              <a:ext uri="{FF2B5EF4-FFF2-40B4-BE49-F238E27FC236}">
                <a16:creationId xmlns:a16="http://schemas.microsoft.com/office/drawing/2014/main" id="{34082CC0-B68A-36EA-CFED-3A438F5DB31C}"/>
              </a:ext>
            </a:extLst>
          </p:cNvPr>
          <p:cNvGrpSpPr/>
          <p:nvPr/>
        </p:nvGrpSpPr>
        <p:grpSpPr>
          <a:xfrm>
            <a:off x="8292559" y="5320477"/>
            <a:ext cx="377209" cy="462154"/>
            <a:chOff x="11362864" y="2524783"/>
            <a:chExt cx="486237" cy="728754"/>
          </a:xfrm>
          <a:solidFill>
            <a:schemeClr val="tx1"/>
          </a:solidFill>
        </p:grpSpPr>
        <p:sp>
          <p:nvSpPr>
            <p:cNvPr id="582" name="Circle: Hollow 423">
              <a:extLst>
                <a:ext uri="{FF2B5EF4-FFF2-40B4-BE49-F238E27FC236}">
                  <a16:creationId xmlns:a16="http://schemas.microsoft.com/office/drawing/2014/main" id="{44330844-274E-C923-B0EB-F50038F446C4}"/>
                </a:ext>
              </a:extLst>
            </p:cNvPr>
            <p:cNvSpPr/>
            <p:nvPr/>
          </p:nvSpPr>
          <p:spPr>
            <a:xfrm>
              <a:off x="11362867" y="2524783"/>
              <a:ext cx="486230" cy="302481"/>
            </a:xfrm>
            <a:prstGeom prst="donut">
              <a:avLst>
                <a:gd name="adj" fmla="val 10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83" name="Freeform: Shape 424">
              <a:extLst>
                <a:ext uri="{FF2B5EF4-FFF2-40B4-BE49-F238E27FC236}">
                  <a16:creationId xmlns:a16="http://schemas.microsoft.com/office/drawing/2014/main" id="{E063BA18-624F-EC85-5615-12A664155212}"/>
                </a:ext>
              </a:extLst>
            </p:cNvPr>
            <p:cNvSpPr/>
            <p:nvPr/>
          </p:nvSpPr>
          <p:spPr>
            <a:xfrm>
              <a:off x="11362866" y="3100719"/>
              <a:ext cx="486231" cy="152818"/>
            </a:xfrm>
            <a:custGeom>
              <a:avLst/>
              <a:gdLst>
                <a:gd name="connsiteX0" fmla="*/ 393 w 748168"/>
                <a:gd name="connsiteY0" fmla="*/ 0 h 235143"/>
                <a:gd name="connsiteX1" fmla="*/ 47560 w 748168"/>
                <a:gd name="connsiteY1" fmla="*/ 0 h 235143"/>
                <a:gd name="connsiteX2" fmla="*/ 47129 w 748168"/>
                <a:gd name="connsiteY2" fmla="*/ 2428 h 235143"/>
                <a:gd name="connsiteX3" fmla="*/ 374083 w 748168"/>
                <a:gd name="connsiteY3" fmla="*/ 188014 h 235143"/>
                <a:gd name="connsiteX4" fmla="*/ 701037 w 748168"/>
                <a:gd name="connsiteY4" fmla="*/ 2428 h 235143"/>
                <a:gd name="connsiteX5" fmla="*/ 700606 w 748168"/>
                <a:gd name="connsiteY5" fmla="*/ 0 h 235143"/>
                <a:gd name="connsiteX6" fmla="*/ 747775 w 748168"/>
                <a:gd name="connsiteY6" fmla="*/ 0 h 235143"/>
                <a:gd name="connsiteX7" fmla="*/ 748168 w 748168"/>
                <a:gd name="connsiteY7" fmla="*/ 2428 h 235143"/>
                <a:gd name="connsiteX8" fmla="*/ 374084 w 748168"/>
                <a:gd name="connsiteY8" fmla="*/ 235143 h 235143"/>
                <a:gd name="connsiteX9" fmla="*/ 0 w 748168"/>
                <a:gd name="connsiteY9" fmla="*/ 2428 h 235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48168" h="235143">
                  <a:moveTo>
                    <a:pt x="393" y="0"/>
                  </a:moveTo>
                  <a:lnTo>
                    <a:pt x="47560" y="0"/>
                  </a:lnTo>
                  <a:lnTo>
                    <a:pt x="47129" y="2428"/>
                  </a:lnTo>
                  <a:cubicBezTo>
                    <a:pt x="47129" y="104924"/>
                    <a:pt x="193511" y="188014"/>
                    <a:pt x="374083" y="188014"/>
                  </a:cubicBezTo>
                  <a:cubicBezTo>
                    <a:pt x="554655" y="188014"/>
                    <a:pt x="701037" y="104924"/>
                    <a:pt x="701037" y="2428"/>
                  </a:cubicBezTo>
                  <a:lnTo>
                    <a:pt x="700606" y="0"/>
                  </a:lnTo>
                  <a:lnTo>
                    <a:pt x="747775" y="0"/>
                  </a:lnTo>
                  <a:lnTo>
                    <a:pt x="748168" y="2428"/>
                  </a:lnTo>
                  <a:cubicBezTo>
                    <a:pt x="748168" y="130953"/>
                    <a:pt x="580685" y="235143"/>
                    <a:pt x="374084" y="235143"/>
                  </a:cubicBezTo>
                  <a:cubicBezTo>
                    <a:pt x="167483" y="235143"/>
                    <a:pt x="0" y="130953"/>
                    <a:pt x="0" y="242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84" name="Rectangle 583">
              <a:extLst>
                <a:ext uri="{FF2B5EF4-FFF2-40B4-BE49-F238E27FC236}">
                  <a16:creationId xmlns:a16="http://schemas.microsoft.com/office/drawing/2014/main" id="{498F7294-CA69-A4B9-7DE4-48690AD794AD}"/>
                </a:ext>
              </a:extLst>
            </p:cNvPr>
            <p:cNvSpPr/>
            <p:nvPr/>
          </p:nvSpPr>
          <p:spPr>
            <a:xfrm rot="16200000" flipV="1">
              <a:off x="11157181" y="2885472"/>
              <a:ext cx="444190" cy="2971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5" name="Rectangle 584">
              <a:extLst>
                <a:ext uri="{FF2B5EF4-FFF2-40B4-BE49-F238E27FC236}">
                  <a16:creationId xmlns:a16="http://schemas.microsoft.com/office/drawing/2014/main" id="{1181F6D4-2243-F67F-8A55-EB77436FACC0}"/>
                </a:ext>
              </a:extLst>
            </p:cNvPr>
            <p:cNvSpPr/>
            <p:nvPr/>
          </p:nvSpPr>
          <p:spPr>
            <a:xfrm rot="16200000" flipV="1">
              <a:off x="11612149" y="2885472"/>
              <a:ext cx="444190" cy="2971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6" name="Freeform: Shape 427">
              <a:extLst>
                <a:ext uri="{FF2B5EF4-FFF2-40B4-BE49-F238E27FC236}">
                  <a16:creationId xmlns:a16="http://schemas.microsoft.com/office/drawing/2014/main" id="{5D68D1D0-0DC9-635F-43B7-23F5991A6200}"/>
                </a:ext>
              </a:extLst>
            </p:cNvPr>
            <p:cNvSpPr/>
            <p:nvPr/>
          </p:nvSpPr>
          <p:spPr>
            <a:xfrm>
              <a:off x="11362870" y="2969605"/>
              <a:ext cx="486231" cy="152818"/>
            </a:xfrm>
            <a:custGeom>
              <a:avLst/>
              <a:gdLst>
                <a:gd name="connsiteX0" fmla="*/ 393 w 748168"/>
                <a:gd name="connsiteY0" fmla="*/ 0 h 235143"/>
                <a:gd name="connsiteX1" fmla="*/ 47560 w 748168"/>
                <a:gd name="connsiteY1" fmla="*/ 0 h 235143"/>
                <a:gd name="connsiteX2" fmla="*/ 47129 w 748168"/>
                <a:gd name="connsiteY2" fmla="*/ 2428 h 235143"/>
                <a:gd name="connsiteX3" fmla="*/ 374083 w 748168"/>
                <a:gd name="connsiteY3" fmla="*/ 188014 h 235143"/>
                <a:gd name="connsiteX4" fmla="*/ 701037 w 748168"/>
                <a:gd name="connsiteY4" fmla="*/ 2428 h 235143"/>
                <a:gd name="connsiteX5" fmla="*/ 700606 w 748168"/>
                <a:gd name="connsiteY5" fmla="*/ 0 h 235143"/>
                <a:gd name="connsiteX6" fmla="*/ 747775 w 748168"/>
                <a:gd name="connsiteY6" fmla="*/ 0 h 235143"/>
                <a:gd name="connsiteX7" fmla="*/ 748168 w 748168"/>
                <a:gd name="connsiteY7" fmla="*/ 2428 h 235143"/>
                <a:gd name="connsiteX8" fmla="*/ 374084 w 748168"/>
                <a:gd name="connsiteY8" fmla="*/ 235143 h 235143"/>
                <a:gd name="connsiteX9" fmla="*/ 0 w 748168"/>
                <a:gd name="connsiteY9" fmla="*/ 2428 h 235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48168" h="235143">
                  <a:moveTo>
                    <a:pt x="393" y="0"/>
                  </a:moveTo>
                  <a:lnTo>
                    <a:pt x="47560" y="0"/>
                  </a:lnTo>
                  <a:lnTo>
                    <a:pt x="47129" y="2428"/>
                  </a:lnTo>
                  <a:cubicBezTo>
                    <a:pt x="47129" y="104924"/>
                    <a:pt x="193511" y="188014"/>
                    <a:pt x="374083" y="188014"/>
                  </a:cubicBezTo>
                  <a:cubicBezTo>
                    <a:pt x="554655" y="188014"/>
                    <a:pt x="701037" y="104924"/>
                    <a:pt x="701037" y="2428"/>
                  </a:cubicBezTo>
                  <a:lnTo>
                    <a:pt x="700606" y="0"/>
                  </a:lnTo>
                  <a:lnTo>
                    <a:pt x="747775" y="0"/>
                  </a:lnTo>
                  <a:lnTo>
                    <a:pt x="748168" y="2428"/>
                  </a:lnTo>
                  <a:cubicBezTo>
                    <a:pt x="748168" y="130953"/>
                    <a:pt x="580685" y="235143"/>
                    <a:pt x="374084" y="235143"/>
                  </a:cubicBezTo>
                  <a:cubicBezTo>
                    <a:pt x="167483" y="235143"/>
                    <a:pt x="0" y="130953"/>
                    <a:pt x="0" y="242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87" name="Freeform: Shape 428">
              <a:extLst>
                <a:ext uri="{FF2B5EF4-FFF2-40B4-BE49-F238E27FC236}">
                  <a16:creationId xmlns:a16="http://schemas.microsoft.com/office/drawing/2014/main" id="{66BF87BE-A93D-A2B6-8A4E-34028C5FBE54}"/>
                </a:ext>
              </a:extLst>
            </p:cNvPr>
            <p:cNvSpPr/>
            <p:nvPr/>
          </p:nvSpPr>
          <p:spPr>
            <a:xfrm>
              <a:off x="11362864" y="2827264"/>
              <a:ext cx="486230" cy="152818"/>
            </a:xfrm>
            <a:custGeom>
              <a:avLst/>
              <a:gdLst>
                <a:gd name="connsiteX0" fmla="*/ 393 w 748168"/>
                <a:gd name="connsiteY0" fmla="*/ 0 h 235143"/>
                <a:gd name="connsiteX1" fmla="*/ 47560 w 748168"/>
                <a:gd name="connsiteY1" fmla="*/ 0 h 235143"/>
                <a:gd name="connsiteX2" fmla="*/ 47129 w 748168"/>
                <a:gd name="connsiteY2" fmla="*/ 2428 h 235143"/>
                <a:gd name="connsiteX3" fmla="*/ 374083 w 748168"/>
                <a:gd name="connsiteY3" fmla="*/ 188014 h 235143"/>
                <a:gd name="connsiteX4" fmla="*/ 701037 w 748168"/>
                <a:gd name="connsiteY4" fmla="*/ 2428 h 235143"/>
                <a:gd name="connsiteX5" fmla="*/ 700606 w 748168"/>
                <a:gd name="connsiteY5" fmla="*/ 0 h 235143"/>
                <a:gd name="connsiteX6" fmla="*/ 747775 w 748168"/>
                <a:gd name="connsiteY6" fmla="*/ 0 h 235143"/>
                <a:gd name="connsiteX7" fmla="*/ 748168 w 748168"/>
                <a:gd name="connsiteY7" fmla="*/ 2428 h 235143"/>
                <a:gd name="connsiteX8" fmla="*/ 374084 w 748168"/>
                <a:gd name="connsiteY8" fmla="*/ 235143 h 235143"/>
                <a:gd name="connsiteX9" fmla="*/ 0 w 748168"/>
                <a:gd name="connsiteY9" fmla="*/ 2428 h 235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48168" h="235143">
                  <a:moveTo>
                    <a:pt x="393" y="0"/>
                  </a:moveTo>
                  <a:lnTo>
                    <a:pt x="47560" y="0"/>
                  </a:lnTo>
                  <a:lnTo>
                    <a:pt x="47129" y="2428"/>
                  </a:lnTo>
                  <a:cubicBezTo>
                    <a:pt x="47129" y="104924"/>
                    <a:pt x="193511" y="188014"/>
                    <a:pt x="374083" y="188014"/>
                  </a:cubicBezTo>
                  <a:cubicBezTo>
                    <a:pt x="554655" y="188014"/>
                    <a:pt x="701037" y="104924"/>
                    <a:pt x="701037" y="2428"/>
                  </a:cubicBezTo>
                  <a:lnTo>
                    <a:pt x="700606" y="0"/>
                  </a:lnTo>
                  <a:lnTo>
                    <a:pt x="747775" y="0"/>
                  </a:lnTo>
                  <a:lnTo>
                    <a:pt x="748168" y="2428"/>
                  </a:lnTo>
                  <a:cubicBezTo>
                    <a:pt x="748168" y="130953"/>
                    <a:pt x="580685" y="235143"/>
                    <a:pt x="374084" y="235143"/>
                  </a:cubicBezTo>
                  <a:cubicBezTo>
                    <a:pt x="167483" y="235143"/>
                    <a:pt x="0" y="130953"/>
                    <a:pt x="0" y="242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88" name="Oval 587">
              <a:extLst>
                <a:ext uri="{FF2B5EF4-FFF2-40B4-BE49-F238E27FC236}">
                  <a16:creationId xmlns:a16="http://schemas.microsoft.com/office/drawing/2014/main" id="{BF36351D-FC0D-EB82-D0A9-0B2927AFC268}"/>
                </a:ext>
              </a:extLst>
            </p:cNvPr>
            <p:cNvSpPr/>
            <p:nvPr/>
          </p:nvSpPr>
          <p:spPr>
            <a:xfrm>
              <a:off x="11737586" y="2824206"/>
              <a:ext cx="45720" cy="45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9" name="Oval 588">
              <a:extLst>
                <a:ext uri="{FF2B5EF4-FFF2-40B4-BE49-F238E27FC236}">
                  <a16:creationId xmlns:a16="http://schemas.microsoft.com/office/drawing/2014/main" id="{12C98B68-16E3-6E4D-2CB4-2CAEAB3D80FA}"/>
                </a:ext>
              </a:extLst>
            </p:cNvPr>
            <p:cNvSpPr/>
            <p:nvPr/>
          </p:nvSpPr>
          <p:spPr>
            <a:xfrm>
              <a:off x="11737586" y="2976373"/>
              <a:ext cx="45720" cy="45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0" name="Oval 589">
              <a:extLst>
                <a:ext uri="{FF2B5EF4-FFF2-40B4-BE49-F238E27FC236}">
                  <a16:creationId xmlns:a16="http://schemas.microsoft.com/office/drawing/2014/main" id="{A63FAF72-C772-79DA-C79B-9643706F53C5}"/>
                </a:ext>
              </a:extLst>
            </p:cNvPr>
            <p:cNvSpPr/>
            <p:nvPr/>
          </p:nvSpPr>
          <p:spPr>
            <a:xfrm>
              <a:off x="11737586" y="3111115"/>
              <a:ext cx="45720" cy="45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91" name="Group 590">
            <a:extLst>
              <a:ext uri="{FF2B5EF4-FFF2-40B4-BE49-F238E27FC236}">
                <a16:creationId xmlns:a16="http://schemas.microsoft.com/office/drawing/2014/main" id="{E7CC0989-6D07-1563-3890-308B33EB902E}"/>
              </a:ext>
            </a:extLst>
          </p:cNvPr>
          <p:cNvGrpSpPr/>
          <p:nvPr/>
        </p:nvGrpSpPr>
        <p:grpSpPr>
          <a:xfrm>
            <a:off x="8205875" y="4795658"/>
            <a:ext cx="462152" cy="462153"/>
            <a:chOff x="10486540" y="5174053"/>
            <a:chExt cx="879166" cy="879166"/>
          </a:xfrm>
          <a:solidFill>
            <a:schemeClr val="tx1"/>
          </a:solidFill>
        </p:grpSpPr>
        <p:sp>
          <p:nvSpPr>
            <p:cNvPr id="592" name="Circle: Hollow 151">
              <a:extLst>
                <a:ext uri="{FF2B5EF4-FFF2-40B4-BE49-F238E27FC236}">
                  <a16:creationId xmlns:a16="http://schemas.microsoft.com/office/drawing/2014/main" id="{5C1A75C1-1147-9355-3F10-375257180D30}"/>
                </a:ext>
              </a:extLst>
            </p:cNvPr>
            <p:cNvSpPr/>
            <p:nvPr/>
          </p:nvSpPr>
          <p:spPr>
            <a:xfrm>
              <a:off x="10588933" y="5276446"/>
              <a:ext cx="674380" cy="674380"/>
            </a:xfrm>
            <a:prstGeom prst="donut">
              <a:avLst>
                <a:gd name="adj" fmla="val 500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93" name="Freeform: Shape 152">
              <a:extLst>
                <a:ext uri="{FF2B5EF4-FFF2-40B4-BE49-F238E27FC236}">
                  <a16:creationId xmlns:a16="http://schemas.microsoft.com/office/drawing/2014/main" id="{FACB149E-9543-57E3-53D9-4FAB4D57FD1A}"/>
                </a:ext>
              </a:extLst>
            </p:cNvPr>
            <p:cNvSpPr>
              <a:spLocks/>
            </p:cNvSpPr>
            <p:nvPr/>
          </p:nvSpPr>
          <p:spPr bwMode="auto">
            <a:xfrm rot="1237420">
              <a:off x="10778012" y="5392724"/>
              <a:ext cx="296223" cy="441824"/>
            </a:xfrm>
            <a:custGeom>
              <a:avLst/>
              <a:gdLst>
                <a:gd name="connsiteX0" fmla="*/ 68614 w 290558"/>
                <a:gd name="connsiteY0" fmla="*/ 2646 h 433376"/>
                <a:gd name="connsiteX1" fmla="*/ 103585 w 290558"/>
                <a:gd name="connsiteY1" fmla="*/ 18635 h 433376"/>
                <a:gd name="connsiteX2" fmla="*/ 107985 w 290558"/>
                <a:gd name="connsiteY2" fmla="*/ 27976 h 433376"/>
                <a:gd name="connsiteX3" fmla="*/ 122846 w 290558"/>
                <a:gd name="connsiteY3" fmla="*/ 25446 h 433376"/>
                <a:gd name="connsiteX4" fmla="*/ 224578 w 290558"/>
                <a:gd name="connsiteY4" fmla="*/ 97336 h 433376"/>
                <a:gd name="connsiteX5" fmla="*/ 208502 w 290558"/>
                <a:gd name="connsiteY5" fmla="*/ 131722 h 433376"/>
                <a:gd name="connsiteX6" fmla="*/ 174053 w 290558"/>
                <a:gd name="connsiteY6" fmla="*/ 115675 h 433376"/>
                <a:gd name="connsiteX7" fmla="*/ 95969 w 290558"/>
                <a:gd name="connsiteY7" fmla="*/ 85873 h 433376"/>
                <a:gd name="connsiteX8" fmla="*/ 61520 w 290558"/>
                <a:gd name="connsiteY8" fmla="*/ 117968 h 433376"/>
                <a:gd name="connsiteX9" fmla="*/ 59223 w 290558"/>
                <a:gd name="connsiteY9" fmla="*/ 159232 h 433376"/>
                <a:gd name="connsiteX10" fmla="*/ 135011 w 290558"/>
                <a:gd name="connsiteY10" fmla="*/ 189033 h 433376"/>
                <a:gd name="connsiteX11" fmla="*/ 284289 w 290558"/>
                <a:gd name="connsiteY11" fmla="*/ 250930 h 433376"/>
                <a:gd name="connsiteX12" fmla="*/ 252317 w 290558"/>
                <a:gd name="connsiteY12" fmla="*/ 371175 h 433376"/>
                <a:gd name="connsiteX13" fmla="*/ 236339 w 290558"/>
                <a:gd name="connsiteY13" fmla="*/ 381024 h 433376"/>
                <a:gd name="connsiteX14" fmla="*/ 242890 w 290558"/>
                <a:gd name="connsiteY14" fmla="*/ 397721 h 433376"/>
                <a:gd name="connsiteX15" fmla="*/ 227590 w 290558"/>
                <a:gd name="connsiteY15" fmla="*/ 433376 h 433376"/>
                <a:gd name="connsiteX16" fmla="*/ 218848 w 290558"/>
                <a:gd name="connsiteY16" fmla="*/ 433375 h 433376"/>
                <a:gd name="connsiteX17" fmla="*/ 192619 w 290558"/>
                <a:gd name="connsiteY17" fmla="*/ 417777 h 433376"/>
                <a:gd name="connsiteX18" fmla="*/ 187486 w 290558"/>
                <a:gd name="connsiteY18" fmla="*/ 401034 h 433376"/>
                <a:gd name="connsiteX19" fmla="*/ 171756 w 290558"/>
                <a:gd name="connsiteY19" fmla="*/ 404523 h 433376"/>
                <a:gd name="connsiteX20" fmla="*/ 66113 w 290558"/>
                <a:gd name="connsiteY20" fmla="*/ 333457 h 433376"/>
                <a:gd name="connsiteX21" fmla="*/ 82188 w 290558"/>
                <a:gd name="connsiteY21" fmla="*/ 296778 h 433376"/>
                <a:gd name="connsiteX22" fmla="*/ 116637 w 290558"/>
                <a:gd name="connsiteY22" fmla="*/ 312826 h 433376"/>
                <a:gd name="connsiteX23" fmla="*/ 194722 w 290558"/>
                <a:gd name="connsiteY23" fmla="*/ 342627 h 433376"/>
                <a:gd name="connsiteX24" fmla="*/ 231468 w 290558"/>
                <a:gd name="connsiteY24" fmla="*/ 271561 h 433376"/>
                <a:gd name="connsiteX25" fmla="*/ 155680 w 290558"/>
                <a:gd name="connsiteY25" fmla="*/ 241760 h 433376"/>
                <a:gd name="connsiteX26" fmla="*/ 6401 w 290558"/>
                <a:gd name="connsiteY26" fmla="*/ 177571 h 433376"/>
                <a:gd name="connsiteX27" fmla="*/ 10995 w 290558"/>
                <a:gd name="connsiteY27" fmla="*/ 92751 h 433376"/>
                <a:gd name="connsiteX28" fmla="*/ 38267 w 290558"/>
                <a:gd name="connsiteY28" fmla="*/ 56932 h 433376"/>
                <a:gd name="connsiteX29" fmla="*/ 55741 w 290558"/>
                <a:gd name="connsiteY29" fmla="*/ 46364 h 433376"/>
                <a:gd name="connsiteX30" fmla="*/ 52294 w 290558"/>
                <a:gd name="connsiteY30" fmla="*/ 36908 h 433376"/>
                <a:gd name="connsiteX31" fmla="*/ 68614 w 290558"/>
                <a:gd name="connsiteY31" fmla="*/ 2646 h 433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90558" h="433376">
                  <a:moveTo>
                    <a:pt x="68614" y="2646"/>
                  </a:moveTo>
                  <a:cubicBezTo>
                    <a:pt x="82603" y="-4206"/>
                    <a:pt x="98922" y="2646"/>
                    <a:pt x="103585" y="18635"/>
                  </a:cubicBezTo>
                  <a:lnTo>
                    <a:pt x="107985" y="27976"/>
                  </a:lnTo>
                  <a:lnTo>
                    <a:pt x="122846" y="25446"/>
                  </a:lnTo>
                  <a:cubicBezTo>
                    <a:pt x="167737" y="26843"/>
                    <a:pt x="209076" y="54353"/>
                    <a:pt x="224578" y="97336"/>
                  </a:cubicBezTo>
                  <a:cubicBezTo>
                    <a:pt x="231468" y="111091"/>
                    <a:pt x="224578" y="127138"/>
                    <a:pt x="208502" y="131722"/>
                  </a:cubicBezTo>
                  <a:cubicBezTo>
                    <a:pt x="194722" y="138600"/>
                    <a:pt x="178646" y="129430"/>
                    <a:pt x="174053" y="115675"/>
                  </a:cubicBezTo>
                  <a:cubicBezTo>
                    <a:pt x="162570" y="88166"/>
                    <a:pt x="128121" y="74411"/>
                    <a:pt x="95969" y="85873"/>
                  </a:cubicBezTo>
                  <a:cubicBezTo>
                    <a:pt x="82189" y="92751"/>
                    <a:pt x="68409" y="101921"/>
                    <a:pt x="61520" y="117968"/>
                  </a:cubicBezTo>
                  <a:cubicBezTo>
                    <a:pt x="54630" y="129430"/>
                    <a:pt x="54630" y="145477"/>
                    <a:pt x="59223" y="159232"/>
                  </a:cubicBezTo>
                  <a:cubicBezTo>
                    <a:pt x="70706" y="186741"/>
                    <a:pt x="105155" y="200496"/>
                    <a:pt x="135011" y="189033"/>
                  </a:cubicBezTo>
                  <a:cubicBezTo>
                    <a:pt x="197019" y="166109"/>
                    <a:pt x="261324" y="193618"/>
                    <a:pt x="284289" y="250930"/>
                  </a:cubicBezTo>
                  <a:cubicBezTo>
                    <a:pt x="299791" y="293913"/>
                    <a:pt x="285581" y="340765"/>
                    <a:pt x="252317" y="371175"/>
                  </a:cubicBezTo>
                  <a:lnTo>
                    <a:pt x="236339" y="381024"/>
                  </a:lnTo>
                  <a:lnTo>
                    <a:pt x="242890" y="397721"/>
                  </a:lnTo>
                  <a:cubicBezTo>
                    <a:pt x="247262" y="411092"/>
                    <a:pt x="240705" y="426690"/>
                    <a:pt x="227590" y="433376"/>
                  </a:cubicBezTo>
                  <a:cubicBezTo>
                    <a:pt x="225405" y="433375"/>
                    <a:pt x="221033" y="433375"/>
                    <a:pt x="218848" y="433375"/>
                  </a:cubicBezTo>
                  <a:cubicBezTo>
                    <a:pt x="207919" y="433375"/>
                    <a:pt x="196990" y="426690"/>
                    <a:pt x="192619" y="417777"/>
                  </a:cubicBezTo>
                  <a:lnTo>
                    <a:pt x="187486" y="401034"/>
                  </a:lnTo>
                  <a:lnTo>
                    <a:pt x="171756" y="404523"/>
                  </a:lnTo>
                  <a:cubicBezTo>
                    <a:pt x="123527" y="404523"/>
                    <a:pt x="82189" y="377014"/>
                    <a:pt x="66113" y="333457"/>
                  </a:cubicBezTo>
                  <a:cubicBezTo>
                    <a:pt x="59223" y="319702"/>
                    <a:pt x="68410" y="303655"/>
                    <a:pt x="82188" y="296778"/>
                  </a:cubicBezTo>
                  <a:cubicBezTo>
                    <a:pt x="95969" y="292193"/>
                    <a:pt x="112044" y="299071"/>
                    <a:pt x="116637" y="312826"/>
                  </a:cubicBezTo>
                  <a:cubicBezTo>
                    <a:pt x="128121" y="342627"/>
                    <a:pt x="162570" y="356382"/>
                    <a:pt x="194722" y="342627"/>
                  </a:cubicBezTo>
                  <a:cubicBezTo>
                    <a:pt x="224578" y="331165"/>
                    <a:pt x="242951" y="299071"/>
                    <a:pt x="231468" y="271561"/>
                  </a:cubicBezTo>
                  <a:cubicBezTo>
                    <a:pt x="219985" y="241760"/>
                    <a:pt x="187833" y="228005"/>
                    <a:pt x="155680" y="241760"/>
                  </a:cubicBezTo>
                  <a:cubicBezTo>
                    <a:pt x="95969" y="262392"/>
                    <a:pt x="29367" y="234882"/>
                    <a:pt x="6401" y="177571"/>
                  </a:cubicBezTo>
                  <a:cubicBezTo>
                    <a:pt x="-2785" y="150062"/>
                    <a:pt x="-2785" y="120260"/>
                    <a:pt x="10995" y="92751"/>
                  </a:cubicBezTo>
                  <a:cubicBezTo>
                    <a:pt x="17885" y="78996"/>
                    <a:pt x="27071" y="66961"/>
                    <a:pt x="38267" y="56932"/>
                  </a:cubicBezTo>
                  <a:lnTo>
                    <a:pt x="55741" y="46364"/>
                  </a:lnTo>
                  <a:lnTo>
                    <a:pt x="52294" y="36908"/>
                  </a:lnTo>
                  <a:cubicBezTo>
                    <a:pt x="45300" y="23203"/>
                    <a:pt x="54626" y="7215"/>
                    <a:pt x="68614" y="26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94" name="Circle: Hollow 442">
              <a:extLst>
                <a:ext uri="{FF2B5EF4-FFF2-40B4-BE49-F238E27FC236}">
                  <a16:creationId xmlns:a16="http://schemas.microsoft.com/office/drawing/2014/main" id="{6D165597-9444-3FE2-4FB0-FA6550657547}"/>
                </a:ext>
              </a:extLst>
            </p:cNvPr>
            <p:cNvSpPr/>
            <p:nvPr/>
          </p:nvSpPr>
          <p:spPr>
            <a:xfrm>
              <a:off x="10486540" y="5174053"/>
              <a:ext cx="879166" cy="879166"/>
            </a:xfrm>
            <a:prstGeom prst="donut">
              <a:avLst>
                <a:gd name="adj" fmla="val 4463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595" name="Group 594">
            <a:extLst>
              <a:ext uri="{FF2B5EF4-FFF2-40B4-BE49-F238E27FC236}">
                <a16:creationId xmlns:a16="http://schemas.microsoft.com/office/drawing/2014/main" id="{10FADD7F-BE81-0022-FE87-1D3264A359B6}"/>
              </a:ext>
            </a:extLst>
          </p:cNvPr>
          <p:cNvGrpSpPr/>
          <p:nvPr/>
        </p:nvGrpSpPr>
        <p:grpSpPr>
          <a:xfrm>
            <a:off x="8290732" y="5892468"/>
            <a:ext cx="462152" cy="484454"/>
            <a:chOff x="9364665" y="4417284"/>
            <a:chExt cx="797818" cy="857209"/>
          </a:xfrm>
          <a:solidFill>
            <a:schemeClr val="tx1"/>
          </a:solidFill>
        </p:grpSpPr>
        <p:sp>
          <p:nvSpPr>
            <p:cNvPr id="596" name="Block Arc 595">
              <a:extLst>
                <a:ext uri="{FF2B5EF4-FFF2-40B4-BE49-F238E27FC236}">
                  <a16:creationId xmlns:a16="http://schemas.microsoft.com/office/drawing/2014/main" id="{1D23F638-0B56-FD2F-A6C6-68BA6DB50CDA}"/>
                </a:ext>
              </a:extLst>
            </p:cNvPr>
            <p:cNvSpPr/>
            <p:nvPr/>
          </p:nvSpPr>
          <p:spPr>
            <a:xfrm rot="7361511">
              <a:off x="9364665" y="4476675"/>
              <a:ext cx="797818" cy="797818"/>
            </a:xfrm>
            <a:prstGeom prst="blockArc">
              <a:avLst>
                <a:gd name="adj1" fmla="val 10800000"/>
                <a:gd name="adj2" fmla="val 7221614"/>
                <a:gd name="adj3" fmla="val 59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97" name="Rectangle: Rounded Corners 558">
              <a:extLst>
                <a:ext uri="{FF2B5EF4-FFF2-40B4-BE49-F238E27FC236}">
                  <a16:creationId xmlns:a16="http://schemas.microsoft.com/office/drawing/2014/main" id="{80DB0937-A0BC-A533-FBD9-F16D749F362A}"/>
                </a:ext>
              </a:extLst>
            </p:cNvPr>
            <p:cNvSpPr/>
            <p:nvPr/>
          </p:nvSpPr>
          <p:spPr>
            <a:xfrm>
              <a:off x="9750139" y="4417284"/>
              <a:ext cx="53978" cy="215911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98" name="Group 597">
            <a:extLst>
              <a:ext uri="{FF2B5EF4-FFF2-40B4-BE49-F238E27FC236}">
                <a16:creationId xmlns:a16="http://schemas.microsoft.com/office/drawing/2014/main" id="{693A7700-AD28-9FEA-B96B-F11121B4865F}"/>
              </a:ext>
            </a:extLst>
          </p:cNvPr>
          <p:cNvGrpSpPr/>
          <p:nvPr/>
        </p:nvGrpSpPr>
        <p:grpSpPr>
          <a:xfrm>
            <a:off x="10067854" y="5543553"/>
            <a:ext cx="1030072" cy="1036062"/>
            <a:chOff x="1088140" y="1566842"/>
            <a:chExt cx="1008112" cy="1013974"/>
          </a:xfrm>
          <a:solidFill>
            <a:schemeClr val="tx1"/>
          </a:solidFill>
        </p:grpSpPr>
        <p:grpSp>
          <p:nvGrpSpPr>
            <p:cNvPr id="599" name="Group 598">
              <a:extLst>
                <a:ext uri="{FF2B5EF4-FFF2-40B4-BE49-F238E27FC236}">
                  <a16:creationId xmlns:a16="http://schemas.microsoft.com/office/drawing/2014/main" id="{71E3F45B-129A-4428-E434-0EF6CB8D9D37}"/>
                </a:ext>
              </a:extLst>
            </p:cNvPr>
            <p:cNvGrpSpPr/>
            <p:nvPr/>
          </p:nvGrpSpPr>
          <p:grpSpPr>
            <a:xfrm>
              <a:off x="1632194" y="1816496"/>
              <a:ext cx="336324" cy="418468"/>
              <a:chOff x="3365065" y="1657458"/>
              <a:chExt cx="591647" cy="736152"/>
            </a:xfrm>
            <a:grpFill/>
          </p:grpSpPr>
          <p:grpSp>
            <p:nvGrpSpPr>
              <p:cNvPr id="642" name="Group 641">
                <a:extLst>
                  <a:ext uri="{FF2B5EF4-FFF2-40B4-BE49-F238E27FC236}">
                    <a16:creationId xmlns:a16="http://schemas.microsoft.com/office/drawing/2014/main" id="{0A1787AB-864E-D266-9D11-5690EC9CB718}"/>
                  </a:ext>
                </a:extLst>
              </p:cNvPr>
              <p:cNvGrpSpPr/>
              <p:nvPr/>
            </p:nvGrpSpPr>
            <p:grpSpPr>
              <a:xfrm>
                <a:off x="3549610" y="1658009"/>
                <a:ext cx="222672" cy="735601"/>
                <a:chOff x="8012462" y="4487596"/>
                <a:chExt cx="222672" cy="735601"/>
              </a:xfrm>
              <a:grpFill/>
            </p:grpSpPr>
            <p:sp>
              <p:nvSpPr>
                <p:cNvPr id="670" name="Rectangle 669">
                  <a:extLst>
                    <a:ext uri="{FF2B5EF4-FFF2-40B4-BE49-F238E27FC236}">
                      <a16:creationId xmlns:a16="http://schemas.microsoft.com/office/drawing/2014/main" id="{88400F3F-C67B-181A-BA8C-51805604CBC9}"/>
                    </a:ext>
                  </a:extLst>
                </p:cNvPr>
                <p:cNvSpPr/>
                <p:nvPr/>
              </p:nvSpPr>
              <p:spPr>
                <a:xfrm rot="16200000" flipV="1">
                  <a:off x="7804533" y="4965084"/>
                  <a:ext cx="457200" cy="36576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71" name="Rectangle 670">
                  <a:extLst>
                    <a:ext uri="{FF2B5EF4-FFF2-40B4-BE49-F238E27FC236}">
                      <a16:creationId xmlns:a16="http://schemas.microsoft.com/office/drawing/2014/main" id="{2FE1C926-3FAB-E196-B246-FA89AA04DDCE}"/>
                    </a:ext>
                  </a:extLst>
                </p:cNvPr>
                <p:cNvSpPr/>
                <p:nvPr/>
              </p:nvSpPr>
              <p:spPr>
                <a:xfrm rot="16200000" flipV="1">
                  <a:off x="7851359" y="4835341"/>
                  <a:ext cx="731520" cy="36029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72" name="Rectangle 671">
                  <a:extLst>
                    <a:ext uri="{FF2B5EF4-FFF2-40B4-BE49-F238E27FC236}">
                      <a16:creationId xmlns:a16="http://schemas.microsoft.com/office/drawing/2014/main" id="{D0D523AF-8134-550B-43BB-365D88248C8E}"/>
                    </a:ext>
                  </a:extLst>
                </p:cNvPr>
                <p:cNvSpPr/>
                <p:nvPr/>
              </p:nvSpPr>
              <p:spPr>
                <a:xfrm rot="10800000" flipV="1">
                  <a:off x="8012462" y="5186621"/>
                  <a:ext cx="218910" cy="36576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73" name="Rectangle 672">
                  <a:extLst>
                    <a:ext uri="{FF2B5EF4-FFF2-40B4-BE49-F238E27FC236}">
                      <a16:creationId xmlns:a16="http://schemas.microsoft.com/office/drawing/2014/main" id="{781E9803-36CA-1F98-1145-5E3929903AB2}"/>
                    </a:ext>
                  </a:extLst>
                </p:cNvPr>
                <p:cNvSpPr/>
                <p:nvPr/>
              </p:nvSpPr>
              <p:spPr>
                <a:xfrm rot="10800000" flipV="1">
                  <a:off x="8016224" y="4753803"/>
                  <a:ext cx="218910" cy="36576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643" name="Group 642">
                <a:extLst>
                  <a:ext uri="{FF2B5EF4-FFF2-40B4-BE49-F238E27FC236}">
                    <a16:creationId xmlns:a16="http://schemas.microsoft.com/office/drawing/2014/main" id="{3468DE38-8F02-F88B-B451-1547244E1178}"/>
                  </a:ext>
                </a:extLst>
              </p:cNvPr>
              <p:cNvGrpSpPr/>
              <p:nvPr/>
            </p:nvGrpSpPr>
            <p:grpSpPr>
              <a:xfrm>
                <a:off x="3365065" y="2089338"/>
                <a:ext cx="222673" cy="304272"/>
                <a:chOff x="8012461" y="4918925"/>
                <a:chExt cx="222673" cy="304272"/>
              </a:xfrm>
              <a:grpFill/>
            </p:grpSpPr>
            <p:sp>
              <p:nvSpPr>
                <p:cNvPr id="666" name="Rectangle 665">
                  <a:extLst>
                    <a:ext uri="{FF2B5EF4-FFF2-40B4-BE49-F238E27FC236}">
                      <a16:creationId xmlns:a16="http://schemas.microsoft.com/office/drawing/2014/main" id="{0748BE79-6B38-B4A1-5AE7-738BD7B6E7EB}"/>
                    </a:ext>
                  </a:extLst>
                </p:cNvPr>
                <p:cNvSpPr/>
                <p:nvPr/>
              </p:nvSpPr>
              <p:spPr>
                <a:xfrm rot="16200000" flipV="1">
                  <a:off x="7893592" y="5056524"/>
                  <a:ext cx="274320" cy="36576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67" name="Rectangle 666">
                  <a:extLst>
                    <a:ext uri="{FF2B5EF4-FFF2-40B4-BE49-F238E27FC236}">
                      <a16:creationId xmlns:a16="http://schemas.microsoft.com/office/drawing/2014/main" id="{EB56103B-88D9-DD52-9DD7-C93281F19C6F}"/>
                    </a:ext>
                  </a:extLst>
                </p:cNvPr>
                <p:cNvSpPr/>
                <p:nvPr/>
              </p:nvSpPr>
              <p:spPr>
                <a:xfrm rot="16200000" flipV="1">
                  <a:off x="8079959" y="5063941"/>
                  <a:ext cx="274320" cy="36029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68" name="Rectangle 667">
                  <a:extLst>
                    <a:ext uri="{FF2B5EF4-FFF2-40B4-BE49-F238E27FC236}">
                      <a16:creationId xmlns:a16="http://schemas.microsoft.com/office/drawing/2014/main" id="{15C9F4D9-783B-3294-EBE5-16493C191A0E}"/>
                    </a:ext>
                  </a:extLst>
                </p:cNvPr>
                <p:cNvSpPr/>
                <p:nvPr/>
              </p:nvSpPr>
              <p:spPr>
                <a:xfrm rot="10800000" flipV="1">
                  <a:off x="8012462" y="5186621"/>
                  <a:ext cx="218910" cy="36576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69" name="Rectangle 668">
                  <a:extLst>
                    <a:ext uri="{FF2B5EF4-FFF2-40B4-BE49-F238E27FC236}">
                      <a16:creationId xmlns:a16="http://schemas.microsoft.com/office/drawing/2014/main" id="{90FA374E-9506-3FBD-181B-DD7C17E17AB3}"/>
                    </a:ext>
                  </a:extLst>
                </p:cNvPr>
                <p:cNvSpPr/>
                <p:nvPr/>
              </p:nvSpPr>
              <p:spPr>
                <a:xfrm rot="10800000" flipV="1">
                  <a:off x="8012461" y="4918925"/>
                  <a:ext cx="222673" cy="36576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644" name="Group 643">
                <a:extLst>
                  <a:ext uri="{FF2B5EF4-FFF2-40B4-BE49-F238E27FC236}">
                    <a16:creationId xmlns:a16="http://schemas.microsoft.com/office/drawing/2014/main" id="{8C19AF6B-5A3B-6324-33A1-31F026015707}"/>
                  </a:ext>
                </a:extLst>
              </p:cNvPr>
              <p:cNvGrpSpPr/>
              <p:nvPr/>
            </p:nvGrpSpPr>
            <p:grpSpPr>
              <a:xfrm>
                <a:off x="3734040" y="1657458"/>
                <a:ext cx="222672" cy="736152"/>
                <a:chOff x="8012462" y="4487045"/>
                <a:chExt cx="222672" cy="736152"/>
              </a:xfrm>
              <a:grpFill/>
            </p:grpSpPr>
            <p:sp>
              <p:nvSpPr>
                <p:cNvPr id="662" name="Rectangle 661">
                  <a:extLst>
                    <a:ext uri="{FF2B5EF4-FFF2-40B4-BE49-F238E27FC236}">
                      <a16:creationId xmlns:a16="http://schemas.microsoft.com/office/drawing/2014/main" id="{05978B86-F649-DEFA-3366-60F012318D26}"/>
                    </a:ext>
                  </a:extLst>
                </p:cNvPr>
                <p:cNvSpPr/>
                <p:nvPr/>
              </p:nvSpPr>
              <p:spPr>
                <a:xfrm rot="16200000" flipV="1">
                  <a:off x="7802152" y="4965084"/>
                  <a:ext cx="457200" cy="36576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63" name="Rectangle 662">
                  <a:extLst>
                    <a:ext uri="{FF2B5EF4-FFF2-40B4-BE49-F238E27FC236}">
                      <a16:creationId xmlns:a16="http://schemas.microsoft.com/office/drawing/2014/main" id="{BB581B33-C575-162C-3F66-7A28EB26893E}"/>
                    </a:ext>
                  </a:extLst>
                </p:cNvPr>
                <p:cNvSpPr/>
                <p:nvPr/>
              </p:nvSpPr>
              <p:spPr>
                <a:xfrm rot="16200000" flipV="1">
                  <a:off x="7851359" y="4835341"/>
                  <a:ext cx="731520" cy="36029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64" name="Rectangle 663">
                  <a:extLst>
                    <a:ext uri="{FF2B5EF4-FFF2-40B4-BE49-F238E27FC236}">
                      <a16:creationId xmlns:a16="http://schemas.microsoft.com/office/drawing/2014/main" id="{3AAA6E51-6BDA-A096-0054-A88C429206FC}"/>
                    </a:ext>
                  </a:extLst>
                </p:cNvPr>
                <p:cNvSpPr/>
                <p:nvPr/>
              </p:nvSpPr>
              <p:spPr>
                <a:xfrm rot="10800000" flipV="1">
                  <a:off x="8016224" y="4487045"/>
                  <a:ext cx="218910" cy="36576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65" name="Rectangle 664">
                  <a:extLst>
                    <a:ext uri="{FF2B5EF4-FFF2-40B4-BE49-F238E27FC236}">
                      <a16:creationId xmlns:a16="http://schemas.microsoft.com/office/drawing/2014/main" id="{0242D9E0-465F-51D9-3453-313DD877E25C}"/>
                    </a:ext>
                  </a:extLst>
                </p:cNvPr>
                <p:cNvSpPr/>
                <p:nvPr/>
              </p:nvSpPr>
              <p:spPr>
                <a:xfrm rot="10800000" flipV="1">
                  <a:off x="8012462" y="5186621"/>
                  <a:ext cx="218910" cy="36576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645" name="Rectangle: Rounded Corners 730">
                <a:extLst>
                  <a:ext uri="{FF2B5EF4-FFF2-40B4-BE49-F238E27FC236}">
                    <a16:creationId xmlns:a16="http://schemas.microsoft.com/office/drawing/2014/main" id="{D8735730-7D67-889E-D42A-D047F418DF67}"/>
                  </a:ext>
                </a:extLst>
              </p:cNvPr>
              <p:cNvSpPr/>
              <p:nvPr/>
            </p:nvSpPr>
            <p:spPr>
              <a:xfrm rot="5400000">
                <a:off x="3456505" y="2192963"/>
                <a:ext cx="36029" cy="9144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6" name="Rectangle: Rounded Corners 731">
                <a:extLst>
                  <a:ext uri="{FF2B5EF4-FFF2-40B4-BE49-F238E27FC236}">
                    <a16:creationId xmlns:a16="http://schemas.microsoft.com/office/drawing/2014/main" id="{2054516C-DF21-1A33-DE55-D0792C37CAEC}"/>
                  </a:ext>
                </a:extLst>
              </p:cNvPr>
              <p:cNvSpPr/>
              <p:nvPr/>
            </p:nvSpPr>
            <p:spPr>
              <a:xfrm rot="5400000">
                <a:off x="3456505" y="2264862"/>
                <a:ext cx="36029" cy="9144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7" name="Rectangle: Rounded Corners 732">
                <a:extLst>
                  <a:ext uri="{FF2B5EF4-FFF2-40B4-BE49-F238E27FC236}">
                    <a16:creationId xmlns:a16="http://schemas.microsoft.com/office/drawing/2014/main" id="{07142D7C-F019-2AC3-80B1-FA21FBED3D43}"/>
                  </a:ext>
                </a:extLst>
              </p:cNvPr>
              <p:cNvSpPr/>
              <p:nvPr/>
            </p:nvSpPr>
            <p:spPr>
              <a:xfrm rot="5400000">
                <a:off x="3642373" y="2195042"/>
                <a:ext cx="36029" cy="9144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8" name="Rectangle: Rounded Corners 733">
                <a:extLst>
                  <a:ext uri="{FF2B5EF4-FFF2-40B4-BE49-F238E27FC236}">
                    <a16:creationId xmlns:a16="http://schemas.microsoft.com/office/drawing/2014/main" id="{3C633E76-24E9-678A-750D-F23779CA2F3B}"/>
                  </a:ext>
                </a:extLst>
              </p:cNvPr>
              <p:cNvSpPr/>
              <p:nvPr/>
            </p:nvSpPr>
            <p:spPr>
              <a:xfrm rot="5400000">
                <a:off x="3642373" y="2266941"/>
                <a:ext cx="36029" cy="9144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9" name="Rectangle: Rounded Corners 734">
                <a:extLst>
                  <a:ext uri="{FF2B5EF4-FFF2-40B4-BE49-F238E27FC236}">
                    <a16:creationId xmlns:a16="http://schemas.microsoft.com/office/drawing/2014/main" id="{664EF7FA-C4EF-1FB7-7100-5A883B8949DC}"/>
                  </a:ext>
                </a:extLst>
              </p:cNvPr>
              <p:cNvSpPr/>
              <p:nvPr/>
            </p:nvSpPr>
            <p:spPr>
              <a:xfrm rot="5400000">
                <a:off x="3642373" y="2051984"/>
                <a:ext cx="36029" cy="9144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0" name="Rectangle: Rounded Corners 735">
                <a:extLst>
                  <a:ext uri="{FF2B5EF4-FFF2-40B4-BE49-F238E27FC236}">
                    <a16:creationId xmlns:a16="http://schemas.microsoft.com/office/drawing/2014/main" id="{059CAD0E-2ABC-A378-5C21-0F3971319CEE}"/>
                  </a:ext>
                </a:extLst>
              </p:cNvPr>
              <p:cNvSpPr/>
              <p:nvPr/>
            </p:nvSpPr>
            <p:spPr>
              <a:xfrm rot="5400000">
                <a:off x="3642373" y="2123883"/>
                <a:ext cx="36029" cy="9144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1" name="Rectangle: Rounded Corners 736">
                <a:extLst>
                  <a:ext uri="{FF2B5EF4-FFF2-40B4-BE49-F238E27FC236}">
                    <a16:creationId xmlns:a16="http://schemas.microsoft.com/office/drawing/2014/main" id="{DCF46D13-8744-358C-F3A2-20807EAD248A}"/>
                  </a:ext>
                </a:extLst>
              </p:cNvPr>
              <p:cNvSpPr/>
              <p:nvPr/>
            </p:nvSpPr>
            <p:spPr>
              <a:xfrm rot="5400000">
                <a:off x="3642373" y="1985191"/>
                <a:ext cx="36029" cy="9144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2" name="Rectangle: Rounded Corners 737">
                <a:extLst>
                  <a:ext uri="{FF2B5EF4-FFF2-40B4-BE49-F238E27FC236}">
                    <a16:creationId xmlns:a16="http://schemas.microsoft.com/office/drawing/2014/main" id="{81D9E73A-DD2F-8A12-3489-12620B510406}"/>
                  </a:ext>
                </a:extLst>
              </p:cNvPr>
              <p:cNvSpPr/>
              <p:nvPr/>
            </p:nvSpPr>
            <p:spPr>
              <a:xfrm rot="5400000">
                <a:off x="3825662" y="2195043"/>
                <a:ext cx="36029" cy="9144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3" name="Rectangle: Rounded Corners 738">
                <a:extLst>
                  <a:ext uri="{FF2B5EF4-FFF2-40B4-BE49-F238E27FC236}">
                    <a16:creationId xmlns:a16="http://schemas.microsoft.com/office/drawing/2014/main" id="{EE86CA96-22BE-CFB1-294F-9588ACF4EB77}"/>
                  </a:ext>
                </a:extLst>
              </p:cNvPr>
              <p:cNvSpPr/>
              <p:nvPr/>
            </p:nvSpPr>
            <p:spPr>
              <a:xfrm rot="5400000">
                <a:off x="3825662" y="2266942"/>
                <a:ext cx="36029" cy="9144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4" name="Rectangle: Rounded Corners 739">
                <a:extLst>
                  <a:ext uri="{FF2B5EF4-FFF2-40B4-BE49-F238E27FC236}">
                    <a16:creationId xmlns:a16="http://schemas.microsoft.com/office/drawing/2014/main" id="{98045D56-5CE0-883F-4291-474C526DD2C6}"/>
                  </a:ext>
                </a:extLst>
              </p:cNvPr>
              <p:cNvSpPr/>
              <p:nvPr/>
            </p:nvSpPr>
            <p:spPr>
              <a:xfrm rot="5400000">
                <a:off x="3825662" y="2051985"/>
                <a:ext cx="36029" cy="9144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5" name="Rectangle: Rounded Corners 740">
                <a:extLst>
                  <a:ext uri="{FF2B5EF4-FFF2-40B4-BE49-F238E27FC236}">
                    <a16:creationId xmlns:a16="http://schemas.microsoft.com/office/drawing/2014/main" id="{8B3A3888-422D-09F4-A230-F69CCF96B5D0}"/>
                  </a:ext>
                </a:extLst>
              </p:cNvPr>
              <p:cNvSpPr/>
              <p:nvPr/>
            </p:nvSpPr>
            <p:spPr>
              <a:xfrm rot="5400000">
                <a:off x="3825662" y="2123884"/>
                <a:ext cx="36029" cy="9144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6" name="Rectangle: Rounded Corners 741">
                <a:extLst>
                  <a:ext uri="{FF2B5EF4-FFF2-40B4-BE49-F238E27FC236}">
                    <a16:creationId xmlns:a16="http://schemas.microsoft.com/office/drawing/2014/main" id="{E579170A-A53F-601C-25C5-7938E4417146}"/>
                  </a:ext>
                </a:extLst>
              </p:cNvPr>
              <p:cNvSpPr/>
              <p:nvPr/>
            </p:nvSpPr>
            <p:spPr>
              <a:xfrm rot="5400000">
                <a:off x="3825662" y="1985192"/>
                <a:ext cx="36029" cy="9144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7" name="Rectangle: Rounded Corners 742">
                <a:extLst>
                  <a:ext uri="{FF2B5EF4-FFF2-40B4-BE49-F238E27FC236}">
                    <a16:creationId xmlns:a16="http://schemas.microsoft.com/office/drawing/2014/main" id="{2A8AEC71-29DA-06FF-045C-B1AA18B68189}"/>
                  </a:ext>
                </a:extLst>
              </p:cNvPr>
              <p:cNvSpPr/>
              <p:nvPr/>
            </p:nvSpPr>
            <p:spPr>
              <a:xfrm rot="5400000">
                <a:off x="3825662" y="1922215"/>
                <a:ext cx="36029" cy="9144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8" name="Rectangle: Rounded Corners 743">
                <a:extLst>
                  <a:ext uri="{FF2B5EF4-FFF2-40B4-BE49-F238E27FC236}">
                    <a16:creationId xmlns:a16="http://schemas.microsoft.com/office/drawing/2014/main" id="{DB3AC162-AD40-E229-1566-B4389CBD6347}"/>
                  </a:ext>
                </a:extLst>
              </p:cNvPr>
              <p:cNvSpPr/>
              <p:nvPr/>
            </p:nvSpPr>
            <p:spPr>
              <a:xfrm rot="5400000">
                <a:off x="3825662" y="1779157"/>
                <a:ext cx="36029" cy="9144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9" name="Rectangle: Rounded Corners 744">
                <a:extLst>
                  <a:ext uri="{FF2B5EF4-FFF2-40B4-BE49-F238E27FC236}">
                    <a16:creationId xmlns:a16="http://schemas.microsoft.com/office/drawing/2014/main" id="{7D6B6C97-F90E-A69D-18D1-540AA3C15DCA}"/>
                  </a:ext>
                </a:extLst>
              </p:cNvPr>
              <p:cNvSpPr/>
              <p:nvPr/>
            </p:nvSpPr>
            <p:spPr>
              <a:xfrm rot="5400000">
                <a:off x="3825662" y="1851056"/>
                <a:ext cx="36029" cy="9144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0" name="Rectangle: Rounded Corners 745">
                <a:extLst>
                  <a:ext uri="{FF2B5EF4-FFF2-40B4-BE49-F238E27FC236}">
                    <a16:creationId xmlns:a16="http://schemas.microsoft.com/office/drawing/2014/main" id="{5CEE8D48-9389-8E4A-3876-E8BCB70351BA}"/>
                  </a:ext>
                </a:extLst>
              </p:cNvPr>
              <p:cNvSpPr/>
              <p:nvPr/>
            </p:nvSpPr>
            <p:spPr>
              <a:xfrm rot="5400000">
                <a:off x="3825662" y="1712364"/>
                <a:ext cx="36029" cy="9144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1" name="Rectangle: Rounded Corners 746">
                <a:extLst>
                  <a:ext uri="{FF2B5EF4-FFF2-40B4-BE49-F238E27FC236}">
                    <a16:creationId xmlns:a16="http://schemas.microsoft.com/office/drawing/2014/main" id="{4852A9B0-54CD-E8D0-4BEA-B69C4549DE5C}"/>
                  </a:ext>
                </a:extLst>
              </p:cNvPr>
              <p:cNvSpPr/>
              <p:nvPr/>
            </p:nvSpPr>
            <p:spPr>
              <a:xfrm rot="5400000">
                <a:off x="3458330" y="2123884"/>
                <a:ext cx="36029" cy="9144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00" name="Freeform: Shape 685">
              <a:extLst>
                <a:ext uri="{FF2B5EF4-FFF2-40B4-BE49-F238E27FC236}">
                  <a16:creationId xmlns:a16="http://schemas.microsoft.com/office/drawing/2014/main" id="{F8CD978F-5CDC-C972-3109-104F08DF995F}"/>
                </a:ext>
              </a:extLst>
            </p:cNvPr>
            <p:cNvSpPr/>
            <p:nvPr/>
          </p:nvSpPr>
          <p:spPr>
            <a:xfrm>
              <a:off x="1088140" y="1566842"/>
              <a:ext cx="1008112" cy="819792"/>
            </a:xfrm>
            <a:custGeom>
              <a:avLst/>
              <a:gdLst>
                <a:gd name="connsiteX0" fmla="*/ 163492 w 1261761"/>
                <a:gd name="connsiteY0" fmla="*/ 42955 h 1177296"/>
                <a:gd name="connsiteX1" fmla="*/ 46037 w 1261761"/>
                <a:gd name="connsiteY1" fmla="*/ 160410 h 1177296"/>
                <a:gd name="connsiteX2" fmla="*/ 46037 w 1261761"/>
                <a:gd name="connsiteY2" fmla="*/ 1016886 h 1177296"/>
                <a:gd name="connsiteX3" fmla="*/ 163492 w 1261761"/>
                <a:gd name="connsiteY3" fmla="*/ 1134341 h 1177296"/>
                <a:gd name="connsiteX4" fmla="*/ 1098270 w 1261761"/>
                <a:gd name="connsiteY4" fmla="*/ 1134341 h 1177296"/>
                <a:gd name="connsiteX5" fmla="*/ 1215725 w 1261761"/>
                <a:gd name="connsiteY5" fmla="*/ 1016886 h 1177296"/>
                <a:gd name="connsiteX6" fmla="*/ 1215725 w 1261761"/>
                <a:gd name="connsiteY6" fmla="*/ 160410 h 1177296"/>
                <a:gd name="connsiteX7" fmla="*/ 1098270 w 1261761"/>
                <a:gd name="connsiteY7" fmla="*/ 42955 h 1177296"/>
                <a:gd name="connsiteX8" fmla="*/ 160501 w 1261761"/>
                <a:gd name="connsiteY8" fmla="*/ 0 h 1177296"/>
                <a:gd name="connsiteX9" fmla="*/ 1101260 w 1261761"/>
                <a:gd name="connsiteY9" fmla="*/ 0 h 1177296"/>
                <a:gd name="connsiteX10" fmla="*/ 1261761 w 1261761"/>
                <a:gd name="connsiteY10" fmla="*/ 160501 h 1177296"/>
                <a:gd name="connsiteX11" fmla="*/ 1261761 w 1261761"/>
                <a:gd name="connsiteY11" fmla="*/ 1016795 h 1177296"/>
                <a:gd name="connsiteX12" fmla="*/ 1101260 w 1261761"/>
                <a:gd name="connsiteY12" fmla="*/ 1177296 h 1177296"/>
                <a:gd name="connsiteX13" fmla="*/ 160501 w 1261761"/>
                <a:gd name="connsiteY13" fmla="*/ 1177296 h 1177296"/>
                <a:gd name="connsiteX14" fmla="*/ 0 w 1261761"/>
                <a:gd name="connsiteY14" fmla="*/ 1016795 h 1177296"/>
                <a:gd name="connsiteX15" fmla="*/ 0 w 1261761"/>
                <a:gd name="connsiteY15" fmla="*/ 160501 h 1177296"/>
                <a:gd name="connsiteX16" fmla="*/ 160501 w 1261761"/>
                <a:gd name="connsiteY16" fmla="*/ 0 h 1177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61761" h="1177296">
                  <a:moveTo>
                    <a:pt x="163492" y="42955"/>
                  </a:moveTo>
                  <a:cubicBezTo>
                    <a:pt x="98623" y="42955"/>
                    <a:pt x="46037" y="95541"/>
                    <a:pt x="46037" y="160410"/>
                  </a:cubicBezTo>
                  <a:lnTo>
                    <a:pt x="46037" y="1016886"/>
                  </a:lnTo>
                  <a:cubicBezTo>
                    <a:pt x="46037" y="1081755"/>
                    <a:pt x="98623" y="1134341"/>
                    <a:pt x="163492" y="1134341"/>
                  </a:cubicBezTo>
                  <a:lnTo>
                    <a:pt x="1098270" y="1134341"/>
                  </a:lnTo>
                  <a:cubicBezTo>
                    <a:pt x="1163139" y="1134341"/>
                    <a:pt x="1215725" y="1081755"/>
                    <a:pt x="1215725" y="1016886"/>
                  </a:cubicBezTo>
                  <a:lnTo>
                    <a:pt x="1215725" y="160410"/>
                  </a:lnTo>
                  <a:cubicBezTo>
                    <a:pt x="1215725" y="95541"/>
                    <a:pt x="1163139" y="42955"/>
                    <a:pt x="1098270" y="42955"/>
                  </a:cubicBezTo>
                  <a:close/>
                  <a:moveTo>
                    <a:pt x="160501" y="0"/>
                  </a:moveTo>
                  <a:lnTo>
                    <a:pt x="1101260" y="0"/>
                  </a:lnTo>
                  <a:cubicBezTo>
                    <a:pt x="1189902" y="0"/>
                    <a:pt x="1261761" y="71859"/>
                    <a:pt x="1261761" y="160501"/>
                  </a:cubicBezTo>
                  <a:lnTo>
                    <a:pt x="1261761" y="1016795"/>
                  </a:lnTo>
                  <a:cubicBezTo>
                    <a:pt x="1261761" y="1105437"/>
                    <a:pt x="1189902" y="1177296"/>
                    <a:pt x="1101260" y="1177296"/>
                  </a:cubicBezTo>
                  <a:lnTo>
                    <a:pt x="160501" y="1177296"/>
                  </a:lnTo>
                  <a:cubicBezTo>
                    <a:pt x="71859" y="1177296"/>
                    <a:pt x="0" y="1105437"/>
                    <a:pt x="0" y="1016795"/>
                  </a:cubicBezTo>
                  <a:lnTo>
                    <a:pt x="0" y="160501"/>
                  </a:lnTo>
                  <a:cubicBezTo>
                    <a:pt x="0" y="71859"/>
                    <a:pt x="71859" y="0"/>
                    <a:pt x="160501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01" name="Rectangle 600">
              <a:extLst>
                <a:ext uri="{FF2B5EF4-FFF2-40B4-BE49-F238E27FC236}">
                  <a16:creationId xmlns:a16="http://schemas.microsoft.com/office/drawing/2014/main" id="{F1A2219C-2A34-3B5F-0113-54764C233DD8}"/>
                </a:ext>
              </a:extLst>
            </p:cNvPr>
            <p:cNvSpPr/>
            <p:nvPr/>
          </p:nvSpPr>
          <p:spPr>
            <a:xfrm flipV="1">
              <a:off x="1104508" y="2213169"/>
              <a:ext cx="969276" cy="3602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2" name="Rectangle 601">
              <a:extLst>
                <a:ext uri="{FF2B5EF4-FFF2-40B4-BE49-F238E27FC236}">
                  <a16:creationId xmlns:a16="http://schemas.microsoft.com/office/drawing/2014/main" id="{C5A65565-7818-AF47-9C58-740CFFCA8955}"/>
                </a:ext>
              </a:extLst>
            </p:cNvPr>
            <p:cNvSpPr/>
            <p:nvPr/>
          </p:nvSpPr>
          <p:spPr>
            <a:xfrm flipV="1">
              <a:off x="1306146" y="2544787"/>
              <a:ext cx="576471" cy="3602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3" name="Rectangle 602">
              <a:extLst>
                <a:ext uri="{FF2B5EF4-FFF2-40B4-BE49-F238E27FC236}">
                  <a16:creationId xmlns:a16="http://schemas.microsoft.com/office/drawing/2014/main" id="{90E35BEA-2E2B-D2F9-B165-8426D6BCB028}"/>
                </a:ext>
              </a:extLst>
            </p:cNvPr>
            <p:cNvSpPr/>
            <p:nvPr/>
          </p:nvSpPr>
          <p:spPr>
            <a:xfrm rot="16200000" flipV="1">
              <a:off x="1330387" y="2451444"/>
              <a:ext cx="216176" cy="3602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4" name="Rectangle 603">
              <a:extLst>
                <a:ext uri="{FF2B5EF4-FFF2-40B4-BE49-F238E27FC236}">
                  <a16:creationId xmlns:a16="http://schemas.microsoft.com/office/drawing/2014/main" id="{F625968D-926E-A5BA-A2DD-9FF8A9507F34}"/>
                </a:ext>
              </a:extLst>
            </p:cNvPr>
            <p:cNvSpPr/>
            <p:nvPr/>
          </p:nvSpPr>
          <p:spPr>
            <a:xfrm rot="16200000" flipV="1">
              <a:off x="1636959" y="2451444"/>
              <a:ext cx="216176" cy="3602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5" name="Rectangle 604">
              <a:extLst>
                <a:ext uri="{FF2B5EF4-FFF2-40B4-BE49-F238E27FC236}">
                  <a16:creationId xmlns:a16="http://schemas.microsoft.com/office/drawing/2014/main" id="{389A70DC-1FAC-26CB-1E70-1D3D1BE35849}"/>
                </a:ext>
              </a:extLst>
            </p:cNvPr>
            <p:cNvSpPr/>
            <p:nvPr/>
          </p:nvSpPr>
          <p:spPr>
            <a:xfrm flipV="1">
              <a:off x="1104508" y="1704335"/>
              <a:ext cx="969276" cy="3602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6" name="Rectangle: Rounded Corners 691">
              <a:extLst>
                <a:ext uri="{FF2B5EF4-FFF2-40B4-BE49-F238E27FC236}">
                  <a16:creationId xmlns:a16="http://schemas.microsoft.com/office/drawing/2014/main" id="{D0F81608-EA89-023E-C559-D0EC60629A05}"/>
                </a:ext>
              </a:extLst>
            </p:cNvPr>
            <p:cNvSpPr/>
            <p:nvPr/>
          </p:nvSpPr>
          <p:spPr>
            <a:xfrm rot="5400000">
              <a:off x="1202778" y="1639193"/>
              <a:ext cx="36030" cy="3962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7" name="Rectangle: Rounded Corners 692">
              <a:extLst>
                <a:ext uri="{FF2B5EF4-FFF2-40B4-BE49-F238E27FC236}">
                  <a16:creationId xmlns:a16="http://schemas.microsoft.com/office/drawing/2014/main" id="{5EA6F93F-E7A8-50E6-CE27-72CE61EAB215}"/>
                </a:ext>
              </a:extLst>
            </p:cNvPr>
            <p:cNvSpPr/>
            <p:nvPr/>
          </p:nvSpPr>
          <p:spPr>
            <a:xfrm rot="5400000">
              <a:off x="1268321" y="1639194"/>
              <a:ext cx="36030" cy="3962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8" name="Rectangle: Rounded Corners 693">
              <a:extLst>
                <a:ext uri="{FF2B5EF4-FFF2-40B4-BE49-F238E27FC236}">
                  <a16:creationId xmlns:a16="http://schemas.microsoft.com/office/drawing/2014/main" id="{D2812ED6-6AFD-2761-52E3-F29C89295449}"/>
                </a:ext>
              </a:extLst>
            </p:cNvPr>
            <p:cNvSpPr/>
            <p:nvPr/>
          </p:nvSpPr>
          <p:spPr>
            <a:xfrm rot="5400000">
              <a:off x="1330517" y="1639195"/>
              <a:ext cx="36030" cy="3962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09" name="Group 608">
              <a:extLst>
                <a:ext uri="{FF2B5EF4-FFF2-40B4-BE49-F238E27FC236}">
                  <a16:creationId xmlns:a16="http://schemas.microsoft.com/office/drawing/2014/main" id="{D9097320-14D4-946B-5D0A-E0E7CD588762}"/>
                </a:ext>
              </a:extLst>
            </p:cNvPr>
            <p:cNvGrpSpPr/>
            <p:nvPr/>
          </p:nvGrpSpPr>
          <p:grpSpPr>
            <a:xfrm>
              <a:off x="1205145" y="1816496"/>
              <a:ext cx="336324" cy="418468"/>
              <a:chOff x="3365065" y="1657458"/>
              <a:chExt cx="591647" cy="736152"/>
            </a:xfrm>
            <a:grpFill/>
          </p:grpSpPr>
          <p:grpSp>
            <p:nvGrpSpPr>
              <p:cNvPr id="610" name="Group 609">
                <a:extLst>
                  <a:ext uri="{FF2B5EF4-FFF2-40B4-BE49-F238E27FC236}">
                    <a16:creationId xmlns:a16="http://schemas.microsoft.com/office/drawing/2014/main" id="{B29BDA5A-D019-7DA4-6CE6-3BF525B40EA5}"/>
                  </a:ext>
                </a:extLst>
              </p:cNvPr>
              <p:cNvGrpSpPr/>
              <p:nvPr/>
            </p:nvGrpSpPr>
            <p:grpSpPr>
              <a:xfrm>
                <a:off x="3549610" y="1658009"/>
                <a:ext cx="222672" cy="735601"/>
                <a:chOff x="8012462" y="4487596"/>
                <a:chExt cx="222672" cy="735601"/>
              </a:xfrm>
              <a:grpFill/>
            </p:grpSpPr>
            <p:sp>
              <p:nvSpPr>
                <p:cNvPr id="638" name="Rectangle 637">
                  <a:extLst>
                    <a:ext uri="{FF2B5EF4-FFF2-40B4-BE49-F238E27FC236}">
                      <a16:creationId xmlns:a16="http://schemas.microsoft.com/office/drawing/2014/main" id="{7884EAAC-30B3-C674-92B9-09DFB8D95D42}"/>
                    </a:ext>
                  </a:extLst>
                </p:cNvPr>
                <p:cNvSpPr/>
                <p:nvPr/>
              </p:nvSpPr>
              <p:spPr>
                <a:xfrm rot="16200000" flipV="1">
                  <a:off x="7804533" y="4965084"/>
                  <a:ext cx="457200" cy="36576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39" name="Rectangle 638">
                  <a:extLst>
                    <a:ext uri="{FF2B5EF4-FFF2-40B4-BE49-F238E27FC236}">
                      <a16:creationId xmlns:a16="http://schemas.microsoft.com/office/drawing/2014/main" id="{8668FFAA-B13D-6E5D-8B96-4F4F31345FBD}"/>
                    </a:ext>
                  </a:extLst>
                </p:cNvPr>
                <p:cNvSpPr/>
                <p:nvPr/>
              </p:nvSpPr>
              <p:spPr>
                <a:xfrm rot="16200000" flipV="1">
                  <a:off x="7851359" y="4835341"/>
                  <a:ext cx="731520" cy="36029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40" name="Rectangle 639">
                  <a:extLst>
                    <a:ext uri="{FF2B5EF4-FFF2-40B4-BE49-F238E27FC236}">
                      <a16:creationId xmlns:a16="http://schemas.microsoft.com/office/drawing/2014/main" id="{90B9D4BF-CC52-0CD1-3494-303F6FA870EF}"/>
                    </a:ext>
                  </a:extLst>
                </p:cNvPr>
                <p:cNvSpPr/>
                <p:nvPr/>
              </p:nvSpPr>
              <p:spPr>
                <a:xfrm rot="10800000" flipV="1">
                  <a:off x="8012462" y="5186621"/>
                  <a:ext cx="218910" cy="36576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41" name="Rectangle 640">
                  <a:extLst>
                    <a:ext uri="{FF2B5EF4-FFF2-40B4-BE49-F238E27FC236}">
                      <a16:creationId xmlns:a16="http://schemas.microsoft.com/office/drawing/2014/main" id="{68CB5DCD-11AE-BEAA-7BC4-5567A18A75D9}"/>
                    </a:ext>
                  </a:extLst>
                </p:cNvPr>
                <p:cNvSpPr/>
                <p:nvPr/>
              </p:nvSpPr>
              <p:spPr>
                <a:xfrm rot="10800000" flipV="1">
                  <a:off x="8016224" y="4753803"/>
                  <a:ext cx="218910" cy="36576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611" name="Group 610">
                <a:extLst>
                  <a:ext uri="{FF2B5EF4-FFF2-40B4-BE49-F238E27FC236}">
                    <a16:creationId xmlns:a16="http://schemas.microsoft.com/office/drawing/2014/main" id="{C81491CB-9BA9-91B6-5535-31571A6B9644}"/>
                  </a:ext>
                </a:extLst>
              </p:cNvPr>
              <p:cNvGrpSpPr/>
              <p:nvPr/>
            </p:nvGrpSpPr>
            <p:grpSpPr>
              <a:xfrm>
                <a:off x="3365065" y="2089338"/>
                <a:ext cx="222673" cy="304272"/>
                <a:chOff x="8012461" y="4918925"/>
                <a:chExt cx="222673" cy="304272"/>
              </a:xfrm>
              <a:grpFill/>
            </p:grpSpPr>
            <p:sp>
              <p:nvSpPr>
                <p:cNvPr id="634" name="Rectangle 633">
                  <a:extLst>
                    <a:ext uri="{FF2B5EF4-FFF2-40B4-BE49-F238E27FC236}">
                      <a16:creationId xmlns:a16="http://schemas.microsoft.com/office/drawing/2014/main" id="{4663865F-E751-A100-2581-9C19AB47C787}"/>
                    </a:ext>
                  </a:extLst>
                </p:cNvPr>
                <p:cNvSpPr/>
                <p:nvPr/>
              </p:nvSpPr>
              <p:spPr>
                <a:xfrm rot="16200000" flipV="1">
                  <a:off x="7893592" y="5056524"/>
                  <a:ext cx="274320" cy="36576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35" name="Rectangle 634">
                  <a:extLst>
                    <a:ext uri="{FF2B5EF4-FFF2-40B4-BE49-F238E27FC236}">
                      <a16:creationId xmlns:a16="http://schemas.microsoft.com/office/drawing/2014/main" id="{AFEEA80C-5EAB-3338-A36A-7326F7C98669}"/>
                    </a:ext>
                  </a:extLst>
                </p:cNvPr>
                <p:cNvSpPr/>
                <p:nvPr/>
              </p:nvSpPr>
              <p:spPr>
                <a:xfrm rot="16200000" flipV="1">
                  <a:off x="8079959" y="5063941"/>
                  <a:ext cx="274320" cy="36029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36" name="Rectangle 635">
                  <a:extLst>
                    <a:ext uri="{FF2B5EF4-FFF2-40B4-BE49-F238E27FC236}">
                      <a16:creationId xmlns:a16="http://schemas.microsoft.com/office/drawing/2014/main" id="{435C4958-6F88-8A12-41E3-36EB78D7DE25}"/>
                    </a:ext>
                  </a:extLst>
                </p:cNvPr>
                <p:cNvSpPr/>
                <p:nvPr/>
              </p:nvSpPr>
              <p:spPr>
                <a:xfrm rot="10800000" flipV="1">
                  <a:off x="8012462" y="5186621"/>
                  <a:ext cx="218910" cy="36576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37" name="Rectangle 636">
                  <a:extLst>
                    <a:ext uri="{FF2B5EF4-FFF2-40B4-BE49-F238E27FC236}">
                      <a16:creationId xmlns:a16="http://schemas.microsoft.com/office/drawing/2014/main" id="{857D509B-69E0-F308-013C-8C488285BEA4}"/>
                    </a:ext>
                  </a:extLst>
                </p:cNvPr>
                <p:cNvSpPr/>
                <p:nvPr/>
              </p:nvSpPr>
              <p:spPr>
                <a:xfrm rot="10800000" flipV="1">
                  <a:off x="8012461" y="4918925"/>
                  <a:ext cx="222673" cy="36576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612" name="Group 611">
                <a:extLst>
                  <a:ext uri="{FF2B5EF4-FFF2-40B4-BE49-F238E27FC236}">
                    <a16:creationId xmlns:a16="http://schemas.microsoft.com/office/drawing/2014/main" id="{839E98F2-A079-6101-2F6E-A6C235059D2B}"/>
                  </a:ext>
                </a:extLst>
              </p:cNvPr>
              <p:cNvGrpSpPr/>
              <p:nvPr/>
            </p:nvGrpSpPr>
            <p:grpSpPr>
              <a:xfrm>
                <a:off x="3734040" y="1657458"/>
                <a:ext cx="222672" cy="736152"/>
                <a:chOff x="8012462" y="4487045"/>
                <a:chExt cx="222672" cy="736152"/>
              </a:xfrm>
              <a:grpFill/>
            </p:grpSpPr>
            <p:sp>
              <p:nvSpPr>
                <p:cNvPr id="630" name="Rectangle 629">
                  <a:extLst>
                    <a:ext uri="{FF2B5EF4-FFF2-40B4-BE49-F238E27FC236}">
                      <a16:creationId xmlns:a16="http://schemas.microsoft.com/office/drawing/2014/main" id="{8C287751-B10F-6077-5CA6-E57D48E52629}"/>
                    </a:ext>
                  </a:extLst>
                </p:cNvPr>
                <p:cNvSpPr/>
                <p:nvPr/>
              </p:nvSpPr>
              <p:spPr>
                <a:xfrm rot="16200000" flipV="1">
                  <a:off x="7802152" y="4965084"/>
                  <a:ext cx="457200" cy="36576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31" name="Rectangle 630">
                  <a:extLst>
                    <a:ext uri="{FF2B5EF4-FFF2-40B4-BE49-F238E27FC236}">
                      <a16:creationId xmlns:a16="http://schemas.microsoft.com/office/drawing/2014/main" id="{6FE3DC5F-792A-896B-1C0B-9BE45F2160E7}"/>
                    </a:ext>
                  </a:extLst>
                </p:cNvPr>
                <p:cNvSpPr/>
                <p:nvPr/>
              </p:nvSpPr>
              <p:spPr>
                <a:xfrm rot="16200000" flipV="1">
                  <a:off x="7851359" y="4835341"/>
                  <a:ext cx="731520" cy="36029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32" name="Rectangle 631">
                  <a:extLst>
                    <a:ext uri="{FF2B5EF4-FFF2-40B4-BE49-F238E27FC236}">
                      <a16:creationId xmlns:a16="http://schemas.microsoft.com/office/drawing/2014/main" id="{1C6887FA-D851-0297-5ADD-2CCDA3D7A744}"/>
                    </a:ext>
                  </a:extLst>
                </p:cNvPr>
                <p:cNvSpPr/>
                <p:nvPr/>
              </p:nvSpPr>
              <p:spPr>
                <a:xfrm rot="10800000" flipV="1">
                  <a:off x="8016224" y="4487045"/>
                  <a:ext cx="218910" cy="36576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33" name="Rectangle 632">
                  <a:extLst>
                    <a:ext uri="{FF2B5EF4-FFF2-40B4-BE49-F238E27FC236}">
                      <a16:creationId xmlns:a16="http://schemas.microsoft.com/office/drawing/2014/main" id="{4DF88F70-6981-6E84-97EE-F740D183543D}"/>
                    </a:ext>
                  </a:extLst>
                </p:cNvPr>
                <p:cNvSpPr/>
                <p:nvPr/>
              </p:nvSpPr>
              <p:spPr>
                <a:xfrm rot="10800000" flipV="1">
                  <a:off x="8012462" y="5186621"/>
                  <a:ext cx="218910" cy="36576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613" name="Rectangle: Rounded Corners 698">
                <a:extLst>
                  <a:ext uri="{FF2B5EF4-FFF2-40B4-BE49-F238E27FC236}">
                    <a16:creationId xmlns:a16="http://schemas.microsoft.com/office/drawing/2014/main" id="{A406403A-FD8F-4FC8-1CE8-0057EB0627C0}"/>
                  </a:ext>
                </a:extLst>
              </p:cNvPr>
              <p:cNvSpPr/>
              <p:nvPr/>
            </p:nvSpPr>
            <p:spPr>
              <a:xfrm rot="5400000">
                <a:off x="3456505" y="2192963"/>
                <a:ext cx="36029" cy="9144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4" name="Rectangle: Rounded Corners 699">
                <a:extLst>
                  <a:ext uri="{FF2B5EF4-FFF2-40B4-BE49-F238E27FC236}">
                    <a16:creationId xmlns:a16="http://schemas.microsoft.com/office/drawing/2014/main" id="{8EFE9805-F195-48A9-94E4-E09CA6386B19}"/>
                  </a:ext>
                </a:extLst>
              </p:cNvPr>
              <p:cNvSpPr/>
              <p:nvPr/>
            </p:nvSpPr>
            <p:spPr>
              <a:xfrm rot="5400000">
                <a:off x="3456505" y="2264862"/>
                <a:ext cx="36029" cy="9144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5" name="Rectangle: Rounded Corners 700">
                <a:extLst>
                  <a:ext uri="{FF2B5EF4-FFF2-40B4-BE49-F238E27FC236}">
                    <a16:creationId xmlns:a16="http://schemas.microsoft.com/office/drawing/2014/main" id="{E227F913-6855-28A8-F747-1D988C6E07D6}"/>
                  </a:ext>
                </a:extLst>
              </p:cNvPr>
              <p:cNvSpPr/>
              <p:nvPr/>
            </p:nvSpPr>
            <p:spPr>
              <a:xfrm rot="5400000">
                <a:off x="3642373" y="2195042"/>
                <a:ext cx="36029" cy="9144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6" name="Rectangle: Rounded Corners 701">
                <a:extLst>
                  <a:ext uri="{FF2B5EF4-FFF2-40B4-BE49-F238E27FC236}">
                    <a16:creationId xmlns:a16="http://schemas.microsoft.com/office/drawing/2014/main" id="{0F543CA3-0573-EA0F-A42E-C92C62702901}"/>
                  </a:ext>
                </a:extLst>
              </p:cNvPr>
              <p:cNvSpPr/>
              <p:nvPr/>
            </p:nvSpPr>
            <p:spPr>
              <a:xfrm rot="5400000">
                <a:off x="3642373" y="2266941"/>
                <a:ext cx="36029" cy="9144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7" name="Rectangle: Rounded Corners 702">
                <a:extLst>
                  <a:ext uri="{FF2B5EF4-FFF2-40B4-BE49-F238E27FC236}">
                    <a16:creationId xmlns:a16="http://schemas.microsoft.com/office/drawing/2014/main" id="{2A0D0D83-4032-0595-94CB-398B79F148A9}"/>
                  </a:ext>
                </a:extLst>
              </p:cNvPr>
              <p:cNvSpPr/>
              <p:nvPr/>
            </p:nvSpPr>
            <p:spPr>
              <a:xfrm rot="5400000">
                <a:off x="3642373" y="2051984"/>
                <a:ext cx="36029" cy="9144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8" name="Rectangle: Rounded Corners 703">
                <a:extLst>
                  <a:ext uri="{FF2B5EF4-FFF2-40B4-BE49-F238E27FC236}">
                    <a16:creationId xmlns:a16="http://schemas.microsoft.com/office/drawing/2014/main" id="{6BA364E6-EC46-D102-113A-67BDB1A08420}"/>
                  </a:ext>
                </a:extLst>
              </p:cNvPr>
              <p:cNvSpPr/>
              <p:nvPr/>
            </p:nvSpPr>
            <p:spPr>
              <a:xfrm rot="5400000">
                <a:off x="3642373" y="2123883"/>
                <a:ext cx="36029" cy="9144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9" name="Rectangle: Rounded Corners 704">
                <a:extLst>
                  <a:ext uri="{FF2B5EF4-FFF2-40B4-BE49-F238E27FC236}">
                    <a16:creationId xmlns:a16="http://schemas.microsoft.com/office/drawing/2014/main" id="{C7B7F7CE-45E7-C707-A2DD-D1AE91937EA8}"/>
                  </a:ext>
                </a:extLst>
              </p:cNvPr>
              <p:cNvSpPr/>
              <p:nvPr/>
            </p:nvSpPr>
            <p:spPr>
              <a:xfrm rot="5400000">
                <a:off x="3642373" y="1985191"/>
                <a:ext cx="36029" cy="9144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0" name="Rectangle: Rounded Corners 705">
                <a:extLst>
                  <a:ext uri="{FF2B5EF4-FFF2-40B4-BE49-F238E27FC236}">
                    <a16:creationId xmlns:a16="http://schemas.microsoft.com/office/drawing/2014/main" id="{6E7F3280-3763-36A4-72A8-966AE19BACBE}"/>
                  </a:ext>
                </a:extLst>
              </p:cNvPr>
              <p:cNvSpPr/>
              <p:nvPr/>
            </p:nvSpPr>
            <p:spPr>
              <a:xfrm rot="5400000">
                <a:off x="3825662" y="2195043"/>
                <a:ext cx="36029" cy="9144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1" name="Rectangle: Rounded Corners 706">
                <a:extLst>
                  <a:ext uri="{FF2B5EF4-FFF2-40B4-BE49-F238E27FC236}">
                    <a16:creationId xmlns:a16="http://schemas.microsoft.com/office/drawing/2014/main" id="{3E42D042-0A10-DB94-0DA6-D3B7EE31FAEF}"/>
                  </a:ext>
                </a:extLst>
              </p:cNvPr>
              <p:cNvSpPr/>
              <p:nvPr/>
            </p:nvSpPr>
            <p:spPr>
              <a:xfrm rot="5400000">
                <a:off x="3825662" y="2266942"/>
                <a:ext cx="36029" cy="9144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2" name="Rectangle: Rounded Corners 707">
                <a:extLst>
                  <a:ext uri="{FF2B5EF4-FFF2-40B4-BE49-F238E27FC236}">
                    <a16:creationId xmlns:a16="http://schemas.microsoft.com/office/drawing/2014/main" id="{F19F305D-441B-FC8E-E8C7-9ED68F712B6F}"/>
                  </a:ext>
                </a:extLst>
              </p:cNvPr>
              <p:cNvSpPr/>
              <p:nvPr/>
            </p:nvSpPr>
            <p:spPr>
              <a:xfrm rot="5400000">
                <a:off x="3825662" y="2051985"/>
                <a:ext cx="36029" cy="9144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3" name="Rectangle: Rounded Corners 708">
                <a:extLst>
                  <a:ext uri="{FF2B5EF4-FFF2-40B4-BE49-F238E27FC236}">
                    <a16:creationId xmlns:a16="http://schemas.microsoft.com/office/drawing/2014/main" id="{19513E9A-B576-F750-C809-F89DF36F6DFB}"/>
                  </a:ext>
                </a:extLst>
              </p:cNvPr>
              <p:cNvSpPr/>
              <p:nvPr/>
            </p:nvSpPr>
            <p:spPr>
              <a:xfrm rot="5400000">
                <a:off x="3825662" y="2123884"/>
                <a:ext cx="36029" cy="9144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4" name="Rectangle: Rounded Corners 709">
                <a:extLst>
                  <a:ext uri="{FF2B5EF4-FFF2-40B4-BE49-F238E27FC236}">
                    <a16:creationId xmlns:a16="http://schemas.microsoft.com/office/drawing/2014/main" id="{B0F3FD53-FB4F-EF79-9C72-204ACC7ABACF}"/>
                  </a:ext>
                </a:extLst>
              </p:cNvPr>
              <p:cNvSpPr/>
              <p:nvPr/>
            </p:nvSpPr>
            <p:spPr>
              <a:xfrm rot="5400000">
                <a:off x="3825662" y="1985192"/>
                <a:ext cx="36029" cy="9144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5" name="Rectangle: Rounded Corners 710">
                <a:extLst>
                  <a:ext uri="{FF2B5EF4-FFF2-40B4-BE49-F238E27FC236}">
                    <a16:creationId xmlns:a16="http://schemas.microsoft.com/office/drawing/2014/main" id="{8A5DFB3B-A659-B1BA-D047-3557ADE77C9E}"/>
                  </a:ext>
                </a:extLst>
              </p:cNvPr>
              <p:cNvSpPr/>
              <p:nvPr/>
            </p:nvSpPr>
            <p:spPr>
              <a:xfrm rot="5400000">
                <a:off x="3825662" y="1922215"/>
                <a:ext cx="36029" cy="9144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6" name="Rectangle: Rounded Corners 711">
                <a:extLst>
                  <a:ext uri="{FF2B5EF4-FFF2-40B4-BE49-F238E27FC236}">
                    <a16:creationId xmlns:a16="http://schemas.microsoft.com/office/drawing/2014/main" id="{221D6989-5A7F-F283-CDCB-1450D8E20E9B}"/>
                  </a:ext>
                </a:extLst>
              </p:cNvPr>
              <p:cNvSpPr/>
              <p:nvPr/>
            </p:nvSpPr>
            <p:spPr>
              <a:xfrm rot="5400000">
                <a:off x="3825662" y="1779157"/>
                <a:ext cx="36029" cy="9144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7" name="Rectangle: Rounded Corners 712">
                <a:extLst>
                  <a:ext uri="{FF2B5EF4-FFF2-40B4-BE49-F238E27FC236}">
                    <a16:creationId xmlns:a16="http://schemas.microsoft.com/office/drawing/2014/main" id="{2CAD370A-7E3D-AA72-7BD4-9729F7A4A24C}"/>
                  </a:ext>
                </a:extLst>
              </p:cNvPr>
              <p:cNvSpPr/>
              <p:nvPr/>
            </p:nvSpPr>
            <p:spPr>
              <a:xfrm rot="5400000">
                <a:off x="3825662" y="1851056"/>
                <a:ext cx="36029" cy="9144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8" name="Rectangle: Rounded Corners 713">
                <a:extLst>
                  <a:ext uri="{FF2B5EF4-FFF2-40B4-BE49-F238E27FC236}">
                    <a16:creationId xmlns:a16="http://schemas.microsoft.com/office/drawing/2014/main" id="{3F3A2383-9174-42FF-F4CA-BA736496A54D}"/>
                  </a:ext>
                </a:extLst>
              </p:cNvPr>
              <p:cNvSpPr/>
              <p:nvPr/>
            </p:nvSpPr>
            <p:spPr>
              <a:xfrm rot="5400000">
                <a:off x="3825662" y="1712364"/>
                <a:ext cx="36029" cy="9144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9" name="Rectangle: Rounded Corners 714">
                <a:extLst>
                  <a:ext uri="{FF2B5EF4-FFF2-40B4-BE49-F238E27FC236}">
                    <a16:creationId xmlns:a16="http://schemas.microsoft.com/office/drawing/2014/main" id="{47175771-1863-2C21-D215-525987AEE2AE}"/>
                  </a:ext>
                </a:extLst>
              </p:cNvPr>
              <p:cNvSpPr/>
              <p:nvPr/>
            </p:nvSpPr>
            <p:spPr>
              <a:xfrm rot="5400000">
                <a:off x="3458330" y="2123884"/>
                <a:ext cx="36029" cy="9144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CF9200F5-BB0A-51D9-67C4-20E02E841504}"/>
              </a:ext>
            </a:extLst>
          </p:cNvPr>
          <p:cNvPicPr>
            <a:picLocks noChangeAspect="1"/>
          </p:cNvPicPr>
          <p:nvPr/>
        </p:nvPicPr>
        <p:blipFill>
          <a:blip r:embed="rId106"/>
          <a:stretch>
            <a:fillRect/>
          </a:stretch>
        </p:blipFill>
        <p:spPr>
          <a:xfrm>
            <a:off x="971546" y="2555812"/>
            <a:ext cx="404540" cy="40454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FF7C788-8FC3-BF49-AB4A-A788CCF44D88}"/>
              </a:ext>
            </a:extLst>
          </p:cNvPr>
          <p:cNvPicPr>
            <a:picLocks noChangeAspect="1"/>
          </p:cNvPicPr>
          <p:nvPr/>
        </p:nvPicPr>
        <p:blipFill>
          <a:blip r:embed="rId107"/>
          <a:stretch>
            <a:fillRect/>
          </a:stretch>
        </p:blipFill>
        <p:spPr>
          <a:xfrm>
            <a:off x="4050358" y="6134695"/>
            <a:ext cx="470516" cy="47051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CB366EC-1824-9EBB-996F-C729103087B9}"/>
              </a:ext>
            </a:extLst>
          </p:cNvPr>
          <p:cNvPicPr>
            <a:picLocks noChangeAspect="1"/>
          </p:cNvPicPr>
          <p:nvPr/>
        </p:nvPicPr>
        <p:blipFill>
          <a:blip r:embed="rId108"/>
          <a:stretch>
            <a:fillRect/>
          </a:stretch>
        </p:blipFill>
        <p:spPr>
          <a:xfrm>
            <a:off x="4579266" y="769139"/>
            <a:ext cx="518685" cy="51868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B7BF245-EDAC-D3AF-B3B3-24D54228AD5B}"/>
              </a:ext>
            </a:extLst>
          </p:cNvPr>
          <p:cNvPicPr>
            <a:picLocks noChangeAspect="1"/>
          </p:cNvPicPr>
          <p:nvPr/>
        </p:nvPicPr>
        <p:blipFill>
          <a:blip r:embed="rId109"/>
          <a:stretch>
            <a:fillRect/>
          </a:stretch>
        </p:blipFill>
        <p:spPr>
          <a:xfrm>
            <a:off x="4502137" y="3205075"/>
            <a:ext cx="570111" cy="570111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609DC34C-4A88-A260-92BB-AE0B8FB18A17}"/>
              </a:ext>
            </a:extLst>
          </p:cNvPr>
          <p:cNvPicPr>
            <a:picLocks noChangeAspect="1"/>
          </p:cNvPicPr>
          <p:nvPr/>
        </p:nvPicPr>
        <p:blipFill>
          <a:blip r:embed="rId110"/>
          <a:stretch>
            <a:fillRect/>
          </a:stretch>
        </p:blipFill>
        <p:spPr>
          <a:xfrm>
            <a:off x="4574452" y="3807221"/>
            <a:ext cx="462152" cy="462152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9F8B3727-D0B6-0E17-E875-206223CD08E4}"/>
              </a:ext>
            </a:extLst>
          </p:cNvPr>
          <p:cNvGrpSpPr/>
          <p:nvPr/>
        </p:nvGrpSpPr>
        <p:grpSpPr>
          <a:xfrm>
            <a:off x="5794208" y="1626430"/>
            <a:ext cx="704850" cy="704849"/>
            <a:chOff x="6541388" y="9839159"/>
            <a:chExt cx="704850" cy="704849"/>
          </a:xfrm>
        </p:grpSpPr>
        <p:sp>
          <p:nvSpPr>
            <p:cNvPr id="50" name="Freeform: Shape 256">
              <a:extLst>
                <a:ext uri="{FF2B5EF4-FFF2-40B4-BE49-F238E27FC236}">
                  <a16:creationId xmlns:a16="http://schemas.microsoft.com/office/drawing/2014/main" id="{91D66DEC-EE44-13EE-F129-43612A76764D}"/>
                </a:ext>
              </a:extLst>
            </p:cNvPr>
            <p:cNvSpPr/>
            <p:nvPr/>
          </p:nvSpPr>
          <p:spPr>
            <a:xfrm>
              <a:off x="6541388" y="10500003"/>
              <a:ext cx="704850" cy="44005"/>
            </a:xfrm>
            <a:custGeom>
              <a:avLst/>
              <a:gdLst>
                <a:gd name="connsiteX0" fmla="*/ 684176 w 704850"/>
                <a:gd name="connsiteY0" fmla="*/ 459 h 44005"/>
                <a:gd name="connsiteX1" fmla="*/ 23331 w 704850"/>
                <a:gd name="connsiteY1" fmla="*/ 459 h 44005"/>
                <a:gd name="connsiteX2" fmla="*/ 1329 w 704850"/>
                <a:gd name="connsiteY2" fmla="*/ 22462 h 44005"/>
                <a:gd name="connsiteX3" fmla="*/ 23331 w 704850"/>
                <a:gd name="connsiteY3" fmla="*/ 44465 h 44005"/>
                <a:gd name="connsiteX4" fmla="*/ 684176 w 704850"/>
                <a:gd name="connsiteY4" fmla="*/ 44465 h 44005"/>
                <a:gd name="connsiteX5" fmla="*/ 706179 w 704850"/>
                <a:gd name="connsiteY5" fmla="*/ 22462 h 44005"/>
                <a:gd name="connsiteX6" fmla="*/ 684176 w 704850"/>
                <a:gd name="connsiteY6" fmla="*/ 459 h 44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04850" h="44005">
                  <a:moveTo>
                    <a:pt x="684176" y="459"/>
                  </a:moveTo>
                  <a:lnTo>
                    <a:pt x="23331" y="459"/>
                  </a:lnTo>
                  <a:cubicBezTo>
                    <a:pt x="11177" y="459"/>
                    <a:pt x="1329" y="10310"/>
                    <a:pt x="1329" y="22462"/>
                  </a:cubicBezTo>
                  <a:cubicBezTo>
                    <a:pt x="1376" y="34592"/>
                    <a:pt x="11197" y="44412"/>
                    <a:pt x="23331" y="44465"/>
                  </a:cubicBezTo>
                  <a:lnTo>
                    <a:pt x="684176" y="44465"/>
                  </a:lnTo>
                  <a:cubicBezTo>
                    <a:pt x="696301" y="44412"/>
                    <a:pt x="706122" y="34592"/>
                    <a:pt x="706179" y="22462"/>
                  </a:cubicBezTo>
                  <a:cubicBezTo>
                    <a:pt x="706179" y="10310"/>
                    <a:pt x="696330" y="459"/>
                    <a:pt x="684176" y="459"/>
                  </a:cubicBez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257">
              <a:extLst>
                <a:ext uri="{FF2B5EF4-FFF2-40B4-BE49-F238E27FC236}">
                  <a16:creationId xmlns:a16="http://schemas.microsoft.com/office/drawing/2014/main" id="{E1C2EF02-56FE-3BB6-D7CC-82BC9268324A}"/>
                </a:ext>
              </a:extLst>
            </p:cNvPr>
            <p:cNvSpPr/>
            <p:nvPr/>
          </p:nvSpPr>
          <p:spPr>
            <a:xfrm>
              <a:off x="6578060" y="10199299"/>
              <a:ext cx="138683" cy="273462"/>
            </a:xfrm>
            <a:custGeom>
              <a:avLst/>
              <a:gdLst>
                <a:gd name="connsiteX0" fmla="*/ 23426 w 138683"/>
                <a:gd name="connsiteY0" fmla="*/ 273922 h 273462"/>
                <a:gd name="connsiteX1" fmla="*/ 118010 w 138683"/>
                <a:gd name="connsiteY1" fmla="*/ 273922 h 273462"/>
                <a:gd name="connsiteX2" fmla="*/ 140013 w 138683"/>
                <a:gd name="connsiteY2" fmla="*/ 251920 h 273462"/>
                <a:gd name="connsiteX3" fmla="*/ 140013 w 138683"/>
                <a:gd name="connsiteY3" fmla="*/ 22462 h 273462"/>
                <a:gd name="connsiteX4" fmla="*/ 118010 w 138683"/>
                <a:gd name="connsiteY4" fmla="*/ 460 h 273462"/>
                <a:gd name="connsiteX5" fmla="*/ 23426 w 138683"/>
                <a:gd name="connsiteY5" fmla="*/ 460 h 273462"/>
                <a:gd name="connsiteX6" fmla="*/ 1329 w 138683"/>
                <a:gd name="connsiteY6" fmla="*/ 22367 h 273462"/>
                <a:gd name="connsiteX7" fmla="*/ 1329 w 138683"/>
                <a:gd name="connsiteY7" fmla="*/ 22462 h 273462"/>
                <a:gd name="connsiteX8" fmla="*/ 1329 w 138683"/>
                <a:gd name="connsiteY8" fmla="*/ 251920 h 273462"/>
                <a:gd name="connsiteX9" fmla="*/ 23331 w 138683"/>
                <a:gd name="connsiteY9" fmla="*/ 273922 h 273462"/>
                <a:gd name="connsiteX10" fmla="*/ 23426 w 138683"/>
                <a:gd name="connsiteY10" fmla="*/ 273922 h 273462"/>
                <a:gd name="connsiteX11" fmla="*/ 45429 w 138683"/>
                <a:gd name="connsiteY11" fmla="*/ 44465 h 273462"/>
                <a:gd name="connsiteX12" fmla="*/ 95912 w 138683"/>
                <a:gd name="connsiteY12" fmla="*/ 44465 h 273462"/>
                <a:gd name="connsiteX13" fmla="*/ 95912 w 138683"/>
                <a:gd name="connsiteY13" fmla="*/ 229917 h 273462"/>
                <a:gd name="connsiteX14" fmla="*/ 45429 w 138683"/>
                <a:gd name="connsiteY14" fmla="*/ 229917 h 273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8683" h="273462">
                  <a:moveTo>
                    <a:pt x="23426" y="273922"/>
                  </a:moveTo>
                  <a:lnTo>
                    <a:pt x="118010" y="273922"/>
                  </a:lnTo>
                  <a:cubicBezTo>
                    <a:pt x="130164" y="273922"/>
                    <a:pt x="140013" y="264072"/>
                    <a:pt x="140013" y="251920"/>
                  </a:cubicBezTo>
                  <a:lnTo>
                    <a:pt x="140013" y="22462"/>
                  </a:lnTo>
                  <a:cubicBezTo>
                    <a:pt x="140013" y="10308"/>
                    <a:pt x="130164" y="460"/>
                    <a:pt x="118010" y="460"/>
                  </a:cubicBezTo>
                  <a:lnTo>
                    <a:pt x="23426" y="460"/>
                  </a:lnTo>
                  <a:cubicBezTo>
                    <a:pt x="11272" y="402"/>
                    <a:pt x="1385" y="10213"/>
                    <a:pt x="1329" y="22367"/>
                  </a:cubicBezTo>
                  <a:cubicBezTo>
                    <a:pt x="1329" y="22396"/>
                    <a:pt x="1329" y="22434"/>
                    <a:pt x="1329" y="22462"/>
                  </a:cubicBezTo>
                  <a:lnTo>
                    <a:pt x="1329" y="251920"/>
                  </a:lnTo>
                  <a:cubicBezTo>
                    <a:pt x="1329" y="264072"/>
                    <a:pt x="11177" y="273922"/>
                    <a:pt x="23331" y="273922"/>
                  </a:cubicBezTo>
                  <a:cubicBezTo>
                    <a:pt x="23360" y="273922"/>
                    <a:pt x="23398" y="273922"/>
                    <a:pt x="23426" y="273922"/>
                  </a:cubicBezTo>
                  <a:close/>
                  <a:moveTo>
                    <a:pt x="45429" y="44465"/>
                  </a:moveTo>
                  <a:lnTo>
                    <a:pt x="95912" y="44465"/>
                  </a:lnTo>
                  <a:lnTo>
                    <a:pt x="95912" y="229917"/>
                  </a:lnTo>
                  <a:lnTo>
                    <a:pt x="45429" y="229917"/>
                  </a:ln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258">
              <a:extLst>
                <a:ext uri="{FF2B5EF4-FFF2-40B4-BE49-F238E27FC236}">
                  <a16:creationId xmlns:a16="http://schemas.microsoft.com/office/drawing/2014/main" id="{C6621D5A-840B-9591-94C4-2C07F456AB08}"/>
                </a:ext>
              </a:extLst>
            </p:cNvPr>
            <p:cNvSpPr/>
            <p:nvPr/>
          </p:nvSpPr>
          <p:spPr>
            <a:xfrm>
              <a:off x="6742366" y="10091095"/>
              <a:ext cx="138683" cy="381666"/>
            </a:xfrm>
            <a:custGeom>
              <a:avLst/>
              <a:gdLst>
                <a:gd name="connsiteX0" fmla="*/ 23331 w 138683"/>
                <a:gd name="connsiteY0" fmla="*/ 459 h 381666"/>
                <a:gd name="connsiteX1" fmla="*/ 1329 w 138683"/>
                <a:gd name="connsiteY1" fmla="*/ 22462 h 381666"/>
                <a:gd name="connsiteX2" fmla="*/ 1329 w 138683"/>
                <a:gd name="connsiteY2" fmla="*/ 360123 h 381666"/>
                <a:gd name="connsiteX3" fmla="*/ 23331 w 138683"/>
                <a:gd name="connsiteY3" fmla="*/ 382126 h 381666"/>
                <a:gd name="connsiteX4" fmla="*/ 117914 w 138683"/>
                <a:gd name="connsiteY4" fmla="*/ 382126 h 381666"/>
                <a:gd name="connsiteX5" fmla="*/ 140013 w 138683"/>
                <a:gd name="connsiteY5" fmla="*/ 360219 h 381666"/>
                <a:gd name="connsiteX6" fmla="*/ 140013 w 138683"/>
                <a:gd name="connsiteY6" fmla="*/ 360123 h 381666"/>
                <a:gd name="connsiteX7" fmla="*/ 140013 w 138683"/>
                <a:gd name="connsiteY7" fmla="*/ 22462 h 381666"/>
                <a:gd name="connsiteX8" fmla="*/ 117914 w 138683"/>
                <a:gd name="connsiteY8" fmla="*/ 459 h 381666"/>
                <a:gd name="connsiteX9" fmla="*/ 95912 w 138683"/>
                <a:gd name="connsiteY9" fmla="*/ 338121 h 381666"/>
                <a:gd name="connsiteX10" fmla="*/ 45715 w 138683"/>
                <a:gd name="connsiteY10" fmla="*/ 338121 h 381666"/>
                <a:gd name="connsiteX11" fmla="*/ 45715 w 138683"/>
                <a:gd name="connsiteY11" fmla="*/ 44465 h 381666"/>
                <a:gd name="connsiteX12" fmla="*/ 96197 w 138683"/>
                <a:gd name="connsiteY12" fmla="*/ 44465 h 38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8683" h="381666">
                  <a:moveTo>
                    <a:pt x="23331" y="459"/>
                  </a:moveTo>
                  <a:cubicBezTo>
                    <a:pt x="11206" y="507"/>
                    <a:pt x="1385" y="10327"/>
                    <a:pt x="1329" y="22462"/>
                  </a:cubicBezTo>
                  <a:lnTo>
                    <a:pt x="1329" y="360123"/>
                  </a:lnTo>
                  <a:cubicBezTo>
                    <a:pt x="1329" y="372275"/>
                    <a:pt x="11177" y="382126"/>
                    <a:pt x="23331" y="382126"/>
                  </a:cubicBezTo>
                  <a:lnTo>
                    <a:pt x="117914" y="382126"/>
                  </a:lnTo>
                  <a:cubicBezTo>
                    <a:pt x="130068" y="382178"/>
                    <a:pt x="139955" y="372371"/>
                    <a:pt x="140013" y="360219"/>
                  </a:cubicBezTo>
                  <a:cubicBezTo>
                    <a:pt x="140013" y="360190"/>
                    <a:pt x="140013" y="360152"/>
                    <a:pt x="140013" y="360123"/>
                  </a:cubicBezTo>
                  <a:lnTo>
                    <a:pt x="140013" y="22462"/>
                  </a:lnTo>
                  <a:cubicBezTo>
                    <a:pt x="139965" y="10299"/>
                    <a:pt x="130078" y="459"/>
                    <a:pt x="117914" y="459"/>
                  </a:cubicBezTo>
                  <a:close/>
                  <a:moveTo>
                    <a:pt x="95912" y="338121"/>
                  </a:moveTo>
                  <a:lnTo>
                    <a:pt x="45715" y="338121"/>
                  </a:lnTo>
                  <a:lnTo>
                    <a:pt x="45715" y="44465"/>
                  </a:lnTo>
                  <a:lnTo>
                    <a:pt x="96197" y="44465"/>
                  </a:ln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259">
              <a:extLst>
                <a:ext uri="{FF2B5EF4-FFF2-40B4-BE49-F238E27FC236}">
                  <a16:creationId xmlns:a16="http://schemas.microsoft.com/office/drawing/2014/main" id="{AC592BBE-ED0D-2E0E-6996-AA26E910A9B0}"/>
                </a:ext>
              </a:extLst>
            </p:cNvPr>
            <p:cNvSpPr/>
            <p:nvPr/>
          </p:nvSpPr>
          <p:spPr>
            <a:xfrm>
              <a:off x="6906672" y="10155103"/>
              <a:ext cx="138589" cy="317659"/>
            </a:xfrm>
            <a:custGeom>
              <a:avLst/>
              <a:gdLst>
                <a:gd name="connsiteX0" fmla="*/ 23332 w 138589"/>
                <a:gd name="connsiteY0" fmla="*/ 460 h 317659"/>
                <a:gd name="connsiteX1" fmla="*/ 1329 w 138589"/>
                <a:gd name="connsiteY1" fmla="*/ 22272 h 317659"/>
                <a:gd name="connsiteX2" fmla="*/ 1329 w 138589"/>
                <a:gd name="connsiteY2" fmla="*/ 22462 h 317659"/>
                <a:gd name="connsiteX3" fmla="*/ 1329 w 138589"/>
                <a:gd name="connsiteY3" fmla="*/ 296116 h 317659"/>
                <a:gd name="connsiteX4" fmla="*/ 23141 w 138589"/>
                <a:gd name="connsiteY4" fmla="*/ 318118 h 317659"/>
                <a:gd name="connsiteX5" fmla="*/ 23332 w 138589"/>
                <a:gd name="connsiteY5" fmla="*/ 318118 h 317659"/>
                <a:gd name="connsiteX6" fmla="*/ 117915 w 138589"/>
                <a:gd name="connsiteY6" fmla="*/ 318118 h 317659"/>
                <a:gd name="connsiteX7" fmla="*/ 139917 w 138589"/>
                <a:gd name="connsiteY7" fmla="*/ 296306 h 317659"/>
                <a:gd name="connsiteX8" fmla="*/ 139917 w 138589"/>
                <a:gd name="connsiteY8" fmla="*/ 296116 h 317659"/>
                <a:gd name="connsiteX9" fmla="*/ 139917 w 138589"/>
                <a:gd name="connsiteY9" fmla="*/ 22462 h 317659"/>
                <a:gd name="connsiteX10" fmla="*/ 118105 w 138589"/>
                <a:gd name="connsiteY10" fmla="*/ 460 h 317659"/>
                <a:gd name="connsiteX11" fmla="*/ 117915 w 138589"/>
                <a:gd name="connsiteY11" fmla="*/ 460 h 317659"/>
                <a:gd name="connsiteX12" fmla="*/ 95912 w 138589"/>
                <a:gd name="connsiteY12" fmla="*/ 274113 h 317659"/>
                <a:gd name="connsiteX13" fmla="*/ 45334 w 138589"/>
                <a:gd name="connsiteY13" fmla="*/ 274113 h 317659"/>
                <a:gd name="connsiteX14" fmla="*/ 45334 w 138589"/>
                <a:gd name="connsiteY14" fmla="*/ 44465 h 317659"/>
                <a:gd name="connsiteX15" fmla="*/ 95912 w 138589"/>
                <a:gd name="connsiteY15" fmla="*/ 44465 h 317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8589" h="317659">
                  <a:moveTo>
                    <a:pt x="23332" y="460"/>
                  </a:moveTo>
                  <a:cubicBezTo>
                    <a:pt x="11235" y="402"/>
                    <a:pt x="1386" y="10175"/>
                    <a:pt x="1329" y="22272"/>
                  </a:cubicBezTo>
                  <a:cubicBezTo>
                    <a:pt x="1329" y="22338"/>
                    <a:pt x="1329" y="22396"/>
                    <a:pt x="1329" y="22462"/>
                  </a:cubicBezTo>
                  <a:lnTo>
                    <a:pt x="1329" y="296116"/>
                  </a:lnTo>
                  <a:cubicBezTo>
                    <a:pt x="1271" y="308214"/>
                    <a:pt x="11044" y="318066"/>
                    <a:pt x="23141" y="318118"/>
                  </a:cubicBezTo>
                  <a:cubicBezTo>
                    <a:pt x="23208" y="318118"/>
                    <a:pt x="23265" y="318118"/>
                    <a:pt x="23332" y="318118"/>
                  </a:cubicBezTo>
                  <a:lnTo>
                    <a:pt x="117915" y="318118"/>
                  </a:lnTo>
                  <a:cubicBezTo>
                    <a:pt x="130011" y="318171"/>
                    <a:pt x="139860" y="308406"/>
                    <a:pt x="139917" y="296306"/>
                  </a:cubicBezTo>
                  <a:cubicBezTo>
                    <a:pt x="139917" y="296239"/>
                    <a:pt x="139917" y="296182"/>
                    <a:pt x="139917" y="296116"/>
                  </a:cubicBezTo>
                  <a:lnTo>
                    <a:pt x="139917" y="22462"/>
                  </a:lnTo>
                  <a:cubicBezTo>
                    <a:pt x="139974" y="10365"/>
                    <a:pt x="130202" y="517"/>
                    <a:pt x="118105" y="460"/>
                  </a:cubicBezTo>
                  <a:cubicBezTo>
                    <a:pt x="118039" y="460"/>
                    <a:pt x="117981" y="460"/>
                    <a:pt x="117915" y="460"/>
                  </a:cubicBezTo>
                  <a:close/>
                  <a:moveTo>
                    <a:pt x="95912" y="274113"/>
                  </a:moveTo>
                  <a:lnTo>
                    <a:pt x="45334" y="274113"/>
                  </a:lnTo>
                  <a:lnTo>
                    <a:pt x="45334" y="44465"/>
                  </a:lnTo>
                  <a:lnTo>
                    <a:pt x="95912" y="44465"/>
                  </a:ln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260">
              <a:extLst>
                <a:ext uri="{FF2B5EF4-FFF2-40B4-BE49-F238E27FC236}">
                  <a16:creationId xmlns:a16="http://schemas.microsoft.com/office/drawing/2014/main" id="{FD85686E-2F1E-7528-C4BE-B92E97D20D18}"/>
                </a:ext>
              </a:extLst>
            </p:cNvPr>
            <p:cNvSpPr/>
            <p:nvPr/>
          </p:nvSpPr>
          <p:spPr>
            <a:xfrm>
              <a:off x="7070883" y="10032326"/>
              <a:ext cx="138683" cy="440912"/>
            </a:xfrm>
            <a:custGeom>
              <a:avLst/>
              <a:gdLst>
                <a:gd name="connsiteX0" fmla="*/ 23331 w 138683"/>
                <a:gd name="connsiteY0" fmla="*/ 459 h 440912"/>
                <a:gd name="connsiteX1" fmla="*/ 1329 w 138683"/>
                <a:gd name="connsiteY1" fmla="*/ 22462 h 440912"/>
                <a:gd name="connsiteX2" fmla="*/ 1329 w 138683"/>
                <a:gd name="connsiteY2" fmla="*/ 419369 h 440912"/>
                <a:gd name="connsiteX3" fmla="*/ 23331 w 138683"/>
                <a:gd name="connsiteY3" fmla="*/ 441372 h 440912"/>
                <a:gd name="connsiteX4" fmla="*/ 117914 w 138683"/>
                <a:gd name="connsiteY4" fmla="*/ 441372 h 440912"/>
                <a:gd name="connsiteX5" fmla="*/ 140013 w 138683"/>
                <a:gd name="connsiteY5" fmla="*/ 419464 h 440912"/>
                <a:gd name="connsiteX6" fmla="*/ 140013 w 138683"/>
                <a:gd name="connsiteY6" fmla="*/ 419369 h 440912"/>
                <a:gd name="connsiteX7" fmla="*/ 140013 w 138683"/>
                <a:gd name="connsiteY7" fmla="*/ 22462 h 440912"/>
                <a:gd name="connsiteX8" fmla="*/ 117914 w 138683"/>
                <a:gd name="connsiteY8" fmla="*/ 459 h 440912"/>
                <a:gd name="connsiteX9" fmla="*/ 95912 w 138683"/>
                <a:gd name="connsiteY9" fmla="*/ 397366 h 440912"/>
                <a:gd name="connsiteX10" fmla="*/ 45429 w 138683"/>
                <a:gd name="connsiteY10" fmla="*/ 397366 h 440912"/>
                <a:gd name="connsiteX11" fmla="*/ 45429 w 138683"/>
                <a:gd name="connsiteY11" fmla="*/ 44941 h 440912"/>
                <a:gd name="connsiteX12" fmla="*/ 95912 w 138683"/>
                <a:gd name="connsiteY12" fmla="*/ 44941 h 440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8683" h="440912">
                  <a:moveTo>
                    <a:pt x="23331" y="459"/>
                  </a:moveTo>
                  <a:cubicBezTo>
                    <a:pt x="11206" y="507"/>
                    <a:pt x="1385" y="10327"/>
                    <a:pt x="1329" y="22462"/>
                  </a:cubicBezTo>
                  <a:lnTo>
                    <a:pt x="1329" y="419369"/>
                  </a:lnTo>
                  <a:cubicBezTo>
                    <a:pt x="1329" y="431521"/>
                    <a:pt x="11177" y="441372"/>
                    <a:pt x="23331" y="441372"/>
                  </a:cubicBezTo>
                  <a:lnTo>
                    <a:pt x="117914" y="441372"/>
                  </a:lnTo>
                  <a:cubicBezTo>
                    <a:pt x="130068" y="441424"/>
                    <a:pt x="139955" y="431616"/>
                    <a:pt x="140013" y="419464"/>
                  </a:cubicBezTo>
                  <a:cubicBezTo>
                    <a:pt x="140013" y="419435"/>
                    <a:pt x="140013" y="419397"/>
                    <a:pt x="140013" y="419369"/>
                  </a:cubicBezTo>
                  <a:lnTo>
                    <a:pt x="140013" y="22462"/>
                  </a:lnTo>
                  <a:cubicBezTo>
                    <a:pt x="139965" y="10299"/>
                    <a:pt x="130078" y="459"/>
                    <a:pt x="117914" y="459"/>
                  </a:cubicBezTo>
                  <a:close/>
                  <a:moveTo>
                    <a:pt x="95912" y="397366"/>
                  </a:moveTo>
                  <a:lnTo>
                    <a:pt x="45429" y="397366"/>
                  </a:lnTo>
                  <a:lnTo>
                    <a:pt x="45429" y="44941"/>
                  </a:lnTo>
                  <a:lnTo>
                    <a:pt x="95912" y="44941"/>
                  </a:ln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261">
              <a:extLst>
                <a:ext uri="{FF2B5EF4-FFF2-40B4-BE49-F238E27FC236}">
                  <a16:creationId xmlns:a16="http://schemas.microsoft.com/office/drawing/2014/main" id="{412FE8BF-F607-8875-FD73-EE8756D0CE38}"/>
                </a:ext>
              </a:extLst>
            </p:cNvPr>
            <p:cNvSpPr/>
            <p:nvPr/>
          </p:nvSpPr>
          <p:spPr>
            <a:xfrm>
              <a:off x="6577965" y="9839159"/>
              <a:ext cx="631983" cy="313372"/>
            </a:xfrm>
            <a:custGeom>
              <a:avLst/>
              <a:gdLst>
                <a:gd name="connsiteX0" fmla="*/ 70766 w 631983"/>
                <a:gd name="connsiteY0" fmla="*/ 313832 h 313372"/>
                <a:gd name="connsiteX1" fmla="*/ 140108 w 631983"/>
                <a:gd name="connsiteY1" fmla="*/ 244490 h 313372"/>
                <a:gd name="connsiteX2" fmla="*/ 135631 w 631983"/>
                <a:gd name="connsiteY2" fmla="*/ 220773 h 313372"/>
                <a:gd name="connsiteX3" fmla="*/ 197543 w 631983"/>
                <a:gd name="connsiteY3" fmla="*/ 171147 h 313372"/>
                <a:gd name="connsiteX4" fmla="*/ 235072 w 631983"/>
                <a:gd name="connsiteY4" fmla="*/ 182291 h 313372"/>
                <a:gd name="connsiteX5" fmla="*/ 287555 w 631983"/>
                <a:gd name="connsiteY5" fmla="*/ 157812 h 313372"/>
                <a:gd name="connsiteX6" fmla="*/ 330417 w 631983"/>
                <a:gd name="connsiteY6" fmla="*/ 174862 h 313372"/>
                <a:gd name="connsiteX7" fmla="*/ 330417 w 631983"/>
                <a:gd name="connsiteY7" fmla="*/ 178767 h 313372"/>
                <a:gd name="connsiteX8" fmla="*/ 399664 w 631983"/>
                <a:gd name="connsiteY8" fmla="*/ 248109 h 313372"/>
                <a:gd name="connsiteX9" fmla="*/ 469006 w 631983"/>
                <a:gd name="connsiteY9" fmla="*/ 178767 h 313372"/>
                <a:gd name="connsiteX10" fmla="*/ 466434 w 631983"/>
                <a:gd name="connsiteY10" fmla="*/ 160956 h 313372"/>
                <a:gd name="connsiteX11" fmla="*/ 521679 w 631983"/>
                <a:gd name="connsiteY11" fmla="*/ 124284 h 313372"/>
                <a:gd name="connsiteX12" fmla="*/ 563970 w 631983"/>
                <a:gd name="connsiteY12" fmla="*/ 139143 h 313372"/>
                <a:gd name="connsiteX13" fmla="*/ 633312 w 631983"/>
                <a:gd name="connsiteY13" fmla="*/ 69801 h 313372"/>
                <a:gd name="connsiteX14" fmla="*/ 563970 w 631983"/>
                <a:gd name="connsiteY14" fmla="*/ 459 h 313372"/>
                <a:gd name="connsiteX15" fmla="*/ 494628 w 631983"/>
                <a:gd name="connsiteY15" fmla="*/ 69801 h 313372"/>
                <a:gd name="connsiteX16" fmla="*/ 497295 w 631983"/>
                <a:gd name="connsiteY16" fmla="*/ 87613 h 313372"/>
                <a:gd name="connsiteX17" fmla="*/ 441955 w 631983"/>
                <a:gd name="connsiteY17" fmla="*/ 124284 h 313372"/>
                <a:gd name="connsiteX18" fmla="*/ 399664 w 631983"/>
                <a:gd name="connsiteY18" fmla="*/ 109520 h 313372"/>
                <a:gd name="connsiteX19" fmla="*/ 347277 w 631983"/>
                <a:gd name="connsiteY19" fmla="*/ 134000 h 313372"/>
                <a:gd name="connsiteX20" fmla="*/ 304319 w 631983"/>
                <a:gd name="connsiteY20" fmla="*/ 116950 h 313372"/>
                <a:gd name="connsiteX21" fmla="*/ 304319 w 631983"/>
                <a:gd name="connsiteY21" fmla="*/ 113045 h 313372"/>
                <a:gd name="connsiteX22" fmla="*/ 234976 w 631983"/>
                <a:gd name="connsiteY22" fmla="*/ 43703 h 313372"/>
                <a:gd name="connsiteX23" fmla="*/ 165635 w 631983"/>
                <a:gd name="connsiteY23" fmla="*/ 113045 h 313372"/>
                <a:gd name="connsiteX24" fmla="*/ 170016 w 631983"/>
                <a:gd name="connsiteY24" fmla="*/ 136667 h 313372"/>
                <a:gd name="connsiteX25" fmla="*/ 108199 w 631983"/>
                <a:gd name="connsiteY25" fmla="*/ 186292 h 313372"/>
                <a:gd name="connsiteX26" fmla="*/ 70670 w 631983"/>
                <a:gd name="connsiteY26" fmla="*/ 175148 h 313372"/>
                <a:gd name="connsiteX27" fmla="*/ 1329 w 631983"/>
                <a:gd name="connsiteY27" fmla="*/ 244490 h 313372"/>
                <a:gd name="connsiteX28" fmla="*/ 70766 w 631983"/>
                <a:gd name="connsiteY28" fmla="*/ 313832 h 313372"/>
                <a:gd name="connsiteX29" fmla="*/ 563589 w 631983"/>
                <a:gd name="connsiteY29" fmla="*/ 44560 h 313372"/>
                <a:gd name="connsiteX30" fmla="*/ 588830 w 631983"/>
                <a:gd name="connsiteY30" fmla="*/ 69801 h 313372"/>
                <a:gd name="connsiteX31" fmla="*/ 563589 w 631983"/>
                <a:gd name="connsiteY31" fmla="*/ 95042 h 313372"/>
                <a:gd name="connsiteX32" fmla="*/ 538348 w 631983"/>
                <a:gd name="connsiteY32" fmla="*/ 69801 h 313372"/>
                <a:gd name="connsiteX33" fmla="*/ 563589 w 631983"/>
                <a:gd name="connsiteY33" fmla="*/ 44560 h 313372"/>
                <a:gd name="connsiteX34" fmla="*/ 399283 w 631983"/>
                <a:gd name="connsiteY34" fmla="*/ 153526 h 313372"/>
                <a:gd name="connsiteX35" fmla="*/ 424620 w 631983"/>
                <a:gd name="connsiteY35" fmla="*/ 178767 h 313372"/>
                <a:gd name="connsiteX36" fmla="*/ 399283 w 631983"/>
                <a:gd name="connsiteY36" fmla="*/ 204104 h 313372"/>
                <a:gd name="connsiteX37" fmla="*/ 374042 w 631983"/>
                <a:gd name="connsiteY37" fmla="*/ 178767 h 313372"/>
                <a:gd name="connsiteX38" fmla="*/ 375946 w 631983"/>
                <a:gd name="connsiteY38" fmla="*/ 169242 h 313372"/>
                <a:gd name="connsiteX39" fmla="*/ 375946 w 631983"/>
                <a:gd name="connsiteY39" fmla="*/ 169242 h 313372"/>
                <a:gd name="connsiteX40" fmla="*/ 375946 w 631983"/>
                <a:gd name="connsiteY40" fmla="*/ 168671 h 313372"/>
                <a:gd name="connsiteX41" fmla="*/ 399283 w 631983"/>
                <a:gd name="connsiteY41" fmla="*/ 153526 h 313372"/>
                <a:gd name="connsiteX42" fmla="*/ 235072 w 631983"/>
                <a:gd name="connsiteY42" fmla="*/ 87708 h 313372"/>
                <a:gd name="connsiteX43" fmla="*/ 260313 w 631983"/>
                <a:gd name="connsiteY43" fmla="*/ 113045 h 313372"/>
                <a:gd name="connsiteX44" fmla="*/ 258504 w 631983"/>
                <a:gd name="connsiteY44" fmla="*/ 122570 h 313372"/>
                <a:gd name="connsiteX45" fmla="*/ 258504 w 631983"/>
                <a:gd name="connsiteY45" fmla="*/ 122570 h 313372"/>
                <a:gd name="connsiteX46" fmla="*/ 258504 w 631983"/>
                <a:gd name="connsiteY46" fmla="*/ 123237 h 313372"/>
                <a:gd name="connsiteX47" fmla="*/ 235453 w 631983"/>
                <a:gd name="connsiteY47" fmla="*/ 138381 h 313372"/>
                <a:gd name="connsiteX48" fmla="*/ 210212 w 631983"/>
                <a:gd name="connsiteY48" fmla="*/ 113140 h 313372"/>
                <a:gd name="connsiteX49" fmla="*/ 235072 w 631983"/>
                <a:gd name="connsiteY49" fmla="*/ 87708 h 313372"/>
                <a:gd name="connsiteX50" fmla="*/ 70766 w 631983"/>
                <a:gd name="connsiteY50" fmla="*/ 219249 h 313372"/>
                <a:gd name="connsiteX51" fmla="*/ 96007 w 631983"/>
                <a:gd name="connsiteY51" fmla="*/ 244490 h 313372"/>
                <a:gd name="connsiteX52" fmla="*/ 70766 w 631983"/>
                <a:gd name="connsiteY52" fmla="*/ 269731 h 313372"/>
                <a:gd name="connsiteX53" fmla="*/ 45524 w 631983"/>
                <a:gd name="connsiteY53" fmla="*/ 244490 h 313372"/>
                <a:gd name="connsiteX54" fmla="*/ 70766 w 631983"/>
                <a:gd name="connsiteY54" fmla="*/ 219249 h 313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31983" h="313372">
                  <a:moveTo>
                    <a:pt x="70766" y="313832"/>
                  </a:moveTo>
                  <a:cubicBezTo>
                    <a:pt x="109037" y="313775"/>
                    <a:pt x="140050" y="282761"/>
                    <a:pt x="140108" y="244490"/>
                  </a:cubicBezTo>
                  <a:cubicBezTo>
                    <a:pt x="140050" y="236384"/>
                    <a:pt x="138527" y="228345"/>
                    <a:pt x="135631" y="220773"/>
                  </a:cubicBezTo>
                  <a:lnTo>
                    <a:pt x="197543" y="171147"/>
                  </a:lnTo>
                  <a:cubicBezTo>
                    <a:pt x="208707" y="178424"/>
                    <a:pt x="221746" y="182301"/>
                    <a:pt x="235072" y="182291"/>
                  </a:cubicBezTo>
                  <a:cubicBezTo>
                    <a:pt x="255312" y="182215"/>
                    <a:pt x="274496" y="173271"/>
                    <a:pt x="287555" y="157812"/>
                  </a:cubicBezTo>
                  <a:lnTo>
                    <a:pt x="330417" y="174862"/>
                  </a:lnTo>
                  <a:cubicBezTo>
                    <a:pt x="330417" y="176195"/>
                    <a:pt x="330417" y="177434"/>
                    <a:pt x="330417" y="178767"/>
                  </a:cubicBezTo>
                  <a:cubicBezTo>
                    <a:pt x="330417" y="217029"/>
                    <a:pt x="361402" y="248052"/>
                    <a:pt x="399664" y="248109"/>
                  </a:cubicBezTo>
                  <a:cubicBezTo>
                    <a:pt x="437964" y="248109"/>
                    <a:pt x="469006" y="217067"/>
                    <a:pt x="469006" y="178767"/>
                  </a:cubicBezTo>
                  <a:cubicBezTo>
                    <a:pt x="468930" y="172747"/>
                    <a:pt x="468072" y="166756"/>
                    <a:pt x="466434" y="160956"/>
                  </a:cubicBezTo>
                  <a:lnTo>
                    <a:pt x="521679" y="124284"/>
                  </a:lnTo>
                  <a:cubicBezTo>
                    <a:pt x="533709" y="133838"/>
                    <a:pt x="548606" y="139077"/>
                    <a:pt x="563970" y="139143"/>
                  </a:cubicBezTo>
                  <a:cubicBezTo>
                    <a:pt x="602242" y="139086"/>
                    <a:pt x="633255" y="108073"/>
                    <a:pt x="633312" y="69801"/>
                  </a:cubicBezTo>
                  <a:cubicBezTo>
                    <a:pt x="633264" y="31530"/>
                    <a:pt x="602242" y="516"/>
                    <a:pt x="563970" y="459"/>
                  </a:cubicBezTo>
                  <a:cubicBezTo>
                    <a:pt x="525699" y="516"/>
                    <a:pt x="494685" y="31530"/>
                    <a:pt x="494628" y="69801"/>
                  </a:cubicBezTo>
                  <a:cubicBezTo>
                    <a:pt x="494685" y="75831"/>
                    <a:pt x="495580" y="81831"/>
                    <a:pt x="497295" y="87613"/>
                  </a:cubicBezTo>
                  <a:lnTo>
                    <a:pt x="441955" y="124284"/>
                  </a:lnTo>
                  <a:cubicBezTo>
                    <a:pt x="429915" y="114759"/>
                    <a:pt x="415018" y="109559"/>
                    <a:pt x="399664" y="109520"/>
                  </a:cubicBezTo>
                  <a:cubicBezTo>
                    <a:pt x="379461" y="109616"/>
                    <a:pt x="360307" y="118560"/>
                    <a:pt x="347277" y="134000"/>
                  </a:cubicBezTo>
                  <a:lnTo>
                    <a:pt x="304319" y="116950"/>
                  </a:lnTo>
                  <a:cubicBezTo>
                    <a:pt x="304319" y="115616"/>
                    <a:pt x="304319" y="114378"/>
                    <a:pt x="304319" y="113045"/>
                  </a:cubicBezTo>
                  <a:cubicBezTo>
                    <a:pt x="304271" y="74773"/>
                    <a:pt x="273248" y="43760"/>
                    <a:pt x="234976" y="43703"/>
                  </a:cubicBezTo>
                  <a:cubicBezTo>
                    <a:pt x="196705" y="43760"/>
                    <a:pt x="165692" y="74773"/>
                    <a:pt x="165635" y="113045"/>
                  </a:cubicBezTo>
                  <a:cubicBezTo>
                    <a:pt x="165720" y="121112"/>
                    <a:pt x="167197" y="129104"/>
                    <a:pt x="170016" y="136667"/>
                  </a:cubicBezTo>
                  <a:lnTo>
                    <a:pt x="108199" y="186292"/>
                  </a:lnTo>
                  <a:cubicBezTo>
                    <a:pt x="97016" y="179053"/>
                    <a:pt x="83986" y="175186"/>
                    <a:pt x="70670" y="175148"/>
                  </a:cubicBezTo>
                  <a:cubicBezTo>
                    <a:pt x="32399" y="175205"/>
                    <a:pt x="1385" y="206218"/>
                    <a:pt x="1329" y="244490"/>
                  </a:cubicBezTo>
                  <a:cubicBezTo>
                    <a:pt x="1376" y="282799"/>
                    <a:pt x="32456" y="313832"/>
                    <a:pt x="70766" y="313832"/>
                  </a:cubicBezTo>
                  <a:close/>
                  <a:moveTo>
                    <a:pt x="563589" y="44560"/>
                  </a:moveTo>
                  <a:cubicBezTo>
                    <a:pt x="577533" y="44560"/>
                    <a:pt x="588830" y="55857"/>
                    <a:pt x="588830" y="69801"/>
                  </a:cubicBezTo>
                  <a:cubicBezTo>
                    <a:pt x="588830" y="83746"/>
                    <a:pt x="577533" y="95042"/>
                    <a:pt x="563589" y="95042"/>
                  </a:cubicBezTo>
                  <a:cubicBezTo>
                    <a:pt x="549645" y="95042"/>
                    <a:pt x="538348" y="83746"/>
                    <a:pt x="538348" y="69801"/>
                  </a:cubicBezTo>
                  <a:cubicBezTo>
                    <a:pt x="538348" y="55857"/>
                    <a:pt x="549645" y="44560"/>
                    <a:pt x="563589" y="44560"/>
                  </a:cubicBezTo>
                  <a:close/>
                  <a:moveTo>
                    <a:pt x="399283" y="153526"/>
                  </a:moveTo>
                  <a:cubicBezTo>
                    <a:pt x="413237" y="153526"/>
                    <a:pt x="424562" y="164813"/>
                    <a:pt x="424620" y="178767"/>
                  </a:cubicBezTo>
                  <a:cubicBezTo>
                    <a:pt x="424620" y="192759"/>
                    <a:pt x="413275" y="204104"/>
                    <a:pt x="399283" y="204104"/>
                  </a:cubicBezTo>
                  <a:cubicBezTo>
                    <a:pt x="385329" y="204047"/>
                    <a:pt x="374042" y="192721"/>
                    <a:pt x="374042" y="178767"/>
                  </a:cubicBezTo>
                  <a:cubicBezTo>
                    <a:pt x="374032" y="175500"/>
                    <a:pt x="374680" y="172262"/>
                    <a:pt x="375946" y="169242"/>
                  </a:cubicBezTo>
                  <a:lnTo>
                    <a:pt x="375946" y="169242"/>
                  </a:lnTo>
                  <a:cubicBezTo>
                    <a:pt x="375946" y="169242"/>
                    <a:pt x="375946" y="169242"/>
                    <a:pt x="375946" y="168671"/>
                  </a:cubicBezTo>
                  <a:cubicBezTo>
                    <a:pt x="379995" y="159403"/>
                    <a:pt x="389177" y="153450"/>
                    <a:pt x="399283" y="153526"/>
                  </a:cubicBezTo>
                  <a:close/>
                  <a:moveTo>
                    <a:pt x="235072" y="87708"/>
                  </a:moveTo>
                  <a:cubicBezTo>
                    <a:pt x="249026" y="87765"/>
                    <a:pt x="260313" y="99091"/>
                    <a:pt x="260313" y="113045"/>
                  </a:cubicBezTo>
                  <a:cubicBezTo>
                    <a:pt x="260303" y="116302"/>
                    <a:pt x="259694" y="119531"/>
                    <a:pt x="258504" y="122570"/>
                  </a:cubicBezTo>
                  <a:lnTo>
                    <a:pt x="258504" y="122570"/>
                  </a:lnTo>
                  <a:cubicBezTo>
                    <a:pt x="258504" y="122570"/>
                    <a:pt x="258504" y="123046"/>
                    <a:pt x="258504" y="123237"/>
                  </a:cubicBezTo>
                  <a:cubicBezTo>
                    <a:pt x="254465" y="132371"/>
                    <a:pt x="245444" y="138295"/>
                    <a:pt x="235453" y="138381"/>
                  </a:cubicBezTo>
                  <a:cubicBezTo>
                    <a:pt x="221508" y="138381"/>
                    <a:pt x="210212" y="127085"/>
                    <a:pt x="210212" y="113140"/>
                  </a:cubicBezTo>
                  <a:cubicBezTo>
                    <a:pt x="210107" y="99272"/>
                    <a:pt x="221203" y="87918"/>
                    <a:pt x="235072" y="87708"/>
                  </a:cubicBezTo>
                  <a:close/>
                  <a:moveTo>
                    <a:pt x="70766" y="219249"/>
                  </a:moveTo>
                  <a:cubicBezTo>
                    <a:pt x="84710" y="219249"/>
                    <a:pt x="96007" y="230545"/>
                    <a:pt x="96007" y="244490"/>
                  </a:cubicBezTo>
                  <a:cubicBezTo>
                    <a:pt x="96007" y="258434"/>
                    <a:pt x="84710" y="269731"/>
                    <a:pt x="70766" y="269731"/>
                  </a:cubicBezTo>
                  <a:cubicBezTo>
                    <a:pt x="56821" y="269731"/>
                    <a:pt x="45524" y="258434"/>
                    <a:pt x="45524" y="244490"/>
                  </a:cubicBezTo>
                  <a:cubicBezTo>
                    <a:pt x="45524" y="230545"/>
                    <a:pt x="56821" y="219249"/>
                    <a:pt x="70766" y="219249"/>
                  </a:cubicBez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95822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B96DDA0-9B8F-3CB6-8555-F358A7EA4E39}"/>
              </a:ext>
            </a:extLst>
          </p:cNvPr>
          <p:cNvSpPr/>
          <p:nvPr/>
        </p:nvSpPr>
        <p:spPr>
          <a:xfrm>
            <a:off x="512602" y="865108"/>
            <a:ext cx="2404872" cy="4572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Aptos" panose="020B0004020202020204" pitchFamily="34" charset="0"/>
              </a:rPr>
              <a:t>Growth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35931F-405E-0452-AFB0-FEF1BA7B3316}"/>
              </a:ext>
            </a:extLst>
          </p:cNvPr>
          <p:cNvSpPr/>
          <p:nvPr/>
        </p:nvSpPr>
        <p:spPr>
          <a:xfrm>
            <a:off x="512602" y="2910316"/>
            <a:ext cx="2404872" cy="4572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Aptos" panose="020B0004020202020204" pitchFamily="34" charset="0"/>
              </a:rPr>
              <a:t>Money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3ECE45-BEAE-A8A4-7E7D-852FDC282A39}"/>
              </a:ext>
            </a:extLst>
          </p:cNvPr>
          <p:cNvSpPr/>
          <p:nvPr/>
        </p:nvSpPr>
        <p:spPr>
          <a:xfrm>
            <a:off x="512602" y="4934188"/>
            <a:ext cx="2404872" cy="4572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Aptos" panose="020B0004020202020204" pitchFamily="34" charset="0"/>
              </a:rPr>
              <a:t>Time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D124CC-3FEE-5375-9FB5-C6901C07C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2032" y="834366"/>
            <a:ext cx="518684" cy="5186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EC40735-376D-754C-A262-46AB7DC457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3420" y="860156"/>
            <a:ext cx="470516" cy="4705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0E0718-7A90-4345-C36A-F3A442EEA8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2671" y="834365"/>
            <a:ext cx="518685" cy="5186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FEBF359-83EE-0139-BF97-80FE28CEFA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4771" y="834365"/>
            <a:ext cx="570111" cy="5701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809E247-C8CD-9A8D-7B6B-98B7E11BD0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3075" y="860156"/>
            <a:ext cx="462152" cy="462152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60BC333B-F715-5E22-AF1B-65E77E036F16}"/>
              </a:ext>
            </a:extLst>
          </p:cNvPr>
          <p:cNvGrpSpPr/>
          <p:nvPr/>
        </p:nvGrpSpPr>
        <p:grpSpPr>
          <a:xfrm>
            <a:off x="6160546" y="799764"/>
            <a:ext cx="500222" cy="522544"/>
            <a:chOff x="6541388" y="9839159"/>
            <a:chExt cx="704850" cy="704849"/>
          </a:xfrm>
        </p:grpSpPr>
        <p:sp>
          <p:nvSpPr>
            <p:cNvPr id="11" name="Freeform: Shape 256">
              <a:extLst>
                <a:ext uri="{FF2B5EF4-FFF2-40B4-BE49-F238E27FC236}">
                  <a16:creationId xmlns:a16="http://schemas.microsoft.com/office/drawing/2014/main" id="{30AE2D67-C875-A036-15D3-B1FAC07439B4}"/>
                </a:ext>
              </a:extLst>
            </p:cNvPr>
            <p:cNvSpPr/>
            <p:nvPr/>
          </p:nvSpPr>
          <p:spPr>
            <a:xfrm>
              <a:off x="6541388" y="10500003"/>
              <a:ext cx="704850" cy="44005"/>
            </a:xfrm>
            <a:custGeom>
              <a:avLst/>
              <a:gdLst>
                <a:gd name="connsiteX0" fmla="*/ 684176 w 704850"/>
                <a:gd name="connsiteY0" fmla="*/ 459 h 44005"/>
                <a:gd name="connsiteX1" fmla="*/ 23331 w 704850"/>
                <a:gd name="connsiteY1" fmla="*/ 459 h 44005"/>
                <a:gd name="connsiteX2" fmla="*/ 1329 w 704850"/>
                <a:gd name="connsiteY2" fmla="*/ 22462 h 44005"/>
                <a:gd name="connsiteX3" fmla="*/ 23331 w 704850"/>
                <a:gd name="connsiteY3" fmla="*/ 44465 h 44005"/>
                <a:gd name="connsiteX4" fmla="*/ 684176 w 704850"/>
                <a:gd name="connsiteY4" fmla="*/ 44465 h 44005"/>
                <a:gd name="connsiteX5" fmla="*/ 706179 w 704850"/>
                <a:gd name="connsiteY5" fmla="*/ 22462 h 44005"/>
                <a:gd name="connsiteX6" fmla="*/ 684176 w 704850"/>
                <a:gd name="connsiteY6" fmla="*/ 459 h 44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04850" h="44005">
                  <a:moveTo>
                    <a:pt x="684176" y="459"/>
                  </a:moveTo>
                  <a:lnTo>
                    <a:pt x="23331" y="459"/>
                  </a:lnTo>
                  <a:cubicBezTo>
                    <a:pt x="11177" y="459"/>
                    <a:pt x="1329" y="10310"/>
                    <a:pt x="1329" y="22462"/>
                  </a:cubicBezTo>
                  <a:cubicBezTo>
                    <a:pt x="1376" y="34592"/>
                    <a:pt x="11197" y="44412"/>
                    <a:pt x="23331" y="44465"/>
                  </a:cubicBezTo>
                  <a:lnTo>
                    <a:pt x="684176" y="44465"/>
                  </a:lnTo>
                  <a:cubicBezTo>
                    <a:pt x="696301" y="44412"/>
                    <a:pt x="706122" y="34592"/>
                    <a:pt x="706179" y="22462"/>
                  </a:cubicBezTo>
                  <a:cubicBezTo>
                    <a:pt x="706179" y="10310"/>
                    <a:pt x="696330" y="459"/>
                    <a:pt x="684176" y="459"/>
                  </a:cubicBez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257">
              <a:extLst>
                <a:ext uri="{FF2B5EF4-FFF2-40B4-BE49-F238E27FC236}">
                  <a16:creationId xmlns:a16="http://schemas.microsoft.com/office/drawing/2014/main" id="{C3245BA9-0AD3-C1B4-77FA-58A14C6DA6E5}"/>
                </a:ext>
              </a:extLst>
            </p:cNvPr>
            <p:cNvSpPr/>
            <p:nvPr/>
          </p:nvSpPr>
          <p:spPr>
            <a:xfrm>
              <a:off x="6578060" y="10199299"/>
              <a:ext cx="138683" cy="273462"/>
            </a:xfrm>
            <a:custGeom>
              <a:avLst/>
              <a:gdLst>
                <a:gd name="connsiteX0" fmla="*/ 23426 w 138683"/>
                <a:gd name="connsiteY0" fmla="*/ 273922 h 273462"/>
                <a:gd name="connsiteX1" fmla="*/ 118010 w 138683"/>
                <a:gd name="connsiteY1" fmla="*/ 273922 h 273462"/>
                <a:gd name="connsiteX2" fmla="*/ 140013 w 138683"/>
                <a:gd name="connsiteY2" fmla="*/ 251920 h 273462"/>
                <a:gd name="connsiteX3" fmla="*/ 140013 w 138683"/>
                <a:gd name="connsiteY3" fmla="*/ 22462 h 273462"/>
                <a:gd name="connsiteX4" fmla="*/ 118010 w 138683"/>
                <a:gd name="connsiteY4" fmla="*/ 460 h 273462"/>
                <a:gd name="connsiteX5" fmla="*/ 23426 w 138683"/>
                <a:gd name="connsiteY5" fmla="*/ 460 h 273462"/>
                <a:gd name="connsiteX6" fmla="*/ 1329 w 138683"/>
                <a:gd name="connsiteY6" fmla="*/ 22367 h 273462"/>
                <a:gd name="connsiteX7" fmla="*/ 1329 w 138683"/>
                <a:gd name="connsiteY7" fmla="*/ 22462 h 273462"/>
                <a:gd name="connsiteX8" fmla="*/ 1329 w 138683"/>
                <a:gd name="connsiteY8" fmla="*/ 251920 h 273462"/>
                <a:gd name="connsiteX9" fmla="*/ 23331 w 138683"/>
                <a:gd name="connsiteY9" fmla="*/ 273922 h 273462"/>
                <a:gd name="connsiteX10" fmla="*/ 23426 w 138683"/>
                <a:gd name="connsiteY10" fmla="*/ 273922 h 273462"/>
                <a:gd name="connsiteX11" fmla="*/ 45429 w 138683"/>
                <a:gd name="connsiteY11" fmla="*/ 44465 h 273462"/>
                <a:gd name="connsiteX12" fmla="*/ 95912 w 138683"/>
                <a:gd name="connsiteY12" fmla="*/ 44465 h 273462"/>
                <a:gd name="connsiteX13" fmla="*/ 95912 w 138683"/>
                <a:gd name="connsiteY13" fmla="*/ 229917 h 273462"/>
                <a:gd name="connsiteX14" fmla="*/ 45429 w 138683"/>
                <a:gd name="connsiteY14" fmla="*/ 229917 h 273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8683" h="273462">
                  <a:moveTo>
                    <a:pt x="23426" y="273922"/>
                  </a:moveTo>
                  <a:lnTo>
                    <a:pt x="118010" y="273922"/>
                  </a:lnTo>
                  <a:cubicBezTo>
                    <a:pt x="130164" y="273922"/>
                    <a:pt x="140013" y="264072"/>
                    <a:pt x="140013" y="251920"/>
                  </a:cubicBezTo>
                  <a:lnTo>
                    <a:pt x="140013" y="22462"/>
                  </a:lnTo>
                  <a:cubicBezTo>
                    <a:pt x="140013" y="10308"/>
                    <a:pt x="130164" y="460"/>
                    <a:pt x="118010" y="460"/>
                  </a:cubicBezTo>
                  <a:lnTo>
                    <a:pt x="23426" y="460"/>
                  </a:lnTo>
                  <a:cubicBezTo>
                    <a:pt x="11272" y="402"/>
                    <a:pt x="1385" y="10213"/>
                    <a:pt x="1329" y="22367"/>
                  </a:cubicBezTo>
                  <a:cubicBezTo>
                    <a:pt x="1329" y="22396"/>
                    <a:pt x="1329" y="22434"/>
                    <a:pt x="1329" y="22462"/>
                  </a:cubicBezTo>
                  <a:lnTo>
                    <a:pt x="1329" y="251920"/>
                  </a:lnTo>
                  <a:cubicBezTo>
                    <a:pt x="1329" y="264072"/>
                    <a:pt x="11177" y="273922"/>
                    <a:pt x="23331" y="273922"/>
                  </a:cubicBezTo>
                  <a:cubicBezTo>
                    <a:pt x="23360" y="273922"/>
                    <a:pt x="23398" y="273922"/>
                    <a:pt x="23426" y="273922"/>
                  </a:cubicBezTo>
                  <a:close/>
                  <a:moveTo>
                    <a:pt x="45429" y="44465"/>
                  </a:moveTo>
                  <a:lnTo>
                    <a:pt x="95912" y="44465"/>
                  </a:lnTo>
                  <a:lnTo>
                    <a:pt x="95912" y="229917"/>
                  </a:lnTo>
                  <a:lnTo>
                    <a:pt x="45429" y="229917"/>
                  </a:ln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258">
              <a:extLst>
                <a:ext uri="{FF2B5EF4-FFF2-40B4-BE49-F238E27FC236}">
                  <a16:creationId xmlns:a16="http://schemas.microsoft.com/office/drawing/2014/main" id="{A0115F3A-72C9-5FCA-E413-819CD4DBE3E7}"/>
                </a:ext>
              </a:extLst>
            </p:cNvPr>
            <p:cNvSpPr/>
            <p:nvPr/>
          </p:nvSpPr>
          <p:spPr>
            <a:xfrm>
              <a:off x="6742366" y="10091095"/>
              <a:ext cx="138683" cy="381666"/>
            </a:xfrm>
            <a:custGeom>
              <a:avLst/>
              <a:gdLst>
                <a:gd name="connsiteX0" fmla="*/ 23331 w 138683"/>
                <a:gd name="connsiteY0" fmla="*/ 459 h 381666"/>
                <a:gd name="connsiteX1" fmla="*/ 1329 w 138683"/>
                <a:gd name="connsiteY1" fmla="*/ 22462 h 381666"/>
                <a:gd name="connsiteX2" fmla="*/ 1329 w 138683"/>
                <a:gd name="connsiteY2" fmla="*/ 360123 h 381666"/>
                <a:gd name="connsiteX3" fmla="*/ 23331 w 138683"/>
                <a:gd name="connsiteY3" fmla="*/ 382126 h 381666"/>
                <a:gd name="connsiteX4" fmla="*/ 117914 w 138683"/>
                <a:gd name="connsiteY4" fmla="*/ 382126 h 381666"/>
                <a:gd name="connsiteX5" fmla="*/ 140013 w 138683"/>
                <a:gd name="connsiteY5" fmla="*/ 360219 h 381666"/>
                <a:gd name="connsiteX6" fmla="*/ 140013 w 138683"/>
                <a:gd name="connsiteY6" fmla="*/ 360123 h 381666"/>
                <a:gd name="connsiteX7" fmla="*/ 140013 w 138683"/>
                <a:gd name="connsiteY7" fmla="*/ 22462 h 381666"/>
                <a:gd name="connsiteX8" fmla="*/ 117914 w 138683"/>
                <a:gd name="connsiteY8" fmla="*/ 459 h 381666"/>
                <a:gd name="connsiteX9" fmla="*/ 95912 w 138683"/>
                <a:gd name="connsiteY9" fmla="*/ 338121 h 381666"/>
                <a:gd name="connsiteX10" fmla="*/ 45715 w 138683"/>
                <a:gd name="connsiteY10" fmla="*/ 338121 h 381666"/>
                <a:gd name="connsiteX11" fmla="*/ 45715 w 138683"/>
                <a:gd name="connsiteY11" fmla="*/ 44465 h 381666"/>
                <a:gd name="connsiteX12" fmla="*/ 96197 w 138683"/>
                <a:gd name="connsiteY12" fmla="*/ 44465 h 38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8683" h="381666">
                  <a:moveTo>
                    <a:pt x="23331" y="459"/>
                  </a:moveTo>
                  <a:cubicBezTo>
                    <a:pt x="11206" y="507"/>
                    <a:pt x="1385" y="10327"/>
                    <a:pt x="1329" y="22462"/>
                  </a:cubicBezTo>
                  <a:lnTo>
                    <a:pt x="1329" y="360123"/>
                  </a:lnTo>
                  <a:cubicBezTo>
                    <a:pt x="1329" y="372275"/>
                    <a:pt x="11177" y="382126"/>
                    <a:pt x="23331" y="382126"/>
                  </a:cubicBezTo>
                  <a:lnTo>
                    <a:pt x="117914" y="382126"/>
                  </a:lnTo>
                  <a:cubicBezTo>
                    <a:pt x="130068" y="382178"/>
                    <a:pt x="139955" y="372371"/>
                    <a:pt x="140013" y="360219"/>
                  </a:cubicBezTo>
                  <a:cubicBezTo>
                    <a:pt x="140013" y="360190"/>
                    <a:pt x="140013" y="360152"/>
                    <a:pt x="140013" y="360123"/>
                  </a:cubicBezTo>
                  <a:lnTo>
                    <a:pt x="140013" y="22462"/>
                  </a:lnTo>
                  <a:cubicBezTo>
                    <a:pt x="139965" y="10299"/>
                    <a:pt x="130078" y="459"/>
                    <a:pt x="117914" y="459"/>
                  </a:cubicBezTo>
                  <a:close/>
                  <a:moveTo>
                    <a:pt x="95912" y="338121"/>
                  </a:moveTo>
                  <a:lnTo>
                    <a:pt x="45715" y="338121"/>
                  </a:lnTo>
                  <a:lnTo>
                    <a:pt x="45715" y="44465"/>
                  </a:lnTo>
                  <a:lnTo>
                    <a:pt x="96197" y="44465"/>
                  </a:ln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259">
              <a:extLst>
                <a:ext uri="{FF2B5EF4-FFF2-40B4-BE49-F238E27FC236}">
                  <a16:creationId xmlns:a16="http://schemas.microsoft.com/office/drawing/2014/main" id="{CDE2A3A1-D1A6-1282-AF0A-B759929568F9}"/>
                </a:ext>
              </a:extLst>
            </p:cNvPr>
            <p:cNvSpPr/>
            <p:nvPr/>
          </p:nvSpPr>
          <p:spPr>
            <a:xfrm>
              <a:off x="6906672" y="10155103"/>
              <a:ext cx="138589" cy="317659"/>
            </a:xfrm>
            <a:custGeom>
              <a:avLst/>
              <a:gdLst>
                <a:gd name="connsiteX0" fmla="*/ 23332 w 138589"/>
                <a:gd name="connsiteY0" fmla="*/ 460 h 317659"/>
                <a:gd name="connsiteX1" fmla="*/ 1329 w 138589"/>
                <a:gd name="connsiteY1" fmla="*/ 22272 h 317659"/>
                <a:gd name="connsiteX2" fmla="*/ 1329 w 138589"/>
                <a:gd name="connsiteY2" fmla="*/ 22462 h 317659"/>
                <a:gd name="connsiteX3" fmla="*/ 1329 w 138589"/>
                <a:gd name="connsiteY3" fmla="*/ 296116 h 317659"/>
                <a:gd name="connsiteX4" fmla="*/ 23141 w 138589"/>
                <a:gd name="connsiteY4" fmla="*/ 318118 h 317659"/>
                <a:gd name="connsiteX5" fmla="*/ 23332 w 138589"/>
                <a:gd name="connsiteY5" fmla="*/ 318118 h 317659"/>
                <a:gd name="connsiteX6" fmla="*/ 117915 w 138589"/>
                <a:gd name="connsiteY6" fmla="*/ 318118 h 317659"/>
                <a:gd name="connsiteX7" fmla="*/ 139917 w 138589"/>
                <a:gd name="connsiteY7" fmla="*/ 296306 h 317659"/>
                <a:gd name="connsiteX8" fmla="*/ 139917 w 138589"/>
                <a:gd name="connsiteY8" fmla="*/ 296116 h 317659"/>
                <a:gd name="connsiteX9" fmla="*/ 139917 w 138589"/>
                <a:gd name="connsiteY9" fmla="*/ 22462 h 317659"/>
                <a:gd name="connsiteX10" fmla="*/ 118105 w 138589"/>
                <a:gd name="connsiteY10" fmla="*/ 460 h 317659"/>
                <a:gd name="connsiteX11" fmla="*/ 117915 w 138589"/>
                <a:gd name="connsiteY11" fmla="*/ 460 h 317659"/>
                <a:gd name="connsiteX12" fmla="*/ 95912 w 138589"/>
                <a:gd name="connsiteY12" fmla="*/ 274113 h 317659"/>
                <a:gd name="connsiteX13" fmla="*/ 45334 w 138589"/>
                <a:gd name="connsiteY13" fmla="*/ 274113 h 317659"/>
                <a:gd name="connsiteX14" fmla="*/ 45334 w 138589"/>
                <a:gd name="connsiteY14" fmla="*/ 44465 h 317659"/>
                <a:gd name="connsiteX15" fmla="*/ 95912 w 138589"/>
                <a:gd name="connsiteY15" fmla="*/ 44465 h 317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8589" h="317659">
                  <a:moveTo>
                    <a:pt x="23332" y="460"/>
                  </a:moveTo>
                  <a:cubicBezTo>
                    <a:pt x="11235" y="402"/>
                    <a:pt x="1386" y="10175"/>
                    <a:pt x="1329" y="22272"/>
                  </a:cubicBezTo>
                  <a:cubicBezTo>
                    <a:pt x="1329" y="22338"/>
                    <a:pt x="1329" y="22396"/>
                    <a:pt x="1329" y="22462"/>
                  </a:cubicBezTo>
                  <a:lnTo>
                    <a:pt x="1329" y="296116"/>
                  </a:lnTo>
                  <a:cubicBezTo>
                    <a:pt x="1271" y="308214"/>
                    <a:pt x="11044" y="318066"/>
                    <a:pt x="23141" y="318118"/>
                  </a:cubicBezTo>
                  <a:cubicBezTo>
                    <a:pt x="23208" y="318118"/>
                    <a:pt x="23265" y="318118"/>
                    <a:pt x="23332" y="318118"/>
                  </a:cubicBezTo>
                  <a:lnTo>
                    <a:pt x="117915" y="318118"/>
                  </a:lnTo>
                  <a:cubicBezTo>
                    <a:pt x="130011" y="318171"/>
                    <a:pt x="139860" y="308406"/>
                    <a:pt x="139917" y="296306"/>
                  </a:cubicBezTo>
                  <a:cubicBezTo>
                    <a:pt x="139917" y="296239"/>
                    <a:pt x="139917" y="296182"/>
                    <a:pt x="139917" y="296116"/>
                  </a:cubicBezTo>
                  <a:lnTo>
                    <a:pt x="139917" y="22462"/>
                  </a:lnTo>
                  <a:cubicBezTo>
                    <a:pt x="139974" y="10365"/>
                    <a:pt x="130202" y="517"/>
                    <a:pt x="118105" y="460"/>
                  </a:cubicBezTo>
                  <a:cubicBezTo>
                    <a:pt x="118039" y="460"/>
                    <a:pt x="117981" y="460"/>
                    <a:pt x="117915" y="460"/>
                  </a:cubicBezTo>
                  <a:close/>
                  <a:moveTo>
                    <a:pt x="95912" y="274113"/>
                  </a:moveTo>
                  <a:lnTo>
                    <a:pt x="45334" y="274113"/>
                  </a:lnTo>
                  <a:lnTo>
                    <a:pt x="45334" y="44465"/>
                  </a:lnTo>
                  <a:lnTo>
                    <a:pt x="95912" y="44465"/>
                  </a:ln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260">
              <a:extLst>
                <a:ext uri="{FF2B5EF4-FFF2-40B4-BE49-F238E27FC236}">
                  <a16:creationId xmlns:a16="http://schemas.microsoft.com/office/drawing/2014/main" id="{60B9D2E2-556F-BD09-95D7-3705A9549D58}"/>
                </a:ext>
              </a:extLst>
            </p:cNvPr>
            <p:cNvSpPr/>
            <p:nvPr/>
          </p:nvSpPr>
          <p:spPr>
            <a:xfrm>
              <a:off x="7070883" y="10032326"/>
              <a:ext cx="138683" cy="440912"/>
            </a:xfrm>
            <a:custGeom>
              <a:avLst/>
              <a:gdLst>
                <a:gd name="connsiteX0" fmla="*/ 23331 w 138683"/>
                <a:gd name="connsiteY0" fmla="*/ 459 h 440912"/>
                <a:gd name="connsiteX1" fmla="*/ 1329 w 138683"/>
                <a:gd name="connsiteY1" fmla="*/ 22462 h 440912"/>
                <a:gd name="connsiteX2" fmla="*/ 1329 w 138683"/>
                <a:gd name="connsiteY2" fmla="*/ 419369 h 440912"/>
                <a:gd name="connsiteX3" fmla="*/ 23331 w 138683"/>
                <a:gd name="connsiteY3" fmla="*/ 441372 h 440912"/>
                <a:gd name="connsiteX4" fmla="*/ 117914 w 138683"/>
                <a:gd name="connsiteY4" fmla="*/ 441372 h 440912"/>
                <a:gd name="connsiteX5" fmla="*/ 140013 w 138683"/>
                <a:gd name="connsiteY5" fmla="*/ 419464 h 440912"/>
                <a:gd name="connsiteX6" fmla="*/ 140013 w 138683"/>
                <a:gd name="connsiteY6" fmla="*/ 419369 h 440912"/>
                <a:gd name="connsiteX7" fmla="*/ 140013 w 138683"/>
                <a:gd name="connsiteY7" fmla="*/ 22462 h 440912"/>
                <a:gd name="connsiteX8" fmla="*/ 117914 w 138683"/>
                <a:gd name="connsiteY8" fmla="*/ 459 h 440912"/>
                <a:gd name="connsiteX9" fmla="*/ 95912 w 138683"/>
                <a:gd name="connsiteY9" fmla="*/ 397366 h 440912"/>
                <a:gd name="connsiteX10" fmla="*/ 45429 w 138683"/>
                <a:gd name="connsiteY10" fmla="*/ 397366 h 440912"/>
                <a:gd name="connsiteX11" fmla="*/ 45429 w 138683"/>
                <a:gd name="connsiteY11" fmla="*/ 44941 h 440912"/>
                <a:gd name="connsiteX12" fmla="*/ 95912 w 138683"/>
                <a:gd name="connsiteY12" fmla="*/ 44941 h 440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8683" h="440912">
                  <a:moveTo>
                    <a:pt x="23331" y="459"/>
                  </a:moveTo>
                  <a:cubicBezTo>
                    <a:pt x="11206" y="507"/>
                    <a:pt x="1385" y="10327"/>
                    <a:pt x="1329" y="22462"/>
                  </a:cubicBezTo>
                  <a:lnTo>
                    <a:pt x="1329" y="419369"/>
                  </a:lnTo>
                  <a:cubicBezTo>
                    <a:pt x="1329" y="431521"/>
                    <a:pt x="11177" y="441372"/>
                    <a:pt x="23331" y="441372"/>
                  </a:cubicBezTo>
                  <a:lnTo>
                    <a:pt x="117914" y="441372"/>
                  </a:lnTo>
                  <a:cubicBezTo>
                    <a:pt x="130068" y="441424"/>
                    <a:pt x="139955" y="431616"/>
                    <a:pt x="140013" y="419464"/>
                  </a:cubicBezTo>
                  <a:cubicBezTo>
                    <a:pt x="140013" y="419435"/>
                    <a:pt x="140013" y="419397"/>
                    <a:pt x="140013" y="419369"/>
                  </a:cubicBezTo>
                  <a:lnTo>
                    <a:pt x="140013" y="22462"/>
                  </a:lnTo>
                  <a:cubicBezTo>
                    <a:pt x="139965" y="10299"/>
                    <a:pt x="130078" y="459"/>
                    <a:pt x="117914" y="459"/>
                  </a:cubicBezTo>
                  <a:close/>
                  <a:moveTo>
                    <a:pt x="95912" y="397366"/>
                  </a:moveTo>
                  <a:lnTo>
                    <a:pt x="45429" y="397366"/>
                  </a:lnTo>
                  <a:lnTo>
                    <a:pt x="45429" y="44941"/>
                  </a:lnTo>
                  <a:lnTo>
                    <a:pt x="95912" y="44941"/>
                  </a:ln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261">
              <a:extLst>
                <a:ext uri="{FF2B5EF4-FFF2-40B4-BE49-F238E27FC236}">
                  <a16:creationId xmlns:a16="http://schemas.microsoft.com/office/drawing/2014/main" id="{FF00C8FB-9F55-BFA3-3421-88AFA02919BF}"/>
                </a:ext>
              </a:extLst>
            </p:cNvPr>
            <p:cNvSpPr/>
            <p:nvPr/>
          </p:nvSpPr>
          <p:spPr>
            <a:xfrm>
              <a:off x="6577965" y="9839159"/>
              <a:ext cx="631983" cy="313372"/>
            </a:xfrm>
            <a:custGeom>
              <a:avLst/>
              <a:gdLst>
                <a:gd name="connsiteX0" fmla="*/ 70766 w 631983"/>
                <a:gd name="connsiteY0" fmla="*/ 313832 h 313372"/>
                <a:gd name="connsiteX1" fmla="*/ 140108 w 631983"/>
                <a:gd name="connsiteY1" fmla="*/ 244490 h 313372"/>
                <a:gd name="connsiteX2" fmla="*/ 135631 w 631983"/>
                <a:gd name="connsiteY2" fmla="*/ 220773 h 313372"/>
                <a:gd name="connsiteX3" fmla="*/ 197543 w 631983"/>
                <a:gd name="connsiteY3" fmla="*/ 171147 h 313372"/>
                <a:gd name="connsiteX4" fmla="*/ 235072 w 631983"/>
                <a:gd name="connsiteY4" fmla="*/ 182291 h 313372"/>
                <a:gd name="connsiteX5" fmla="*/ 287555 w 631983"/>
                <a:gd name="connsiteY5" fmla="*/ 157812 h 313372"/>
                <a:gd name="connsiteX6" fmla="*/ 330417 w 631983"/>
                <a:gd name="connsiteY6" fmla="*/ 174862 h 313372"/>
                <a:gd name="connsiteX7" fmla="*/ 330417 w 631983"/>
                <a:gd name="connsiteY7" fmla="*/ 178767 h 313372"/>
                <a:gd name="connsiteX8" fmla="*/ 399664 w 631983"/>
                <a:gd name="connsiteY8" fmla="*/ 248109 h 313372"/>
                <a:gd name="connsiteX9" fmla="*/ 469006 w 631983"/>
                <a:gd name="connsiteY9" fmla="*/ 178767 h 313372"/>
                <a:gd name="connsiteX10" fmla="*/ 466434 w 631983"/>
                <a:gd name="connsiteY10" fmla="*/ 160956 h 313372"/>
                <a:gd name="connsiteX11" fmla="*/ 521679 w 631983"/>
                <a:gd name="connsiteY11" fmla="*/ 124284 h 313372"/>
                <a:gd name="connsiteX12" fmla="*/ 563970 w 631983"/>
                <a:gd name="connsiteY12" fmla="*/ 139143 h 313372"/>
                <a:gd name="connsiteX13" fmla="*/ 633312 w 631983"/>
                <a:gd name="connsiteY13" fmla="*/ 69801 h 313372"/>
                <a:gd name="connsiteX14" fmla="*/ 563970 w 631983"/>
                <a:gd name="connsiteY14" fmla="*/ 459 h 313372"/>
                <a:gd name="connsiteX15" fmla="*/ 494628 w 631983"/>
                <a:gd name="connsiteY15" fmla="*/ 69801 h 313372"/>
                <a:gd name="connsiteX16" fmla="*/ 497295 w 631983"/>
                <a:gd name="connsiteY16" fmla="*/ 87613 h 313372"/>
                <a:gd name="connsiteX17" fmla="*/ 441955 w 631983"/>
                <a:gd name="connsiteY17" fmla="*/ 124284 h 313372"/>
                <a:gd name="connsiteX18" fmla="*/ 399664 w 631983"/>
                <a:gd name="connsiteY18" fmla="*/ 109520 h 313372"/>
                <a:gd name="connsiteX19" fmla="*/ 347277 w 631983"/>
                <a:gd name="connsiteY19" fmla="*/ 134000 h 313372"/>
                <a:gd name="connsiteX20" fmla="*/ 304319 w 631983"/>
                <a:gd name="connsiteY20" fmla="*/ 116950 h 313372"/>
                <a:gd name="connsiteX21" fmla="*/ 304319 w 631983"/>
                <a:gd name="connsiteY21" fmla="*/ 113045 h 313372"/>
                <a:gd name="connsiteX22" fmla="*/ 234976 w 631983"/>
                <a:gd name="connsiteY22" fmla="*/ 43703 h 313372"/>
                <a:gd name="connsiteX23" fmla="*/ 165635 w 631983"/>
                <a:gd name="connsiteY23" fmla="*/ 113045 h 313372"/>
                <a:gd name="connsiteX24" fmla="*/ 170016 w 631983"/>
                <a:gd name="connsiteY24" fmla="*/ 136667 h 313372"/>
                <a:gd name="connsiteX25" fmla="*/ 108199 w 631983"/>
                <a:gd name="connsiteY25" fmla="*/ 186292 h 313372"/>
                <a:gd name="connsiteX26" fmla="*/ 70670 w 631983"/>
                <a:gd name="connsiteY26" fmla="*/ 175148 h 313372"/>
                <a:gd name="connsiteX27" fmla="*/ 1329 w 631983"/>
                <a:gd name="connsiteY27" fmla="*/ 244490 h 313372"/>
                <a:gd name="connsiteX28" fmla="*/ 70766 w 631983"/>
                <a:gd name="connsiteY28" fmla="*/ 313832 h 313372"/>
                <a:gd name="connsiteX29" fmla="*/ 563589 w 631983"/>
                <a:gd name="connsiteY29" fmla="*/ 44560 h 313372"/>
                <a:gd name="connsiteX30" fmla="*/ 588830 w 631983"/>
                <a:gd name="connsiteY30" fmla="*/ 69801 h 313372"/>
                <a:gd name="connsiteX31" fmla="*/ 563589 w 631983"/>
                <a:gd name="connsiteY31" fmla="*/ 95042 h 313372"/>
                <a:gd name="connsiteX32" fmla="*/ 538348 w 631983"/>
                <a:gd name="connsiteY32" fmla="*/ 69801 h 313372"/>
                <a:gd name="connsiteX33" fmla="*/ 563589 w 631983"/>
                <a:gd name="connsiteY33" fmla="*/ 44560 h 313372"/>
                <a:gd name="connsiteX34" fmla="*/ 399283 w 631983"/>
                <a:gd name="connsiteY34" fmla="*/ 153526 h 313372"/>
                <a:gd name="connsiteX35" fmla="*/ 424620 w 631983"/>
                <a:gd name="connsiteY35" fmla="*/ 178767 h 313372"/>
                <a:gd name="connsiteX36" fmla="*/ 399283 w 631983"/>
                <a:gd name="connsiteY36" fmla="*/ 204104 h 313372"/>
                <a:gd name="connsiteX37" fmla="*/ 374042 w 631983"/>
                <a:gd name="connsiteY37" fmla="*/ 178767 h 313372"/>
                <a:gd name="connsiteX38" fmla="*/ 375946 w 631983"/>
                <a:gd name="connsiteY38" fmla="*/ 169242 h 313372"/>
                <a:gd name="connsiteX39" fmla="*/ 375946 w 631983"/>
                <a:gd name="connsiteY39" fmla="*/ 169242 h 313372"/>
                <a:gd name="connsiteX40" fmla="*/ 375946 w 631983"/>
                <a:gd name="connsiteY40" fmla="*/ 168671 h 313372"/>
                <a:gd name="connsiteX41" fmla="*/ 399283 w 631983"/>
                <a:gd name="connsiteY41" fmla="*/ 153526 h 313372"/>
                <a:gd name="connsiteX42" fmla="*/ 235072 w 631983"/>
                <a:gd name="connsiteY42" fmla="*/ 87708 h 313372"/>
                <a:gd name="connsiteX43" fmla="*/ 260313 w 631983"/>
                <a:gd name="connsiteY43" fmla="*/ 113045 h 313372"/>
                <a:gd name="connsiteX44" fmla="*/ 258504 w 631983"/>
                <a:gd name="connsiteY44" fmla="*/ 122570 h 313372"/>
                <a:gd name="connsiteX45" fmla="*/ 258504 w 631983"/>
                <a:gd name="connsiteY45" fmla="*/ 122570 h 313372"/>
                <a:gd name="connsiteX46" fmla="*/ 258504 w 631983"/>
                <a:gd name="connsiteY46" fmla="*/ 123237 h 313372"/>
                <a:gd name="connsiteX47" fmla="*/ 235453 w 631983"/>
                <a:gd name="connsiteY47" fmla="*/ 138381 h 313372"/>
                <a:gd name="connsiteX48" fmla="*/ 210212 w 631983"/>
                <a:gd name="connsiteY48" fmla="*/ 113140 h 313372"/>
                <a:gd name="connsiteX49" fmla="*/ 235072 w 631983"/>
                <a:gd name="connsiteY49" fmla="*/ 87708 h 313372"/>
                <a:gd name="connsiteX50" fmla="*/ 70766 w 631983"/>
                <a:gd name="connsiteY50" fmla="*/ 219249 h 313372"/>
                <a:gd name="connsiteX51" fmla="*/ 96007 w 631983"/>
                <a:gd name="connsiteY51" fmla="*/ 244490 h 313372"/>
                <a:gd name="connsiteX52" fmla="*/ 70766 w 631983"/>
                <a:gd name="connsiteY52" fmla="*/ 269731 h 313372"/>
                <a:gd name="connsiteX53" fmla="*/ 45524 w 631983"/>
                <a:gd name="connsiteY53" fmla="*/ 244490 h 313372"/>
                <a:gd name="connsiteX54" fmla="*/ 70766 w 631983"/>
                <a:gd name="connsiteY54" fmla="*/ 219249 h 313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31983" h="313372">
                  <a:moveTo>
                    <a:pt x="70766" y="313832"/>
                  </a:moveTo>
                  <a:cubicBezTo>
                    <a:pt x="109037" y="313775"/>
                    <a:pt x="140050" y="282761"/>
                    <a:pt x="140108" y="244490"/>
                  </a:cubicBezTo>
                  <a:cubicBezTo>
                    <a:pt x="140050" y="236384"/>
                    <a:pt x="138527" y="228345"/>
                    <a:pt x="135631" y="220773"/>
                  </a:cubicBezTo>
                  <a:lnTo>
                    <a:pt x="197543" y="171147"/>
                  </a:lnTo>
                  <a:cubicBezTo>
                    <a:pt x="208707" y="178424"/>
                    <a:pt x="221746" y="182301"/>
                    <a:pt x="235072" y="182291"/>
                  </a:cubicBezTo>
                  <a:cubicBezTo>
                    <a:pt x="255312" y="182215"/>
                    <a:pt x="274496" y="173271"/>
                    <a:pt x="287555" y="157812"/>
                  </a:cubicBezTo>
                  <a:lnTo>
                    <a:pt x="330417" y="174862"/>
                  </a:lnTo>
                  <a:cubicBezTo>
                    <a:pt x="330417" y="176195"/>
                    <a:pt x="330417" y="177434"/>
                    <a:pt x="330417" y="178767"/>
                  </a:cubicBezTo>
                  <a:cubicBezTo>
                    <a:pt x="330417" y="217029"/>
                    <a:pt x="361402" y="248052"/>
                    <a:pt x="399664" y="248109"/>
                  </a:cubicBezTo>
                  <a:cubicBezTo>
                    <a:pt x="437964" y="248109"/>
                    <a:pt x="469006" y="217067"/>
                    <a:pt x="469006" y="178767"/>
                  </a:cubicBezTo>
                  <a:cubicBezTo>
                    <a:pt x="468930" y="172747"/>
                    <a:pt x="468072" y="166756"/>
                    <a:pt x="466434" y="160956"/>
                  </a:cubicBezTo>
                  <a:lnTo>
                    <a:pt x="521679" y="124284"/>
                  </a:lnTo>
                  <a:cubicBezTo>
                    <a:pt x="533709" y="133838"/>
                    <a:pt x="548606" y="139077"/>
                    <a:pt x="563970" y="139143"/>
                  </a:cubicBezTo>
                  <a:cubicBezTo>
                    <a:pt x="602242" y="139086"/>
                    <a:pt x="633255" y="108073"/>
                    <a:pt x="633312" y="69801"/>
                  </a:cubicBezTo>
                  <a:cubicBezTo>
                    <a:pt x="633264" y="31530"/>
                    <a:pt x="602242" y="516"/>
                    <a:pt x="563970" y="459"/>
                  </a:cubicBezTo>
                  <a:cubicBezTo>
                    <a:pt x="525699" y="516"/>
                    <a:pt x="494685" y="31530"/>
                    <a:pt x="494628" y="69801"/>
                  </a:cubicBezTo>
                  <a:cubicBezTo>
                    <a:pt x="494685" y="75831"/>
                    <a:pt x="495580" y="81831"/>
                    <a:pt x="497295" y="87613"/>
                  </a:cubicBezTo>
                  <a:lnTo>
                    <a:pt x="441955" y="124284"/>
                  </a:lnTo>
                  <a:cubicBezTo>
                    <a:pt x="429915" y="114759"/>
                    <a:pt x="415018" y="109559"/>
                    <a:pt x="399664" y="109520"/>
                  </a:cubicBezTo>
                  <a:cubicBezTo>
                    <a:pt x="379461" y="109616"/>
                    <a:pt x="360307" y="118560"/>
                    <a:pt x="347277" y="134000"/>
                  </a:cubicBezTo>
                  <a:lnTo>
                    <a:pt x="304319" y="116950"/>
                  </a:lnTo>
                  <a:cubicBezTo>
                    <a:pt x="304319" y="115616"/>
                    <a:pt x="304319" y="114378"/>
                    <a:pt x="304319" y="113045"/>
                  </a:cubicBezTo>
                  <a:cubicBezTo>
                    <a:pt x="304271" y="74773"/>
                    <a:pt x="273248" y="43760"/>
                    <a:pt x="234976" y="43703"/>
                  </a:cubicBezTo>
                  <a:cubicBezTo>
                    <a:pt x="196705" y="43760"/>
                    <a:pt x="165692" y="74773"/>
                    <a:pt x="165635" y="113045"/>
                  </a:cubicBezTo>
                  <a:cubicBezTo>
                    <a:pt x="165720" y="121112"/>
                    <a:pt x="167197" y="129104"/>
                    <a:pt x="170016" y="136667"/>
                  </a:cubicBezTo>
                  <a:lnTo>
                    <a:pt x="108199" y="186292"/>
                  </a:lnTo>
                  <a:cubicBezTo>
                    <a:pt x="97016" y="179053"/>
                    <a:pt x="83986" y="175186"/>
                    <a:pt x="70670" y="175148"/>
                  </a:cubicBezTo>
                  <a:cubicBezTo>
                    <a:pt x="32399" y="175205"/>
                    <a:pt x="1385" y="206218"/>
                    <a:pt x="1329" y="244490"/>
                  </a:cubicBezTo>
                  <a:cubicBezTo>
                    <a:pt x="1376" y="282799"/>
                    <a:pt x="32456" y="313832"/>
                    <a:pt x="70766" y="313832"/>
                  </a:cubicBezTo>
                  <a:close/>
                  <a:moveTo>
                    <a:pt x="563589" y="44560"/>
                  </a:moveTo>
                  <a:cubicBezTo>
                    <a:pt x="577533" y="44560"/>
                    <a:pt x="588830" y="55857"/>
                    <a:pt x="588830" y="69801"/>
                  </a:cubicBezTo>
                  <a:cubicBezTo>
                    <a:pt x="588830" y="83746"/>
                    <a:pt x="577533" y="95042"/>
                    <a:pt x="563589" y="95042"/>
                  </a:cubicBezTo>
                  <a:cubicBezTo>
                    <a:pt x="549645" y="95042"/>
                    <a:pt x="538348" y="83746"/>
                    <a:pt x="538348" y="69801"/>
                  </a:cubicBezTo>
                  <a:cubicBezTo>
                    <a:pt x="538348" y="55857"/>
                    <a:pt x="549645" y="44560"/>
                    <a:pt x="563589" y="44560"/>
                  </a:cubicBezTo>
                  <a:close/>
                  <a:moveTo>
                    <a:pt x="399283" y="153526"/>
                  </a:moveTo>
                  <a:cubicBezTo>
                    <a:pt x="413237" y="153526"/>
                    <a:pt x="424562" y="164813"/>
                    <a:pt x="424620" y="178767"/>
                  </a:cubicBezTo>
                  <a:cubicBezTo>
                    <a:pt x="424620" y="192759"/>
                    <a:pt x="413275" y="204104"/>
                    <a:pt x="399283" y="204104"/>
                  </a:cubicBezTo>
                  <a:cubicBezTo>
                    <a:pt x="385329" y="204047"/>
                    <a:pt x="374042" y="192721"/>
                    <a:pt x="374042" y="178767"/>
                  </a:cubicBezTo>
                  <a:cubicBezTo>
                    <a:pt x="374032" y="175500"/>
                    <a:pt x="374680" y="172262"/>
                    <a:pt x="375946" y="169242"/>
                  </a:cubicBezTo>
                  <a:lnTo>
                    <a:pt x="375946" y="169242"/>
                  </a:lnTo>
                  <a:cubicBezTo>
                    <a:pt x="375946" y="169242"/>
                    <a:pt x="375946" y="169242"/>
                    <a:pt x="375946" y="168671"/>
                  </a:cubicBezTo>
                  <a:cubicBezTo>
                    <a:pt x="379995" y="159403"/>
                    <a:pt x="389177" y="153450"/>
                    <a:pt x="399283" y="153526"/>
                  </a:cubicBezTo>
                  <a:close/>
                  <a:moveTo>
                    <a:pt x="235072" y="87708"/>
                  </a:moveTo>
                  <a:cubicBezTo>
                    <a:pt x="249026" y="87765"/>
                    <a:pt x="260313" y="99091"/>
                    <a:pt x="260313" y="113045"/>
                  </a:cubicBezTo>
                  <a:cubicBezTo>
                    <a:pt x="260303" y="116302"/>
                    <a:pt x="259694" y="119531"/>
                    <a:pt x="258504" y="122570"/>
                  </a:cubicBezTo>
                  <a:lnTo>
                    <a:pt x="258504" y="122570"/>
                  </a:lnTo>
                  <a:cubicBezTo>
                    <a:pt x="258504" y="122570"/>
                    <a:pt x="258504" y="123046"/>
                    <a:pt x="258504" y="123237"/>
                  </a:cubicBezTo>
                  <a:cubicBezTo>
                    <a:pt x="254465" y="132371"/>
                    <a:pt x="245444" y="138295"/>
                    <a:pt x="235453" y="138381"/>
                  </a:cubicBezTo>
                  <a:cubicBezTo>
                    <a:pt x="221508" y="138381"/>
                    <a:pt x="210212" y="127085"/>
                    <a:pt x="210212" y="113140"/>
                  </a:cubicBezTo>
                  <a:cubicBezTo>
                    <a:pt x="210107" y="99272"/>
                    <a:pt x="221203" y="87918"/>
                    <a:pt x="235072" y="87708"/>
                  </a:cubicBezTo>
                  <a:close/>
                  <a:moveTo>
                    <a:pt x="70766" y="219249"/>
                  </a:moveTo>
                  <a:cubicBezTo>
                    <a:pt x="84710" y="219249"/>
                    <a:pt x="96007" y="230545"/>
                    <a:pt x="96007" y="244490"/>
                  </a:cubicBezTo>
                  <a:cubicBezTo>
                    <a:pt x="96007" y="258434"/>
                    <a:pt x="84710" y="269731"/>
                    <a:pt x="70766" y="269731"/>
                  </a:cubicBezTo>
                  <a:cubicBezTo>
                    <a:pt x="56821" y="269731"/>
                    <a:pt x="45524" y="258434"/>
                    <a:pt x="45524" y="244490"/>
                  </a:cubicBezTo>
                  <a:cubicBezTo>
                    <a:pt x="45524" y="230545"/>
                    <a:pt x="56821" y="219249"/>
                    <a:pt x="70766" y="219249"/>
                  </a:cubicBezTo>
                  <a:close/>
                </a:path>
              </a:pathLst>
            </a:custGeom>
            <a:solidFill>
              <a:srgbClr val="35353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34ED0388-3F9F-C0DA-E0B6-E089C3BBF8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5864" y="834129"/>
            <a:ext cx="500222" cy="50022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F0EC7F8-B0FD-812C-5B77-46BD2ECCCB1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62032" y="1457285"/>
            <a:ext cx="537525" cy="537525"/>
          </a:xfrm>
          <a:prstGeom prst="rect">
            <a:avLst/>
          </a:prstGeom>
        </p:spPr>
      </p:pic>
      <p:pic>
        <p:nvPicPr>
          <p:cNvPr id="1026" name="Picture 2" descr="Growth ">
            <a:hlinkClick r:id="rId9" tooltip="Growth"/>
            <a:extLst>
              <a:ext uri="{FF2B5EF4-FFF2-40B4-BE49-F238E27FC236}">
                <a16:creationId xmlns:a16="http://schemas.microsoft.com/office/drawing/2014/main" id="{CD93001A-E3EA-76E8-B8D0-FD898EF53C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1459" y="816716"/>
            <a:ext cx="549031" cy="549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D76A2AF-18E0-1165-C79A-7491E7B63FB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04208" y="866462"/>
            <a:ext cx="446154" cy="44615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9D90D0F-EB7B-4F0E-464D-F5466E46F2F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06515" y="883568"/>
            <a:ext cx="446154" cy="44615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2DCC575-4CB4-E633-DFE8-F572114C78D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67898" y="888344"/>
            <a:ext cx="462152" cy="46215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2B525C6-9EF3-188D-C351-2B6E020EB51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067770" y="844179"/>
            <a:ext cx="478129" cy="47812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1779093-1906-640C-E97B-589CE70BB6D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612877" y="880355"/>
            <a:ext cx="478129" cy="47812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363EDE8-0286-0A2B-1430-D285D5CC148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982022" y="1448054"/>
            <a:ext cx="518684" cy="51868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99536F0-2DD2-2CFD-89B0-5E1292E644E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53064" y="888780"/>
            <a:ext cx="462152" cy="46215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0821E64-5996-7A6F-43E5-BBFA4B90E21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314848" y="1438822"/>
            <a:ext cx="518684" cy="51868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D3B2D0B-513C-4BDE-5FE9-58CB8DD4A174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948823" y="1438822"/>
            <a:ext cx="518684" cy="518684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9E5580B-57E8-36DC-2B73-8E138B922FB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593420" y="1486990"/>
            <a:ext cx="470516" cy="470516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AAE40FAB-3C5A-66CC-C5C7-F2CD1A8B474E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177705" y="1486990"/>
            <a:ext cx="518684" cy="51868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D6FA9B99-E315-D6D5-BD1A-427355B387E9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785864" y="1448054"/>
            <a:ext cx="518684" cy="518684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0D4AD776-54F2-0E4F-524B-AFE3F5F4C700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418317" y="1461276"/>
            <a:ext cx="570111" cy="570111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1492CC93-6E7D-6217-4519-89D45553160B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988791" y="1457285"/>
            <a:ext cx="570111" cy="570111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9979C7AE-7BE0-96DC-1FE3-05050CA1C0BC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691020" y="1482998"/>
            <a:ext cx="518684" cy="518684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B1B8654-3DEB-0124-E181-62836424EAEA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339069" y="1507962"/>
            <a:ext cx="518683" cy="518683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01E0991B-21AF-B848-7871-3A789310C5AA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946863" y="1464536"/>
            <a:ext cx="518683" cy="518683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295EADC4-BA7F-D724-FA98-244878BA7165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545899" y="1518666"/>
            <a:ext cx="483016" cy="483016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2716B7BE-323A-455C-1B01-30CE94D6D8FC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062672" y="2853861"/>
            <a:ext cx="513656" cy="513656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F536AE27-60F6-56E7-F748-87ABA006C6C9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651427" y="2910316"/>
            <a:ext cx="518684" cy="518684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E735A756-5ECF-FBC6-F4AB-AE6F258E1BDA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319877" y="2840039"/>
            <a:ext cx="513656" cy="513656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14D0626A-5EEA-0411-F8E6-394A0CCBC12F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975009" y="2910316"/>
            <a:ext cx="443378" cy="443378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06780BEB-45AB-22F7-5931-771AC62F007E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559863" y="2903750"/>
            <a:ext cx="413877" cy="413877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17F0EEA3-3B87-27CE-702B-5363D2B7F07F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167385" y="2840038"/>
            <a:ext cx="507117" cy="507117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C87B4C1A-53FC-B2D1-EEF2-AC0B6966D1B3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752239" y="2855581"/>
            <a:ext cx="444965" cy="444965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43E05F37-8565-7568-7065-B6BDC36AC49D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362451" y="2857168"/>
            <a:ext cx="443378" cy="443378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B050C3D7-B003-23AD-020C-F90D6B99ACDE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901459" y="2847476"/>
            <a:ext cx="443378" cy="443378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C2BDBA4B-FAAA-8325-8A59-8CF9CCCC91C2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397435" y="2790120"/>
            <a:ext cx="507117" cy="507117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91487F20-4143-CF1F-43F5-6B07F3171007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8881848" y="2863709"/>
            <a:ext cx="443377" cy="443377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E138AB3D-7839-0DF3-7FAD-6CE5690C69C1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9361869" y="2841625"/>
            <a:ext cx="443378" cy="443378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8D270DB3-F046-5677-DDD6-AF30234CCAAF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3139532" y="3516072"/>
            <a:ext cx="436796" cy="436796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978AD228-6730-D872-25B3-97A754D99905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3697653" y="3509076"/>
            <a:ext cx="483063" cy="483063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BC54096-BCB4-3548-559B-EC88D52E5067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4324770" y="3516071"/>
            <a:ext cx="476067" cy="476067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BC09EDC4-F381-8C0C-0578-A2E4CFD79EC6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875288" y="3429000"/>
            <a:ext cx="570111" cy="570111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DCEDD393-734E-FBA5-FB2E-DE9F7BF63984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5533677" y="3429000"/>
            <a:ext cx="523868" cy="523868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104DC318-D07F-06ED-6763-1E0537E4687C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6136086" y="3419948"/>
            <a:ext cx="518684" cy="518684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8063FC91-4C06-CDBE-0BB8-2C4697C733CD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6720458" y="3394407"/>
            <a:ext cx="518683" cy="518683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FE649521-E513-6F56-CFBA-4275DFE3C340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7362451" y="3439212"/>
            <a:ext cx="513656" cy="513656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A46884B3-BCC4-2E30-8DDF-43C1579A508A}"/>
              </a:ext>
            </a:extLst>
      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7959676" y="3457601"/>
            <a:ext cx="443378" cy="443378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2B464713-7BDE-653C-D066-8E95E14D6B5C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8504208" y="3439212"/>
            <a:ext cx="499420" cy="49942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27E16056-5E68-61F3-6C91-7CB7EF686033}"/>
              </a:ext>
            </a:extLst>
      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9040258" y="3449179"/>
            <a:ext cx="513656" cy="513656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9AC538F9-8C6C-3BC0-2900-A6660404F047}"/>
              </a:ext>
            </a:extLst>
      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9598734" y="3429000"/>
            <a:ext cx="518683" cy="518683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E1FBD5D0-BCC5-4122-DABE-25CDCE816913}"/>
              </a:ext>
            </a:extLst>
      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3136265" y="4942756"/>
            <a:ext cx="440063" cy="440063"/>
          </a:xfrm>
          <a:prstGeom prst="rect">
            <a:avLst/>
          </a:prstGeom>
        </p:spPr>
      </p:pic>
      <p:pic>
        <p:nvPicPr>
          <p:cNvPr id="1024" name="Picture 1023">
            <a:extLst>
              <a:ext uri="{FF2B5EF4-FFF2-40B4-BE49-F238E27FC236}">
                <a16:creationId xmlns:a16="http://schemas.microsoft.com/office/drawing/2014/main" id="{2160AF13-4B71-9A21-7B3D-A20A5431CC7A}"/>
              </a:ext>
            </a:extLst>
      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3651426" y="4894503"/>
            <a:ext cx="483063" cy="483063"/>
          </a:xfrm>
          <a:prstGeom prst="rect">
            <a:avLst/>
          </a:prstGeom>
        </p:spPr>
      </p:pic>
      <p:pic>
        <p:nvPicPr>
          <p:cNvPr id="1025" name="Picture 1024">
            <a:extLst>
              <a:ext uri="{FF2B5EF4-FFF2-40B4-BE49-F238E27FC236}">
                <a16:creationId xmlns:a16="http://schemas.microsoft.com/office/drawing/2014/main" id="{57F6C880-2F3F-EEFB-84F1-1DA5DEFA5DBB}"/>
              </a:ext>
            </a:extLst>
      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4223693" y="4926777"/>
            <a:ext cx="443378" cy="443378"/>
          </a:xfrm>
          <a:prstGeom prst="rect">
            <a:avLst/>
          </a:prstGeom>
        </p:spPr>
      </p:pic>
      <p:pic>
        <p:nvPicPr>
          <p:cNvPr id="1029" name="Picture 1028">
            <a:extLst>
              <a:ext uri="{FF2B5EF4-FFF2-40B4-BE49-F238E27FC236}">
                <a16:creationId xmlns:a16="http://schemas.microsoft.com/office/drawing/2014/main" id="{58D4E0B0-4A32-FA0A-733C-F6E9FE4D5914}"/>
              </a:ext>
            </a:extLst>
      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4679858" y="4926777"/>
            <a:ext cx="443379" cy="443379"/>
          </a:xfrm>
          <a:prstGeom prst="rect">
            <a:avLst/>
          </a:prstGeom>
        </p:spPr>
      </p:pic>
      <p:pic>
        <p:nvPicPr>
          <p:cNvPr id="1030" name="Picture 1029">
            <a:extLst>
              <a:ext uri="{FF2B5EF4-FFF2-40B4-BE49-F238E27FC236}">
                <a16:creationId xmlns:a16="http://schemas.microsoft.com/office/drawing/2014/main" id="{A250601B-4376-139B-E287-736DD60761CE}"/>
              </a:ext>
            </a:extLst>
      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5113866" y="4880534"/>
            <a:ext cx="471723" cy="471723"/>
          </a:xfrm>
          <a:prstGeom prst="rect">
            <a:avLst/>
          </a:prstGeom>
        </p:spPr>
      </p:pic>
      <p:pic>
        <p:nvPicPr>
          <p:cNvPr id="1031" name="Picture 1030">
            <a:extLst>
              <a:ext uri="{FF2B5EF4-FFF2-40B4-BE49-F238E27FC236}">
                <a16:creationId xmlns:a16="http://schemas.microsoft.com/office/drawing/2014/main" id="{A7094281-0DF2-335B-9D5E-C78C0851CA2B}"/>
              </a:ext>
            </a:extLst>
      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5624931" y="4848259"/>
            <a:ext cx="470515" cy="470515"/>
          </a:xfrm>
          <a:prstGeom prst="rect">
            <a:avLst/>
          </a:prstGeom>
        </p:spPr>
      </p:pic>
      <p:pic>
        <p:nvPicPr>
          <p:cNvPr id="1032" name="Picture 1031">
            <a:extLst>
              <a:ext uri="{FF2B5EF4-FFF2-40B4-BE49-F238E27FC236}">
                <a16:creationId xmlns:a16="http://schemas.microsoft.com/office/drawing/2014/main" id="{C2970D03-75BE-4409-D916-41838BF9C6F4}"/>
              </a:ext>
            </a:extLst>
      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6081403" y="4740571"/>
            <a:ext cx="586270" cy="586270"/>
          </a:xfrm>
          <a:prstGeom prst="rect">
            <a:avLst/>
          </a:prstGeom>
        </p:spPr>
      </p:pic>
      <p:pic>
        <p:nvPicPr>
          <p:cNvPr id="1033" name="Picture 1032">
            <a:extLst>
              <a:ext uri="{FF2B5EF4-FFF2-40B4-BE49-F238E27FC236}">
                <a16:creationId xmlns:a16="http://schemas.microsoft.com/office/drawing/2014/main" id="{A4F96077-06F4-D8F7-DBB9-DABD33BFDF59}"/>
              </a:ext>
            </a:extLst>
      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6711485" y="4803304"/>
            <a:ext cx="472438" cy="472438"/>
          </a:xfrm>
          <a:prstGeom prst="rect">
            <a:avLst/>
          </a:prstGeom>
        </p:spPr>
      </p:pic>
      <p:pic>
        <p:nvPicPr>
          <p:cNvPr id="1034" name="Picture 1033">
            <a:extLst>
              <a:ext uri="{FF2B5EF4-FFF2-40B4-BE49-F238E27FC236}">
                <a16:creationId xmlns:a16="http://schemas.microsoft.com/office/drawing/2014/main" id="{846B55E5-DDB3-72C8-FB2A-B50BDD0EF536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 flipH="1">
            <a:off x="7227735" y="4804019"/>
            <a:ext cx="503997" cy="503997"/>
          </a:xfrm>
          <a:prstGeom prst="rect">
            <a:avLst/>
          </a:prstGeom>
        </p:spPr>
      </p:pic>
      <p:pic>
        <p:nvPicPr>
          <p:cNvPr id="1035" name="Picture 1034">
            <a:extLst>
              <a:ext uri="{FF2B5EF4-FFF2-40B4-BE49-F238E27FC236}">
                <a16:creationId xmlns:a16="http://schemas.microsoft.com/office/drawing/2014/main" id="{84C26A9D-62EE-C351-6CC5-8FBCFA3E746F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805829" y="4772138"/>
            <a:ext cx="554703" cy="554703"/>
          </a:xfrm>
          <a:prstGeom prst="rect">
            <a:avLst/>
          </a:prstGeom>
        </p:spPr>
      </p:pic>
      <p:pic>
        <p:nvPicPr>
          <p:cNvPr id="1036" name="Picture 1035">
            <a:extLst>
              <a:ext uri="{FF2B5EF4-FFF2-40B4-BE49-F238E27FC236}">
                <a16:creationId xmlns:a16="http://schemas.microsoft.com/office/drawing/2014/main" id="{B4B5029B-F829-0019-CDE3-BCC41634DCAB}"/>
              </a:ext>
            </a:extLst>
      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3114764" y="5528107"/>
            <a:ext cx="483063" cy="483063"/>
          </a:xfrm>
          <a:prstGeom prst="rect">
            <a:avLst/>
          </a:prstGeom>
        </p:spPr>
      </p:pic>
      <p:pic>
        <p:nvPicPr>
          <p:cNvPr id="1037" name="Picture 1036">
            <a:extLst>
              <a:ext uri="{FF2B5EF4-FFF2-40B4-BE49-F238E27FC236}">
                <a16:creationId xmlns:a16="http://schemas.microsoft.com/office/drawing/2014/main" id="{6022BA84-F8A4-33DE-1F2E-F84A3E62FED8}"/>
              </a:ext>
            </a:extLst>
      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3651425" y="5504481"/>
            <a:ext cx="572267" cy="572267"/>
          </a:xfrm>
          <a:prstGeom prst="rect">
            <a:avLst/>
          </a:prstGeom>
        </p:spPr>
      </p:pic>
      <p:pic>
        <p:nvPicPr>
          <p:cNvPr id="1038" name="Picture 1037">
            <a:extLst>
              <a:ext uri="{FF2B5EF4-FFF2-40B4-BE49-F238E27FC236}">
                <a16:creationId xmlns:a16="http://schemas.microsoft.com/office/drawing/2014/main" id="{8A1E0342-B2DC-5E66-5F92-198FF1A80A74}"/>
              </a:ext>
            </a:extLst>
          </p:cNvPr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4245074" y="5528107"/>
            <a:ext cx="476067" cy="476067"/>
          </a:xfrm>
          <a:prstGeom prst="rect">
            <a:avLst/>
          </a:prstGeom>
        </p:spPr>
      </p:pic>
      <p:pic>
        <p:nvPicPr>
          <p:cNvPr id="1039" name="Picture 1038">
            <a:extLst>
              <a:ext uri="{FF2B5EF4-FFF2-40B4-BE49-F238E27FC236}">
                <a16:creationId xmlns:a16="http://schemas.microsoft.com/office/drawing/2014/main" id="{D2C66B46-0365-ECD9-2C9A-3C03E7C1A2A1}"/>
              </a:ext>
            </a:extLst>
          </p:cNvPr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4745449" y="5479807"/>
            <a:ext cx="508837" cy="508837"/>
          </a:xfrm>
          <a:prstGeom prst="rect">
            <a:avLst/>
          </a:prstGeom>
        </p:spPr>
      </p:pic>
      <p:pic>
        <p:nvPicPr>
          <p:cNvPr id="1041" name="Picture 1040">
            <a:extLst>
              <a:ext uri="{FF2B5EF4-FFF2-40B4-BE49-F238E27FC236}">
                <a16:creationId xmlns:a16="http://schemas.microsoft.com/office/drawing/2014/main" id="{22E393A8-CD74-C852-57EA-C1B0C74A35DB}"/>
              </a:ext>
            </a:extLst>
          </p:cNvPr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5291148" y="5460774"/>
            <a:ext cx="508837" cy="508837"/>
          </a:xfrm>
          <a:prstGeom prst="rect">
            <a:avLst/>
          </a:prstGeom>
        </p:spPr>
      </p:pic>
      <p:pic>
        <p:nvPicPr>
          <p:cNvPr id="1042" name="Picture 1041">
            <a:extLst>
              <a:ext uri="{FF2B5EF4-FFF2-40B4-BE49-F238E27FC236}">
                <a16:creationId xmlns:a16="http://schemas.microsoft.com/office/drawing/2014/main" id="{95230752-7904-69F8-DB07-2F158828E058}"/>
              </a:ext>
            </a:extLst>
          </p:cNvPr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5857678" y="5460774"/>
            <a:ext cx="508837" cy="508837"/>
          </a:xfrm>
          <a:prstGeom prst="rect">
            <a:avLst/>
          </a:prstGeom>
        </p:spPr>
      </p:pic>
      <p:pic>
        <p:nvPicPr>
          <p:cNvPr id="1043" name="Picture 1042">
            <a:extLst>
              <a:ext uri="{FF2B5EF4-FFF2-40B4-BE49-F238E27FC236}">
                <a16:creationId xmlns:a16="http://schemas.microsoft.com/office/drawing/2014/main" id="{22B972BC-46C9-AEC1-E5E5-9DAEC00B0A47}"/>
              </a:ext>
            </a:extLst>
          </p:cNvPr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6454641" y="5493016"/>
            <a:ext cx="495628" cy="495628"/>
          </a:xfrm>
          <a:prstGeom prst="rect">
            <a:avLst/>
          </a:prstGeom>
        </p:spPr>
      </p:pic>
      <p:pic>
        <p:nvPicPr>
          <p:cNvPr id="1044" name="Picture 1043">
            <a:extLst>
              <a:ext uri="{FF2B5EF4-FFF2-40B4-BE49-F238E27FC236}">
                <a16:creationId xmlns:a16="http://schemas.microsoft.com/office/drawing/2014/main" id="{1D72DB09-FD84-5359-A057-EDBC3DA759BC}"/>
              </a:ext>
            </a:extLst>
          </p:cNvPr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7002230" y="5456341"/>
            <a:ext cx="587071" cy="587071"/>
          </a:xfrm>
          <a:prstGeom prst="rect">
            <a:avLst/>
          </a:prstGeom>
        </p:spPr>
      </p:pic>
      <p:pic>
        <p:nvPicPr>
          <p:cNvPr id="1045" name="Picture 1044">
            <a:extLst>
              <a:ext uri="{FF2B5EF4-FFF2-40B4-BE49-F238E27FC236}">
                <a16:creationId xmlns:a16="http://schemas.microsoft.com/office/drawing/2014/main" id="{C7DBFC11-82B8-5B70-FE59-D3899BE54CBB}"/>
              </a:ext>
            </a:extLst>
          </p:cNvPr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7671976" y="5497877"/>
            <a:ext cx="503998" cy="503998"/>
          </a:xfrm>
          <a:prstGeom prst="rect">
            <a:avLst/>
          </a:prstGeom>
        </p:spPr>
      </p:pic>
      <p:pic>
        <p:nvPicPr>
          <p:cNvPr id="1046" name="Picture 1045">
            <a:extLst>
              <a:ext uri="{FF2B5EF4-FFF2-40B4-BE49-F238E27FC236}">
                <a16:creationId xmlns:a16="http://schemas.microsoft.com/office/drawing/2014/main" id="{7D41DB94-8FE6-FC05-BAA4-8D27C9981789}"/>
              </a:ext>
            </a:extLst>
          </p:cNvPr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8225016" y="5456341"/>
            <a:ext cx="545534" cy="545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777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338B7-7CBF-D449-DF1B-836C17CC7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FC899C-62E8-8594-0383-485658C08F76}"/>
              </a:ext>
            </a:extLst>
          </p:cNvPr>
          <p:cNvSpPr/>
          <p:nvPr/>
        </p:nvSpPr>
        <p:spPr>
          <a:xfrm>
            <a:off x="448056" y="800907"/>
            <a:ext cx="2404872" cy="4572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Aptos" panose="020B0004020202020204" pitchFamily="34" charset="0"/>
              </a:rPr>
              <a:t>Strategy &amp; Operations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C2DA3D-BFEA-1FB1-5B93-D4B23001B0BE}"/>
              </a:ext>
            </a:extLst>
          </p:cNvPr>
          <p:cNvSpPr/>
          <p:nvPr/>
        </p:nvSpPr>
        <p:spPr>
          <a:xfrm>
            <a:off x="448056" y="2846115"/>
            <a:ext cx="2404872" cy="4572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Aptos" panose="020B0004020202020204" pitchFamily="34" charset="0"/>
              </a:rPr>
              <a:t>Data &amp; AI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8265C8-1AC9-F721-4B53-281FBB758A28}"/>
              </a:ext>
            </a:extLst>
          </p:cNvPr>
          <p:cNvSpPr/>
          <p:nvPr/>
        </p:nvSpPr>
        <p:spPr>
          <a:xfrm>
            <a:off x="448056" y="4869987"/>
            <a:ext cx="2404872" cy="4572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Aptos" panose="020B0004020202020204" pitchFamily="34" charset="0"/>
              </a:rPr>
              <a:t>Checklist/Notes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0B3CC2-9C97-FB6A-A381-F13116089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9224" y="800907"/>
            <a:ext cx="466075" cy="4660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02E1FD7-49B4-2DDC-8057-4A1F9BB848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084" y="800907"/>
            <a:ext cx="432106" cy="4321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AB3869-E01F-E177-BE67-61E3C6CFCF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8975" y="766938"/>
            <a:ext cx="466075" cy="4660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D150D98-5AFB-E04C-4DE3-8460BED1C6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6866" y="766937"/>
            <a:ext cx="466075" cy="4660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794D072-B95D-6DEE-9BF9-5242D99A73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1390" y="766936"/>
            <a:ext cx="466075" cy="4660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D62FDF2-2FEA-4102-0868-7317324DE5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58059" y="792032"/>
            <a:ext cx="466075" cy="4660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4A9F8E9-BAA0-4C24-FFDB-B62FBD401FF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85029" y="800906"/>
            <a:ext cx="466075" cy="4660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B39AFF9-DCFB-75B7-7F21-A8B8F5A8DF5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47810" y="766935"/>
            <a:ext cx="466075" cy="4660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AF30FED-091E-00FD-A480-8D149853B7D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13885" y="792031"/>
            <a:ext cx="466075" cy="4660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C4451D3-9783-C36B-1181-32E0E9CDF14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22975" y="1373743"/>
            <a:ext cx="466075" cy="4660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6B48F65-2F14-EA0D-138B-9E3066D997F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77115" y="1373743"/>
            <a:ext cx="466075" cy="46607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49CACC2-C176-7534-3888-8BC76B31616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31255" y="1373742"/>
            <a:ext cx="466075" cy="46607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2DAF610-9CBE-DF83-048E-F16954EF893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56697" y="1373742"/>
            <a:ext cx="466075" cy="46607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3B5481B-6567-1030-9DC0-75389C7EC80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06621" y="1373742"/>
            <a:ext cx="466075" cy="46607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CF0CA3B-8CA7-7EA1-1F4C-5D49C7983D7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639104" y="1373741"/>
            <a:ext cx="466075" cy="46607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794BA49-3A0D-7964-32CA-E8CB819BECD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flipH="1">
            <a:off x="6139451" y="1373741"/>
            <a:ext cx="466075" cy="46607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DF400AC-B654-760C-1810-AECB2359510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88150" y="1373741"/>
            <a:ext cx="466075" cy="46607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E334C7C-536E-0B9F-3C20-93AABA2351D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679960" y="766934"/>
            <a:ext cx="466075" cy="46607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81C3919-3B97-4225-D2B8-B8C95E75312F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205078" y="766933"/>
            <a:ext cx="466075" cy="46607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D0FC8D8-CC58-3EAE-A974-17B0E4F02CE1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681557" y="766933"/>
            <a:ext cx="466075" cy="46607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71CBCFB8-9ACB-A513-1F3D-A7E90A1B13B5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196271" y="742409"/>
            <a:ext cx="466075" cy="46607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EFDB7B8-F73A-BA3A-572E-5DBC53DA8961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676708" y="758979"/>
            <a:ext cx="466075" cy="46607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7818088-0F28-253F-F69E-55BBA2F382A8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235018" y="1382268"/>
            <a:ext cx="466075" cy="46607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2C90CBE0-84C3-A3D6-38B5-EE222FA2BAF4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727986" y="1382268"/>
            <a:ext cx="466075" cy="46607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6A956B59-4D35-E619-3F3A-831559F81D16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245814" y="1382268"/>
            <a:ext cx="466075" cy="46607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468A527F-3E9B-0E17-237D-23D0448C256A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722906" y="1373740"/>
            <a:ext cx="466075" cy="46607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667892AE-F356-1CC2-A04F-50F342025506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180716" y="1382268"/>
            <a:ext cx="466075" cy="46607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FE2365CA-CBC2-C71B-E8D9-6D7806E9479B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636841" y="1351705"/>
            <a:ext cx="466076" cy="466076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B9754D3-BBB1-6BEA-D2BB-1E4A3DBE8D0A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049224" y="2890183"/>
            <a:ext cx="466075" cy="46607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2F10B425-1792-EFEE-B7C9-F04B4DB6705C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542839" y="2846115"/>
            <a:ext cx="466075" cy="46607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8E5772F9-70CF-DB46-1666-B53FB4E8A58D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041816" y="2887693"/>
            <a:ext cx="466075" cy="466075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7E91AB4F-B760-FF5A-B596-20D6DD52A43B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556697" y="2837240"/>
            <a:ext cx="466075" cy="466075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50CB42F6-2967-C72E-CE90-CB2F5B872C6C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055674" y="2846115"/>
            <a:ext cx="466075" cy="466075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6E2039A5-FC39-E627-8E73-5EA597A5D86B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554651" y="2846115"/>
            <a:ext cx="466075" cy="466075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E85AB904-284C-5096-9E1D-A5BA82F01A36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069532" y="2846115"/>
            <a:ext cx="466075" cy="466075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AA2A6AF5-9DE6-A056-8874-EC9F2F50DB00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6495209" y="2821018"/>
            <a:ext cx="466075" cy="466075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0E6536E0-C54C-57A9-4A9F-C70881B7257C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6913839" y="2846115"/>
            <a:ext cx="466075" cy="466075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75979407-36CD-3D92-16B3-B4647F807F0D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406541" y="2865658"/>
            <a:ext cx="466075" cy="466075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DAE73C2D-F7F2-EF76-A752-E811EED768FE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3049223" y="3394428"/>
            <a:ext cx="466075" cy="466075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11E1A441-4950-4D93-C4B5-10000B2C7225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3565180" y="3394428"/>
            <a:ext cx="466075" cy="466075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B71E7A2B-FAAD-2AE9-334D-9E224FA88F64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3991775" y="3394428"/>
            <a:ext cx="466075" cy="466075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D1AA182C-F305-3857-59C5-5B1D17DD201A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4418370" y="3378432"/>
            <a:ext cx="466075" cy="466075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0977F2FD-AC18-7242-E7BC-5E10926E345B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918872" y="3394428"/>
            <a:ext cx="466075" cy="466075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71EC29AF-914C-D32A-4438-599E31228B71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5406066" y="3353768"/>
            <a:ext cx="466075" cy="466075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732571F0-9306-4395-A015-136CC126EBAE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5867088" y="3394427"/>
            <a:ext cx="466075" cy="466075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469B3755-0BD6-C068-99FA-4DCA532E4965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6319861" y="3369330"/>
            <a:ext cx="466075" cy="46607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FFDC768E-9B7F-580B-708F-AA2A9BBCEC85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6767274" y="3399890"/>
            <a:ext cx="466075" cy="466075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16A6D58D-A0F5-22FF-2FBE-A7410809F18F}"/>
              </a:ext>
            </a:extLst>
      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7268370" y="3400811"/>
            <a:ext cx="466075" cy="466075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918A8D71-CCC8-57DB-BE2C-10B7382A638E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7739003" y="3388874"/>
            <a:ext cx="466075" cy="466075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866CB04F-7D6B-5658-33FD-E3C69796EBAC}"/>
              </a:ext>
            </a:extLst>
      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8216586" y="3378432"/>
            <a:ext cx="466075" cy="466075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FE1C63C6-B8F1-7332-0AD3-3CF0EA4B31BE}"/>
              </a:ext>
            </a:extLst>
      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7885612" y="2837240"/>
            <a:ext cx="466075" cy="466075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F69183CB-61FC-C3BF-ADA5-9CC2131CE856}"/>
              </a:ext>
            </a:extLst>
      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8730196" y="3378432"/>
            <a:ext cx="466075" cy="466075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2519C711-2A73-CDF1-2F83-291C36914E5C}"/>
              </a:ext>
            </a:extLst>
      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8347099" y="2821017"/>
            <a:ext cx="466075" cy="466075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BEE71E3B-7666-0684-F338-A78D96CE905A}"/>
              </a:ext>
            </a:extLst>
      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8800614" y="2821016"/>
            <a:ext cx="466075" cy="466075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8F5D3BB4-AA6D-5AC0-6361-09756A62518D}"/>
              </a:ext>
            </a:extLst>
      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9243806" y="3356746"/>
            <a:ext cx="466075" cy="466075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09497A10-F6B1-41E9-13B0-0200DD7C6A50}"/>
              </a:ext>
            </a:extLst>
      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9291333" y="2860109"/>
            <a:ext cx="466075" cy="466075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B18A8E31-1194-1FC7-D81A-09B4802942DB}"/>
              </a:ext>
            </a:extLst>
      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9726239" y="3369329"/>
            <a:ext cx="466075" cy="466075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0F216090-4920-BF0D-064F-72307C780D0D}"/>
              </a:ext>
            </a:extLst>
      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3037592" y="4861112"/>
            <a:ext cx="466075" cy="466075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7F977EAC-55B5-EC63-FBB4-9A149EC5DAEE}"/>
              </a:ext>
            </a:extLst>
      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3037592" y="5442475"/>
            <a:ext cx="466075" cy="466075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46D6D410-F5D8-81F2-8B38-7C3371327D2C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3952295" y="4906432"/>
            <a:ext cx="466075" cy="466075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F68B2867-6C8C-9501-5462-B39D01C50F8C}"/>
              </a:ext>
            </a:extLst>
      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3491572" y="4861112"/>
            <a:ext cx="466075" cy="466075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F3F060FF-11C9-F01C-4644-0B64170CF481}"/>
              </a:ext>
            </a:extLst>
      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4382716" y="4880447"/>
            <a:ext cx="466075" cy="466075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FF62A816-0CD6-4750-181D-FC69C877ED22}"/>
              </a:ext>
            </a:extLst>
          </p:cNvPr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4843439" y="4891465"/>
            <a:ext cx="466075" cy="466075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30EB3F2E-0B73-A917-E59F-13D037A78DFF}"/>
              </a:ext>
            </a:extLst>
          </p:cNvPr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5309514" y="4891464"/>
            <a:ext cx="466075" cy="466075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6AB25483-F0CC-6566-25C6-27AA71CFB4BD}"/>
              </a:ext>
            </a:extLst>
          </p:cNvPr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5724455" y="4900198"/>
            <a:ext cx="460574" cy="460574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57CC88EB-378C-4D37-806D-76B14B5CC9FB}"/>
              </a:ext>
            </a:extLst>
          </p:cNvPr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3486220" y="5442474"/>
            <a:ext cx="466075" cy="466075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08D599B3-5EF7-FD00-2112-555A194D136B}"/>
              </a:ext>
            </a:extLst>
          </p:cNvPr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3934849" y="5447975"/>
            <a:ext cx="460574" cy="460574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B1867CD2-0D18-F8A8-15F5-0FC855B5C1BE}"/>
              </a:ext>
            </a:extLst>
          </p:cNvPr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4418370" y="5447975"/>
            <a:ext cx="460574" cy="460574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A9195DB2-3E00-6C0E-4B63-4CFC71B35265}"/>
              </a:ext>
            </a:extLst>
          </p:cNvPr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4912047" y="5451224"/>
            <a:ext cx="457325" cy="457325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E29FD482-F666-092B-6CE0-363DBF806DFF}"/>
              </a:ext>
            </a:extLst>
          </p:cNvPr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5402475" y="5456725"/>
            <a:ext cx="460574" cy="460574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66103A78-DF39-5FD0-AA17-448EF58651A5}"/>
              </a:ext>
            </a:extLst>
          </p:cNvPr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6217319" y="4909067"/>
            <a:ext cx="448472" cy="448472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41303C0C-A9AB-58F8-867A-68BF920CFDBF}"/>
              </a:ext>
            </a:extLst>
          </p:cNvPr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5832661" y="5484259"/>
            <a:ext cx="448472" cy="448472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D372664B-BE3F-0886-ACA7-F4A407C7E2DA}"/>
              </a:ext>
            </a:extLst>
          </p:cNvPr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6262171" y="5442473"/>
            <a:ext cx="466075" cy="46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215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7E109-C264-2B99-177A-6C1F68FDA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A5C3D9-FA0B-CD22-6CCA-0BE00CA4D757}"/>
              </a:ext>
            </a:extLst>
          </p:cNvPr>
          <p:cNvSpPr/>
          <p:nvPr/>
        </p:nvSpPr>
        <p:spPr>
          <a:xfrm>
            <a:off x="448056" y="926592"/>
            <a:ext cx="2404872" cy="4572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Aptos" panose="020B0004020202020204" pitchFamily="34" charset="0"/>
              </a:rPr>
              <a:t>People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A05570-77B2-6946-BB24-A8199603218C}"/>
              </a:ext>
            </a:extLst>
          </p:cNvPr>
          <p:cNvSpPr/>
          <p:nvPr/>
        </p:nvSpPr>
        <p:spPr>
          <a:xfrm>
            <a:off x="448056" y="2971800"/>
            <a:ext cx="2404872" cy="4572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Aptos" panose="020B0004020202020204" pitchFamily="34" charset="0"/>
              </a:rPr>
              <a:t>Technology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0BB261-331F-9430-6D4D-59EC3845726B}"/>
              </a:ext>
            </a:extLst>
          </p:cNvPr>
          <p:cNvSpPr/>
          <p:nvPr/>
        </p:nvSpPr>
        <p:spPr>
          <a:xfrm>
            <a:off x="448056" y="4995672"/>
            <a:ext cx="2404872" cy="4572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Aptos" panose="020B0004020202020204" pitchFamily="34" charset="0"/>
              </a:rPr>
              <a:t>Analytics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07D2E3-8A6A-E0AB-FBDB-2FB7DCC4CA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8207" y="918635"/>
            <a:ext cx="465157" cy="4651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921C86A-075E-0DAA-13D8-F9D6B2E2D2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4982" y="926592"/>
            <a:ext cx="466075" cy="4660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89BEFC-60E3-6D14-1AA2-3F441F68BC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2675" y="917717"/>
            <a:ext cx="466075" cy="4660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725FAFE-C459-FC0E-CFA3-C0AD1B984B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0368" y="917716"/>
            <a:ext cx="466075" cy="4660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C8825BF-0746-20ED-F90C-9D35773B48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8061" y="917715"/>
            <a:ext cx="466075" cy="4660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40DF153-CEE6-47C7-A106-13D406141B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75754" y="917714"/>
            <a:ext cx="466075" cy="4660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01AB4F6-CDDC-0038-F98D-0A23F84745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7515" y="915575"/>
            <a:ext cx="466075" cy="4660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04E853A-82D7-A6DC-F365-5D42C7B8EB5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54792" y="893541"/>
            <a:ext cx="466075" cy="4660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9F805FA-01B8-2C36-3271-5B14E0053A1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82069" y="926592"/>
            <a:ext cx="466075" cy="4660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64E801B-8B16-C7A2-FCFC-AF0C5466B0B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37289" y="1472894"/>
            <a:ext cx="466075" cy="46607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8C8E997-7875-B632-9D99-41AFFD87119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44981" y="1472894"/>
            <a:ext cx="466075" cy="46607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95901FC-9A0B-0246-D28B-666C823294F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52675" y="1550012"/>
            <a:ext cx="466075" cy="46607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4DCD537-DE87-BAC6-BAA0-209E3042EA9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60368" y="1505945"/>
            <a:ext cx="466075" cy="46607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08BD857-E142-CEF6-1095-76CFB9DCA72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68061" y="1505945"/>
            <a:ext cx="466075" cy="46607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D7132A1-70C9-F67F-FA9A-9707E12FC76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575753" y="1516962"/>
            <a:ext cx="466075" cy="46607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43C3AB7-5F2D-2E0D-6636-C12BCF9043B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96000" y="1505945"/>
            <a:ext cx="466075" cy="46607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422643E-CEA6-0314-94C0-009E1339D17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32756" y="1494928"/>
            <a:ext cx="466075" cy="46607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0C55378-FA04-483B-F3DB-82F002104B26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065780" y="1494927"/>
            <a:ext cx="466075" cy="46607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89D1BB6-75AC-9391-BDDE-CEAAC68D80D6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531855" y="1527978"/>
            <a:ext cx="466075" cy="46607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F58E553-F036-F173-D3AD-0487BCD46A84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037288" y="2972769"/>
            <a:ext cx="466075" cy="46607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2AA106B-9281-1167-80E4-7F67E5889336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459295" y="2981644"/>
            <a:ext cx="466075" cy="46607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E4F9739-1CAE-0878-D4A2-DD1B8F627201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00898" y="2971800"/>
            <a:ext cx="466075" cy="46607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4CE2DE91-AE07-D42B-3198-59B80E9B42BC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366973" y="2971799"/>
            <a:ext cx="466075" cy="46607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459EA5DF-8F97-6EAE-B81A-5E96F601E0E3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835023" y="2981644"/>
            <a:ext cx="466075" cy="46607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A0727F53-C0B6-9247-A0C1-9B53DCE287AD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342715" y="2981644"/>
            <a:ext cx="466075" cy="4660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E9518F2-FDA1-9995-00FE-3B0437750FC0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850407" y="2961753"/>
            <a:ext cx="466075" cy="46607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18D0529-3DD5-C5EA-6DE0-ACB8B6F7014C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360552" y="2982613"/>
            <a:ext cx="466075" cy="46607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FF691B75-CECB-966A-67F5-55666A32770D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802155" y="2994598"/>
            <a:ext cx="466075" cy="46607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AD47063-511B-D7A8-666A-850C13A084C8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231820" y="2961752"/>
            <a:ext cx="466075" cy="46607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4270C36B-FBE0-834D-AB55-7660E97E5256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747308" y="2961751"/>
            <a:ext cx="466075" cy="46607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36E457A5-874F-E5C8-67F8-17C532764490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248139" y="2960579"/>
            <a:ext cx="466075" cy="46607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98931762-17AA-5DE2-92DB-B006E3CBE869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037288" y="3527946"/>
            <a:ext cx="466075" cy="46607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B14C311-B870-8642-B5FE-68D8A2E49DFF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509493" y="3536821"/>
            <a:ext cx="466075" cy="466075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EE3D56A9-DC16-03D0-E062-A33E915040F2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011056" y="3536821"/>
            <a:ext cx="466075" cy="466075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12910610-A8BE-F0AB-F60A-6D69554616E6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512619" y="3527945"/>
            <a:ext cx="466075" cy="466075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472E48BA-CE9D-8831-57A3-C0FBEFF0090F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5001970" y="3527740"/>
            <a:ext cx="466075" cy="466075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C983C1C9-BCC4-1B06-67F0-563E103DD33B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5431314" y="3510958"/>
            <a:ext cx="466075" cy="466075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A2AA41BA-7BB5-1D06-4FD0-3B87B890CCCF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5860658" y="3491067"/>
            <a:ext cx="466075" cy="466075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381EB62C-A2F7-7F66-14D2-396FEE10C93A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6374480" y="3462609"/>
            <a:ext cx="466075" cy="466075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D5646FBD-CEE2-CC0E-A4AD-5D7AD1B009D0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6906645" y="3510957"/>
            <a:ext cx="466076" cy="466076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D57DE81-159D-DF1C-4C59-50F0031BE773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7409784" y="3499736"/>
            <a:ext cx="466075" cy="466075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4A4C22D8-D93E-0867-56E4-F86B828EFE1F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7941950" y="3491066"/>
            <a:ext cx="466075" cy="466075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8E30172B-FCF8-42DF-811B-A3FF0E493774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8437120" y="3464546"/>
            <a:ext cx="466075" cy="466075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CBE16B15-E538-9711-F710-48FA99BFAF17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8910267" y="3447719"/>
            <a:ext cx="466075" cy="466075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93D44E60-ED60-C995-34AB-9F2BCCCFCD1F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2993220" y="4986797"/>
            <a:ext cx="466075" cy="466075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97A5DD50-0A0E-E59B-E1F0-36015C39FB49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 flipH="1">
            <a:off x="3459294" y="4985828"/>
            <a:ext cx="466076" cy="466076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96A97159-5E53-3A3E-D5A8-BE2E005B4958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3975569" y="5025881"/>
            <a:ext cx="426022" cy="426022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790B3358-6616-1A08-FC1C-8E6F3E436101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4451790" y="4985828"/>
            <a:ext cx="466075" cy="46607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4F2A7B42-810A-2A17-AEF2-52B6B6155272}"/>
              </a:ext>
            </a:extLst>
      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4978694" y="5025881"/>
            <a:ext cx="466075" cy="466075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33597BDC-1719-D0E7-BA25-B8C5BC38C6C5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5494968" y="5025881"/>
            <a:ext cx="466075" cy="466075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5FB437F1-833E-CBBB-060B-CBBAE54886ED}"/>
              </a:ext>
            </a:extLst>
      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5976318" y="5025880"/>
            <a:ext cx="466076" cy="466076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A209ECBF-B67A-664D-344A-827DDCF363F2}"/>
              </a:ext>
            </a:extLst>
      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6440570" y="4995672"/>
            <a:ext cx="466075" cy="466075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0AA41243-738B-23E2-0DB1-4C28C7BC8FC4}"/>
              </a:ext>
            </a:extLst>
      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6865793" y="4985827"/>
            <a:ext cx="466075" cy="466075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C5048B70-598A-6E7D-AE08-BA33F1D1DD6B}"/>
              </a:ext>
            </a:extLst>
      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7392213" y="5006765"/>
            <a:ext cx="466075" cy="464254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8DE783AF-C6F5-0405-F056-E4DE2E6274E6}"/>
              </a:ext>
            </a:extLst>
      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 flipV="1">
            <a:off x="7858288" y="4985279"/>
            <a:ext cx="466075" cy="466075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B6025382-49E4-F536-2D06-65CBF26F8785}"/>
              </a:ext>
            </a:extLst>
      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2993218" y="5541974"/>
            <a:ext cx="466076" cy="466076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213572E7-0099-0BF1-7F7D-081FA678CC2B}"/>
              </a:ext>
            </a:extLst>
      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3503363" y="5532130"/>
            <a:ext cx="466077" cy="466077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E9489556-7ED2-6214-11C9-42D5FF6A4270}"/>
              </a:ext>
            </a:extLst>
      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3985714" y="5590902"/>
            <a:ext cx="466076" cy="466076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024B3C18-EF62-6E94-9174-3D29E26AF288}"/>
              </a:ext>
            </a:extLst>
      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4460254" y="5590902"/>
            <a:ext cx="457611" cy="457611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6DF28A57-0F7F-FA45-566D-A394F6718FE9}"/>
              </a:ext>
            </a:extLst>
      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4978210" y="5582437"/>
            <a:ext cx="466076" cy="466076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3F61E2EF-0BF4-2F68-5E9A-73BCF0315803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5468045" y="5590903"/>
            <a:ext cx="466075" cy="466075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524A3956-5856-F0B3-2D9C-0BB7320B40A4}"/>
              </a:ext>
            </a:extLst>
      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5957879" y="5568277"/>
            <a:ext cx="466075" cy="466075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7940D205-D332-27C1-A74A-AD0E61ED80E8}"/>
              </a:ext>
            </a:extLst>
      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6460541" y="5590903"/>
            <a:ext cx="466075" cy="466075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06102BB5-4726-F6FD-15AE-6ED3654FB006}"/>
              </a:ext>
            </a:extLst>
          </p:cNvPr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6986962" y="5568277"/>
            <a:ext cx="466075" cy="466075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BAB0D8B1-E81E-B4CE-992D-5C379A498C2D}"/>
              </a:ext>
            </a:extLst>
          </p:cNvPr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7513383" y="5582437"/>
            <a:ext cx="466076" cy="466076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34E1B4A7-85B5-DE8B-F7B5-74F8FD6228CD}"/>
              </a:ext>
            </a:extLst>
          </p:cNvPr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8023565" y="5568277"/>
            <a:ext cx="488701" cy="488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873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76B4DC1-F9D1-9C45-97B8-62F33D97EFC4}"/>
              </a:ext>
            </a:extLst>
          </p:cNvPr>
          <p:cNvCxnSpPr>
            <a:cxnSpLocks/>
          </p:cNvCxnSpPr>
          <p:nvPr/>
        </p:nvCxnSpPr>
        <p:spPr>
          <a:xfrm flipH="1" flipV="1">
            <a:off x="4652229" y="5561522"/>
            <a:ext cx="138751" cy="6889"/>
          </a:xfrm>
          <a:prstGeom prst="line">
            <a:avLst/>
          </a:prstGeom>
          <a:ln>
            <a:solidFill>
              <a:schemeClr val="accent1">
                <a:alpha val="99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aphic 18">
            <a:extLst>
              <a:ext uri="{FF2B5EF4-FFF2-40B4-BE49-F238E27FC236}">
                <a16:creationId xmlns:a16="http://schemas.microsoft.com/office/drawing/2014/main" id="{160CB312-0DC8-D547-96C4-834D562236A9}"/>
              </a:ext>
            </a:extLst>
          </p:cNvPr>
          <p:cNvGrpSpPr/>
          <p:nvPr/>
        </p:nvGrpSpPr>
        <p:grpSpPr>
          <a:xfrm flipV="1">
            <a:off x="194907" y="5514838"/>
            <a:ext cx="1172101" cy="1172101"/>
            <a:chOff x="47626" y="638051"/>
            <a:chExt cx="916599" cy="916599"/>
          </a:xfrm>
          <a:solidFill>
            <a:schemeClr val="bg2"/>
          </a:solidFill>
        </p:grpSpPr>
        <p:sp>
          <p:nvSpPr>
            <p:cNvPr id="37" name="Freeform: Shape 70">
              <a:extLst>
                <a:ext uri="{FF2B5EF4-FFF2-40B4-BE49-F238E27FC236}">
                  <a16:creationId xmlns:a16="http://schemas.microsoft.com/office/drawing/2014/main" id="{8ED896D4-0693-5A41-856E-0154F81D8224}"/>
                </a:ext>
              </a:extLst>
            </p:cNvPr>
            <p:cNvSpPr/>
            <p:nvPr/>
          </p:nvSpPr>
          <p:spPr>
            <a:xfrm>
              <a:off x="876996" y="638051"/>
              <a:ext cx="87229" cy="87229"/>
            </a:xfrm>
            <a:custGeom>
              <a:avLst/>
              <a:gdLst>
                <a:gd name="connsiteX0" fmla="*/ 87229 w 87229"/>
                <a:gd name="connsiteY0" fmla="*/ 43615 h 87229"/>
                <a:gd name="connsiteX1" fmla="*/ 43615 w 87229"/>
                <a:gd name="connsiteY1" fmla="*/ 87229 h 87229"/>
                <a:gd name="connsiteX2" fmla="*/ 0 w 87229"/>
                <a:gd name="connsiteY2" fmla="*/ 43615 h 87229"/>
                <a:gd name="connsiteX3" fmla="*/ 43615 w 87229"/>
                <a:gd name="connsiteY3" fmla="*/ 0 h 87229"/>
                <a:gd name="connsiteX4" fmla="*/ 87229 w 87229"/>
                <a:gd name="connsiteY4" fmla="*/ 43615 h 87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229" h="87229">
                  <a:moveTo>
                    <a:pt x="87229" y="43615"/>
                  </a:moveTo>
                  <a:cubicBezTo>
                    <a:pt x="87229" y="67702"/>
                    <a:pt x="67702" y="87229"/>
                    <a:pt x="43615" y="87229"/>
                  </a:cubicBezTo>
                  <a:cubicBezTo>
                    <a:pt x="19527" y="87229"/>
                    <a:pt x="0" y="67702"/>
                    <a:pt x="0" y="43615"/>
                  </a:cubicBezTo>
                  <a:cubicBezTo>
                    <a:pt x="0" y="19527"/>
                    <a:pt x="19527" y="0"/>
                    <a:pt x="43615" y="0"/>
                  </a:cubicBezTo>
                  <a:cubicBezTo>
                    <a:pt x="67702" y="0"/>
                    <a:pt x="87229" y="19527"/>
                    <a:pt x="87229" y="43615"/>
                  </a:cubicBezTo>
                  <a:close/>
                </a:path>
              </a:pathLst>
            </a:custGeom>
            <a:grpFill/>
            <a:ln w="692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1219170"/>
              <a:endParaRPr lang="pt-BR" sz="2400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38" name="Freeform: Shape 71">
              <a:extLst>
                <a:ext uri="{FF2B5EF4-FFF2-40B4-BE49-F238E27FC236}">
                  <a16:creationId xmlns:a16="http://schemas.microsoft.com/office/drawing/2014/main" id="{791C5AD8-7D6A-CB41-8581-5D1D2C6E095F}"/>
                </a:ext>
              </a:extLst>
            </p:cNvPr>
            <p:cNvSpPr/>
            <p:nvPr/>
          </p:nvSpPr>
          <p:spPr>
            <a:xfrm>
              <a:off x="876996" y="914277"/>
              <a:ext cx="87229" cy="87229"/>
            </a:xfrm>
            <a:custGeom>
              <a:avLst/>
              <a:gdLst>
                <a:gd name="connsiteX0" fmla="*/ 87229 w 87229"/>
                <a:gd name="connsiteY0" fmla="*/ 43615 h 87229"/>
                <a:gd name="connsiteX1" fmla="*/ 43615 w 87229"/>
                <a:gd name="connsiteY1" fmla="*/ 87229 h 87229"/>
                <a:gd name="connsiteX2" fmla="*/ 0 w 87229"/>
                <a:gd name="connsiteY2" fmla="*/ 43615 h 87229"/>
                <a:gd name="connsiteX3" fmla="*/ 43615 w 87229"/>
                <a:gd name="connsiteY3" fmla="*/ 0 h 87229"/>
                <a:gd name="connsiteX4" fmla="*/ 87229 w 87229"/>
                <a:gd name="connsiteY4" fmla="*/ 43615 h 87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229" h="87229">
                  <a:moveTo>
                    <a:pt x="87229" y="43615"/>
                  </a:moveTo>
                  <a:cubicBezTo>
                    <a:pt x="87229" y="67702"/>
                    <a:pt x="67702" y="87229"/>
                    <a:pt x="43615" y="87229"/>
                  </a:cubicBezTo>
                  <a:cubicBezTo>
                    <a:pt x="19527" y="87229"/>
                    <a:pt x="0" y="67702"/>
                    <a:pt x="0" y="43615"/>
                  </a:cubicBezTo>
                  <a:cubicBezTo>
                    <a:pt x="0" y="19527"/>
                    <a:pt x="19527" y="0"/>
                    <a:pt x="43615" y="0"/>
                  </a:cubicBezTo>
                  <a:cubicBezTo>
                    <a:pt x="67702" y="0"/>
                    <a:pt x="87229" y="19527"/>
                    <a:pt x="87229" y="43615"/>
                  </a:cubicBezTo>
                  <a:close/>
                </a:path>
              </a:pathLst>
            </a:custGeom>
            <a:grpFill/>
            <a:ln w="692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1219170"/>
              <a:endParaRPr lang="pt-BR" sz="2400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39" name="Freeform: Shape 72">
              <a:extLst>
                <a:ext uri="{FF2B5EF4-FFF2-40B4-BE49-F238E27FC236}">
                  <a16:creationId xmlns:a16="http://schemas.microsoft.com/office/drawing/2014/main" id="{80A0BC64-9098-C24B-857B-B9766A7A0371}"/>
                </a:ext>
              </a:extLst>
            </p:cNvPr>
            <p:cNvSpPr/>
            <p:nvPr/>
          </p:nvSpPr>
          <p:spPr>
            <a:xfrm>
              <a:off x="600770" y="638051"/>
              <a:ext cx="87229" cy="87229"/>
            </a:xfrm>
            <a:custGeom>
              <a:avLst/>
              <a:gdLst>
                <a:gd name="connsiteX0" fmla="*/ 87229 w 87229"/>
                <a:gd name="connsiteY0" fmla="*/ 43615 h 87229"/>
                <a:gd name="connsiteX1" fmla="*/ 43615 w 87229"/>
                <a:gd name="connsiteY1" fmla="*/ 87229 h 87229"/>
                <a:gd name="connsiteX2" fmla="*/ 0 w 87229"/>
                <a:gd name="connsiteY2" fmla="*/ 43615 h 87229"/>
                <a:gd name="connsiteX3" fmla="*/ 43615 w 87229"/>
                <a:gd name="connsiteY3" fmla="*/ 0 h 87229"/>
                <a:gd name="connsiteX4" fmla="*/ 87229 w 87229"/>
                <a:gd name="connsiteY4" fmla="*/ 43615 h 87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229" h="87229">
                  <a:moveTo>
                    <a:pt x="87229" y="43615"/>
                  </a:moveTo>
                  <a:cubicBezTo>
                    <a:pt x="87229" y="67702"/>
                    <a:pt x="67702" y="87229"/>
                    <a:pt x="43615" y="87229"/>
                  </a:cubicBezTo>
                  <a:cubicBezTo>
                    <a:pt x="19527" y="87229"/>
                    <a:pt x="0" y="67702"/>
                    <a:pt x="0" y="43615"/>
                  </a:cubicBezTo>
                  <a:cubicBezTo>
                    <a:pt x="0" y="19527"/>
                    <a:pt x="19527" y="0"/>
                    <a:pt x="43615" y="0"/>
                  </a:cubicBezTo>
                  <a:cubicBezTo>
                    <a:pt x="67702" y="0"/>
                    <a:pt x="87229" y="19527"/>
                    <a:pt x="87229" y="43615"/>
                  </a:cubicBezTo>
                  <a:close/>
                </a:path>
              </a:pathLst>
            </a:custGeom>
            <a:grpFill/>
            <a:ln w="692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1219170"/>
              <a:endParaRPr lang="pt-BR" sz="2400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40" name="Freeform: Shape 73">
              <a:extLst>
                <a:ext uri="{FF2B5EF4-FFF2-40B4-BE49-F238E27FC236}">
                  <a16:creationId xmlns:a16="http://schemas.microsoft.com/office/drawing/2014/main" id="{31F36D2D-8F4A-6044-AA07-AF98D01C0C8B}"/>
                </a:ext>
              </a:extLst>
            </p:cNvPr>
            <p:cNvSpPr/>
            <p:nvPr/>
          </p:nvSpPr>
          <p:spPr>
            <a:xfrm>
              <a:off x="600770" y="914277"/>
              <a:ext cx="87229" cy="87229"/>
            </a:xfrm>
            <a:custGeom>
              <a:avLst/>
              <a:gdLst>
                <a:gd name="connsiteX0" fmla="*/ 87229 w 87229"/>
                <a:gd name="connsiteY0" fmla="*/ 43615 h 87229"/>
                <a:gd name="connsiteX1" fmla="*/ 43615 w 87229"/>
                <a:gd name="connsiteY1" fmla="*/ 87229 h 87229"/>
                <a:gd name="connsiteX2" fmla="*/ 0 w 87229"/>
                <a:gd name="connsiteY2" fmla="*/ 43615 h 87229"/>
                <a:gd name="connsiteX3" fmla="*/ 43615 w 87229"/>
                <a:gd name="connsiteY3" fmla="*/ 0 h 87229"/>
                <a:gd name="connsiteX4" fmla="*/ 87229 w 87229"/>
                <a:gd name="connsiteY4" fmla="*/ 43615 h 87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229" h="87229">
                  <a:moveTo>
                    <a:pt x="87229" y="43615"/>
                  </a:moveTo>
                  <a:cubicBezTo>
                    <a:pt x="87229" y="67702"/>
                    <a:pt x="67702" y="87229"/>
                    <a:pt x="43615" y="87229"/>
                  </a:cubicBezTo>
                  <a:cubicBezTo>
                    <a:pt x="19527" y="87229"/>
                    <a:pt x="0" y="67702"/>
                    <a:pt x="0" y="43615"/>
                  </a:cubicBezTo>
                  <a:cubicBezTo>
                    <a:pt x="0" y="19527"/>
                    <a:pt x="19527" y="0"/>
                    <a:pt x="43615" y="0"/>
                  </a:cubicBezTo>
                  <a:cubicBezTo>
                    <a:pt x="67702" y="0"/>
                    <a:pt x="87229" y="19527"/>
                    <a:pt x="87229" y="43615"/>
                  </a:cubicBezTo>
                  <a:close/>
                </a:path>
              </a:pathLst>
            </a:custGeom>
            <a:grpFill/>
            <a:ln w="692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1219170"/>
              <a:endParaRPr lang="pt-BR" sz="2400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42" name="Freeform: Shape 74">
              <a:extLst>
                <a:ext uri="{FF2B5EF4-FFF2-40B4-BE49-F238E27FC236}">
                  <a16:creationId xmlns:a16="http://schemas.microsoft.com/office/drawing/2014/main" id="{17273B6F-9533-C34A-8F30-CD67E5A01921}"/>
                </a:ext>
              </a:extLst>
            </p:cNvPr>
            <p:cNvSpPr/>
            <p:nvPr/>
          </p:nvSpPr>
          <p:spPr>
            <a:xfrm>
              <a:off x="600770" y="1190503"/>
              <a:ext cx="87229" cy="87229"/>
            </a:xfrm>
            <a:custGeom>
              <a:avLst/>
              <a:gdLst>
                <a:gd name="connsiteX0" fmla="*/ 87229 w 87229"/>
                <a:gd name="connsiteY0" fmla="*/ 43615 h 87229"/>
                <a:gd name="connsiteX1" fmla="*/ 43615 w 87229"/>
                <a:gd name="connsiteY1" fmla="*/ 87229 h 87229"/>
                <a:gd name="connsiteX2" fmla="*/ 0 w 87229"/>
                <a:gd name="connsiteY2" fmla="*/ 43615 h 87229"/>
                <a:gd name="connsiteX3" fmla="*/ 43615 w 87229"/>
                <a:gd name="connsiteY3" fmla="*/ 0 h 87229"/>
                <a:gd name="connsiteX4" fmla="*/ 87229 w 87229"/>
                <a:gd name="connsiteY4" fmla="*/ 43615 h 87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229" h="87229">
                  <a:moveTo>
                    <a:pt x="87229" y="43615"/>
                  </a:moveTo>
                  <a:cubicBezTo>
                    <a:pt x="87229" y="67702"/>
                    <a:pt x="67702" y="87229"/>
                    <a:pt x="43615" y="87229"/>
                  </a:cubicBezTo>
                  <a:cubicBezTo>
                    <a:pt x="19527" y="87229"/>
                    <a:pt x="0" y="67702"/>
                    <a:pt x="0" y="43615"/>
                  </a:cubicBezTo>
                  <a:cubicBezTo>
                    <a:pt x="0" y="19527"/>
                    <a:pt x="19527" y="0"/>
                    <a:pt x="43615" y="0"/>
                  </a:cubicBezTo>
                  <a:cubicBezTo>
                    <a:pt x="67702" y="0"/>
                    <a:pt x="87229" y="19527"/>
                    <a:pt x="87229" y="43615"/>
                  </a:cubicBezTo>
                  <a:close/>
                </a:path>
              </a:pathLst>
            </a:custGeom>
            <a:grpFill/>
            <a:ln w="692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1219170"/>
              <a:endParaRPr lang="pt-BR" sz="2400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43" name="Freeform: Shape 75">
              <a:extLst>
                <a:ext uri="{FF2B5EF4-FFF2-40B4-BE49-F238E27FC236}">
                  <a16:creationId xmlns:a16="http://schemas.microsoft.com/office/drawing/2014/main" id="{B6161357-EDB8-2E4D-A573-7A9906D51B4D}"/>
                </a:ext>
              </a:extLst>
            </p:cNvPr>
            <p:cNvSpPr/>
            <p:nvPr/>
          </p:nvSpPr>
          <p:spPr>
            <a:xfrm>
              <a:off x="323852" y="638051"/>
              <a:ext cx="87229" cy="87229"/>
            </a:xfrm>
            <a:custGeom>
              <a:avLst/>
              <a:gdLst>
                <a:gd name="connsiteX0" fmla="*/ 87229 w 87229"/>
                <a:gd name="connsiteY0" fmla="*/ 43615 h 87229"/>
                <a:gd name="connsiteX1" fmla="*/ 43615 w 87229"/>
                <a:gd name="connsiteY1" fmla="*/ 87229 h 87229"/>
                <a:gd name="connsiteX2" fmla="*/ 0 w 87229"/>
                <a:gd name="connsiteY2" fmla="*/ 43615 h 87229"/>
                <a:gd name="connsiteX3" fmla="*/ 43615 w 87229"/>
                <a:gd name="connsiteY3" fmla="*/ 0 h 87229"/>
                <a:gd name="connsiteX4" fmla="*/ 87229 w 87229"/>
                <a:gd name="connsiteY4" fmla="*/ 43615 h 87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229" h="87229">
                  <a:moveTo>
                    <a:pt x="87229" y="43615"/>
                  </a:moveTo>
                  <a:cubicBezTo>
                    <a:pt x="87229" y="67702"/>
                    <a:pt x="67702" y="87229"/>
                    <a:pt x="43615" y="87229"/>
                  </a:cubicBezTo>
                  <a:cubicBezTo>
                    <a:pt x="19527" y="87229"/>
                    <a:pt x="0" y="67702"/>
                    <a:pt x="0" y="43615"/>
                  </a:cubicBezTo>
                  <a:cubicBezTo>
                    <a:pt x="0" y="19527"/>
                    <a:pt x="19527" y="0"/>
                    <a:pt x="43615" y="0"/>
                  </a:cubicBezTo>
                  <a:cubicBezTo>
                    <a:pt x="67702" y="0"/>
                    <a:pt x="87229" y="19527"/>
                    <a:pt x="87229" y="43615"/>
                  </a:cubicBezTo>
                  <a:close/>
                </a:path>
              </a:pathLst>
            </a:custGeom>
            <a:grpFill/>
            <a:ln w="692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1219170"/>
              <a:endParaRPr lang="pt-BR" sz="2400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44" name="Freeform: Shape 76">
              <a:extLst>
                <a:ext uri="{FF2B5EF4-FFF2-40B4-BE49-F238E27FC236}">
                  <a16:creationId xmlns:a16="http://schemas.microsoft.com/office/drawing/2014/main" id="{BCBA1B62-9C52-4445-A95E-032BAC37027D}"/>
                </a:ext>
              </a:extLst>
            </p:cNvPr>
            <p:cNvSpPr/>
            <p:nvPr/>
          </p:nvSpPr>
          <p:spPr>
            <a:xfrm>
              <a:off x="323852" y="914277"/>
              <a:ext cx="87229" cy="87229"/>
            </a:xfrm>
            <a:custGeom>
              <a:avLst/>
              <a:gdLst>
                <a:gd name="connsiteX0" fmla="*/ 87229 w 87229"/>
                <a:gd name="connsiteY0" fmla="*/ 43615 h 87229"/>
                <a:gd name="connsiteX1" fmla="*/ 43615 w 87229"/>
                <a:gd name="connsiteY1" fmla="*/ 87229 h 87229"/>
                <a:gd name="connsiteX2" fmla="*/ 0 w 87229"/>
                <a:gd name="connsiteY2" fmla="*/ 43615 h 87229"/>
                <a:gd name="connsiteX3" fmla="*/ 43615 w 87229"/>
                <a:gd name="connsiteY3" fmla="*/ 0 h 87229"/>
                <a:gd name="connsiteX4" fmla="*/ 87229 w 87229"/>
                <a:gd name="connsiteY4" fmla="*/ 43615 h 87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229" h="87229">
                  <a:moveTo>
                    <a:pt x="87229" y="43615"/>
                  </a:moveTo>
                  <a:cubicBezTo>
                    <a:pt x="87229" y="67702"/>
                    <a:pt x="67702" y="87229"/>
                    <a:pt x="43615" y="87229"/>
                  </a:cubicBezTo>
                  <a:cubicBezTo>
                    <a:pt x="19527" y="87229"/>
                    <a:pt x="0" y="67702"/>
                    <a:pt x="0" y="43615"/>
                  </a:cubicBezTo>
                  <a:cubicBezTo>
                    <a:pt x="0" y="19527"/>
                    <a:pt x="19527" y="0"/>
                    <a:pt x="43615" y="0"/>
                  </a:cubicBezTo>
                  <a:cubicBezTo>
                    <a:pt x="67702" y="0"/>
                    <a:pt x="87229" y="19527"/>
                    <a:pt x="87229" y="43615"/>
                  </a:cubicBezTo>
                  <a:close/>
                </a:path>
              </a:pathLst>
            </a:custGeom>
            <a:grpFill/>
            <a:ln w="692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1219170"/>
              <a:endParaRPr lang="pt-BR" sz="2400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46" name="Freeform: Shape 77">
              <a:extLst>
                <a:ext uri="{FF2B5EF4-FFF2-40B4-BE49-F238E27FC236}">
                  <a16:creationId xmlns:a16="http://schemas.microsoft.com/office/drawing/2014/main" id="{597FE552-F389-E243-9B04-3216789343D3}"/>
                </a:ext>
              </a:extLst>
            </p:cNvPr>
            <p:cNvSpPr/>
            <p:nvPr/>
          </p:nvSpPr>
          <p:spPr>
            <a:xfrm>
              <a:off x="323852" y="1190503"/>
              <a:ext cx="87229" cy="87229"/>
            </a:xfrm>
            <a:custGeom>
              <a:avLst/>
              <a:gdLst>
                <a:gd name="connsiteX0" fmla="*/ 87229 w 87229"/>
                <a:gd name="connsiteY0" fmla="*/ 43615 h 87229"/>
                <a:gd name="connsiteX1" fmla="*/ 43615 w 87229"/>
                <a:gd name="connsiteY1" fmla="*/ 87229 h 87229"/>
                <a:gd name="connsiteX2" fmla="*/ 0 w 87229"/>
                <a:gd name="connsiteY2" fmla="*/ 43615 h 87229"/>
                <a:gd name="connsiteX3" fmla="*/ 43615 w 87229"/>
                <a:gd name="connsiteY3" fmla="*/ 0 h 87229"/>
                <a:gd name="connsiteX4" fmla="*/ 87229 w 87229"/>
                <a:gd name="connsiteY4" fmla="*/ 43615 h 87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229" h="87229">
                  <a:moveTo>
                    <a:pt x="87229" y="43615"/>
                  </a:moveTo>
                  <a:cubicBezTo>
                    <a:pt x="87229" y="67702"/>
                    <a:pt x="67702" y="87229"/>
                    <a:pt x="43615" y="87229"/>
                  </a:cubicBezTo>
                  <a:cubicBezTo>
                    <a:pt x="19527" y="87229"/>
                    <a:pt x="0" y="67702"/>
                    <a:pt x="0" y="43615"/>
                  </a:cubicBezTo>
                  <a:cubicBezTo>
                    <a:pt x="0" y="19527"/>
                    <a:pt x="19527" y="0"/>
                    <a:pt x="43615" y="0"/>
                  </a:cubicBezTo>
                  <a:cubicBezTo>
                    <a:pt x="67702" y="0"/>
                    <a:pt x="87229" y="19527"/>
                    <a:pt x="87229" y="43615"/>
                  </a:cubicBezTo>
                  <a:close/>
                </a:path>
              </a:pathLst>
            </a:custGeom>
            <a:grpFill/>
            <a:ln w="692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1219170"/>
              <a:endParaRPr lang="pt-BR" sz="2400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47" name="Freeform: Shape 78">
              <a:extLst>
                <a:ext uri="{FF2B5EF4-FFF2-40B4-BE49-F238E27FC236}">
                  <a16:creationId xmlns:a16="http://schemas.microsoft.com/office/drawing/2014/main" id="{E10FC459-6F8C-0441-9203-46C95E97E7A6}"/>
                </a:ext>
              </a:extLst>
            </p:cNvPr>
            <p:cNvSpPr/>
            <p:nvPr/>
          </p:nvSpPr>
          <p:spPr>
            <a:xfrm>
              <a:off x="47626" y="638051"/>
              <a:ext cx="87229" cy="87229"/>
            </a:xfrm>
            <a:custGeom>
              <a:avLst/>
              <a:gdLst>
                <a:gd name="connsiteX0" fmla="*/ 87229 w 87229"/>
                <a:gd name="connsiteY0" fmla="*/ 43615 h 87229"/>
                <a:gd name="connsiteX1" fmla="*/ 43615 w 87229"/>
                <a:gd name="connsiteY1" fmla="*/ 87229 h 87229"/>
                <a:gd name="connsiteX2" fmla="*/ 0 w 87229"/>
                <a:gd name="connsiteY2" fmla="*/ 43615 h 87229"/>
                <a:gd name="connsiteX3" fmla="*/ 43615 w 87229"/>
                <a:gd name="connsiteY3" fmla="*/ 0 h 87229"/>
                <a:gd name="connsiteX4" fmla="*/ 87229 w 87229"/>
                <a:gd name="connsiteY4" fmla="*/ 43615 h 87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229" h="87229">
                  <a:moveTo>
                    <a:pt x="87229" y="43615"/>
                  </a:moveTo>
                  <a:cubicBezTo>
                    <a:pt x="87229" y="67702"/>
                    <a:pt x="67702" y="87229"/>
                    <a:pt x="43615" y="87229"/>
                  </a:cubicBezTo>
                  <a:cubicBezTo>
                    <a:pt x="19527" y="87229"/>
                    <a:pt x="0" y="67702"/>
                    <a:pt x="0" y="43615"/>
                  </a:cubicBezTo>
                  <a:cubicBezTo>
                    <a:pt x="0" y="19527"/>
                    <a:pt x="19527" y="0"/>
                    <a:pt x="43615" y="0"/>
                  </a:cubicBezTo>
                  <a:cubicBezTo>
                    <a:pt x="67702" y="0"/>
                    <a:pt x="87229" y="19527"/>
                    <a:pt x="87229" y="43615"/>
                  </a:cubicBezTo>
                  <a:close/>
                </a:path>
              </a:pathLst>
            </a:custGeom>
            <a:grpFill/>
            <a:ln w="692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1219170"/>
              <a:endParaRPr lang="pt-BR" sz="2400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48" name="Freeform: Shape 79">
              <a:extLst>
                <a:ext uri="{FF2B5EF4-FFF2-40B4-BE49-F238E27FC236}">
                  <a16:creationId xmlns:a16="http://schemas.microsoft.com/office/drawing/2014/main" id="{6D7E954E-C5A4-3448-91A9-8AEE2FFFCB9B}"/>
                </a:ext>
              </a:extLst>
            </p:cNvPr>
            <p:cNvSpPr/>
            <p:nvPr/>
          </p:nvSpPr>
          <p:spPr>
            <a:xfrm>
              <a:off x="47626" y="914277"/>
              <a:ext cx="87229" cy="87229"/>
            </a:xfrm>
            <a:custGeom>
              <a:avLst/>
              <a:gdLst>
                <a:gd name="connsiteX0" fmla="*/ 87229 w 87229"/>
                <a:gd name="connsiteY0" fmla="*/ 43615 h 87229"/>
                <a:gd name="connsiteX1" fmla="*/ 43615 w 87229"/>
                <a:gd name="connsiteY1" fmla="*/ 87229 h 87229"/>
                <a:gd name="connsiteX2" fmla="*/ 0 w 87229"/>
                <a:gd name="connsiteY2" fmla="*/ 43615 h 87229"/>
                <a:gd name="connsiteX3" fmla="*/ 43615 w 87229"/>
                <a:gd name="connsiteY3" fmla="*/ 0 h 87229"/>
                <a:gd name="connsiteX4" fmla="*/ 87229 w 87229"/>
                <a:gd name="connsiteY4" fmla="*/ 43615 h 87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229" h="87229">
                  <a:moveTo>
                    <a:pt x="87229" y="43615"/>
                  </a:moveTo>
                  <a:cubicBezTo>
                    <a:pt x="87229" y="67702"/>
                    <a:pt x="67702" y="87229"/>
                    <a:pt x="43615" y="87229"/>
                  </a:cubicBezTo>
                  <a:cubicBezTo>
                    <a:pt x="19527" y="87229"/>
                    <a:pt x="0" y="67702"/>
                    <a:pt x="0" y="43615"/>
                  </a:cubicBezTo>
                  <a:cubicBezTo>
                    <a:pt x="0" y="19527"/>
                    <a:pt x="19527" y="0"/>
                    <a:pt x="43615" y="0"/>
                  </a:cubicBezTo>
                  <a:cubicBezTo>
                    <a:pt x="67702" y="0"/>
                    <a:pt x="87229" y="19527"/>
                    <a:pt x="87229" y="43615"/>
                  </a:cubicBezTo>
                  <a:close/>
                </a:path>
              </a:pathLst>
            </a:custGeom>
            <a:grpFill/>
            <a:ln w="692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1219170"/>
              <a:endParaRPr lang="pt-BR" sz="2400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49" name="Freeform: Shape 80">
              <a:extLst>
                <a:ext uri="{FF2B5EF4-FFF2-40B4-BE49-F238E27FC236}">
                  <a16:creationId xmlns:a16="http://schemas.microsoft.com/office/drawing/2014/main" id="{97383985-25DE-6348-B8C1-E65C5BB0D4E6}"/>
                </a:ext>
              </a:extLst>
            </p:cNvPr>
            <p:cNvSpPr/>
            <p:nvPr/>
          </p:nvSpPr>
          <p:spPr>
            <a:xfrm>
              <a:off x="47626" y="1190503"/>
              <a:ext cx="87229" cy="87229"/>
            </a:xfrm>
            <a:custGeom>
              <a:avLst/>
              <a:gdLst>
                <a:gd name="connsiteX0" fmla="*/ 87229 w 87229"/>
                <a:gd name="connsiteY0" fmla="*/ 43615 h 87229"/>
                <a:gd name="connsiteX1" fmla="*/ 43615 w 87229"/>
                <a:gd name="connsiteY1" fmla="*/ 87229 h 87229"/>
                <a:gd name="connsiteX2" fmla="*/ 0 w 87229"/>
                <a:gd name="connsiteY2" fmla="*/ 43615 h 87229"/>
                <a:gd name="connsiteX3" fmla="*/ 43615 w 87229"/>
                <a:gd name="connsiteY3" fmla="*/ 0 h 87229"/>
                <a:gd name="connsiteX4" fmla="*/ 87229 w 87229"/>
                <a:gd name="connsiteY4" fmla="*/ 43615 h 87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229" h="87229">
                  <a:moveTo>
                    <a:pt x="87229" y="43615"/>
                  </a:moveTo>
                  <a:cubicBezTo>
                    <a:pt x="87229" y="67702"/>
                    <a:pt x="67702" y="87229"/>
                    <a:pt x="43615" y="87229"/>
                  </a:cubicBezTo>
                  <a:cubicBezTo>
                    <a:pt x="19527" y="87229"/>
                    <a:pt x="0" y="67702"/>
                    <a:pt x="0" y="43615"/>
                  </a:cubicBezTo>
                  <a:cubicBezTo>
                    <a:pt x="0" y="19527"/>
                    <a:pt x="19527" y="0"/>
                    <a:pt x="43615" y="0"/>
                  </a:cubicBezTo>
                  <a:cubicBezTo>
                    <a:pt x="67702" y="0"/>
                    <a:pt x="87229" y="19527"/>
                    <a:pt x="87229" y="43615"/>
                  </a:cubicBezTo>
                  <a:close/>
                </a:path>
              </a:pathLst>
            </a:custGeom>
            <a:grpFill/>
            <a:ln w="692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1219170"/>
              <a:endParaRPr lang="pt-BR" sz="2400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50" name="Freeform: Shape 81">
              <a:extLst>
                <a:ext uri="{FF2B5EF4-FFF2-40B4-BE49-F238E27FC236}">
                  <a16:creationId xmlns:a16="http://schemas.microsoft.com/office/drawing/2014/main" id="{2950CD3E-ABAB-E040-9E8E-2CC9B5E23823}"/>
                </a:ext>
              </a:extLst>
            </p:cNvPr>
            <p:cNvSpPr/>
            <p:nvPr/>
          </p:nvSpPr>
          <p:spPr>
            <a:xfrm>
              <a:off x="47626" y="1467421"/>
              <a:ext cx="87229" cy="87229"/>
            </a:xfrm>
            <a:custGeom>
              <a:avLst/>
              <a:gdLst>
                <a:gd name="connsiteX0" fmla="*/ 87229 w 87229"/>
                <a:gd name="connsiteY0" fmla="*/ 43615 h 87229"/>
                <a:gd name="connsiteX1" fmla="*/ 43615 w 87229"/>
                <a:gd name="connsiteY1" fmla="*/ 87229 h 87229"/>
                <a:gd name="connsiteX2" fmla="*/ 0 w 87229"/>
                <a:gd name="connsiteY2" fmla="*/ 43615 h 87229"/>
                <a:gd name="connsiteX3" fmla="*/ 43615 w 87229"/>
                <a:gd name="connsiteY3" fmla="*/ 0 h 87229"/>
                <a:gd name="connsiteX4" fmla="*/ 87229 w 87229"/>
                <a:gd name="connsiteY4" fmla="*/ 43615 h 87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229" h="87229">
                  <a:moveTo>
                    <a:pt x="87229" y="43615"/>
                  </a:moveTo>
                  <a:cubicBezTo>
                    <a:pt x="87229" y="67702"/>
                    <a:pt x="67702" y="87229"/>
                    <a:pt x="43615" y="87229"/>
                  </a:cubicBezTo>
                  <a:cubicBezTo>
                    <a:pt x="19527" y="87229"/>
                    <a:pt x="0" y="67702"/>
                    <a:pt x="0" y="43615"/>
                  </a:cubicBezTo>
                  <a:cubicBezTo>
                    <a:pt x="0" y="19527"/>
                    <a:pt x="19527" y="0"/>
                    <a:pt x="43615" y="0"/>
                  </a:cubicBezTo>
                  <a:cubicBezTo>
                    <a:pt x="67702" y="0"/>
                    <a:pt x="87229" y="19527"/>
                    <a:pt x="87229" y="43615"/>
                  </a:cubicBezTo>
                  <a:close/>
                </a:path>
              </a:pathLst>
            </a:custGeom>
            <a:grpFill/>
            <a:ln w="692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1219170"/>
              <a:endParaRPr lang="pt-BR" sz="2400">
                <a:solidFill>
                  <a:srgbClr val="000000"/>
                </a:solidFill>
                <a:latin typeface="Calibri"/>
              </a:endParaRPr>
            </a:p>
          </p:txBody>
        </p:sp>
      </p:grpSp>
      <p:grpSp>
        <p:nvGrpSpPr>
          <p:cNvPr id="73" name="Graphic 98">
            <a:extLst>
              <a:ext uri="{FF2B5EF4-FFF2-40B4-BE49-F238E27FC236}">
                <a16:creationId xmlns:a16="http://schemas.microsoft.com/office/drawing/2014/main" id="{586EA41C-5FEF-5044-AF80-DE940308379E}"/>
              </a:ext>
            </a:extLst>
          </p:cNvPr>
          <p:cNvGrpSpPr/>
          <p:nvPr/>
        </p:nvGrpSpPr>
        <p:grpSpPr>
          <a:xfrm>
            <a:off x="11151549" y="5464807"/>
            <a:ext cx="852908" cy="1222132"/>
            <a:chOff x="7517822" y="4046269"/>
            <a:chExt cx="639681" cy="916599"/>
          </a:xfrm>
          <a:solidFill>
            <a:schemeClr val="bg2"/>
          </a:solidFill>
        </p:grpSpPr>
        <p:sp>
          <p:nvSpPr>
            <p:cNvPr id="74" name="Freeform: Shape 112">
              <a:extLst>
                <a:ext uri="{FF2B5EF4-FFF2-40B4-BE49-F238E27FC236}">
                  <a16:creationId xmlns:a16="http://schemas.microsoft.com/office/drawing/2014/main" id="{1AD5E7EA-1C3E-0143-B21D-E350EDBE43BE}"/>
                </a:ext>
              </a:extLst>
            </p:cNvPr>
            <p:cNvSpPr/>
            <p:nvPr/>
          </p:nvSpPr>
          <p:spPr>
            <a:xfrm>
              <a:off x="7517822" y="4046269"/>
              <a:ext cx="87229" cy="87229"/>
            </a:xfrm>
            <a:custGeom>
              <a:avLst/>
              <a:gdLst>
                <a:gd name="connsiteX0" fmla="*/ 87229 w 87229"/>
                <a:gd name="connsiteY0" fmla="*/ 43615 h 87229"/>
                <a:gd name="connsiteX1" fmla="*/ 43615 w 87229"/>
                <a:gd name="connsiteY1" fmla="*/ 87229 h 87229"/>
                <a:gd name="connsiteX2" fmla="*/ 0 w 87229"/>
                <a:gd name="connsiteY2" fmla="*/ 43615 h 87229"/>
                <a:gd name="connsiteX3" fmla="*/ 43615 w 87229"/>
                <a:gd name="connsiteY3" fmla="*/ 0 h 87229"/>
                <a:gd name="connsiteX4" fmla="*/ 87229 w 87229"/>
                <a:gd name="connsiteY4" fmla="*/ 43615 h 87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229" h="87229">
                  <a:moveTo>
                    <a:pt x="87229" y="43615"/>
                  </a:moveTo>
                  <a:cubicBezTo>
                    <a:pt x="87229" y="67702"/>
                    <a:pt x="67702" y="87229"/>
                    <a:pt x="43615" y="87229"/>
                  </a:cubicBezTo>
                  <a:cubicBezTo>
                    <a:pt x="19527" y="87229"/>
                    <a:pt x="0" y="67702"/>
                    <a:pt x="0" y="43615"/>
                  </a:cubicBezTo>
                  <a:cubicBezTo>
                    <a:pt x="0" y="19527"/>
                    <a:pt x="19527" y="0"/>
                    <a:pt x="43615" y="0"/>
                  </a:cubicBezTo>
                  <a:cubicBezTo>
                    <a:pt x="67702" y="0"/>
                    <a:pt x="87229" y="19527"/>
                    <a:pt x="87229" y="43615"/>
                  </a:cubicBezTo>
                  <a:close/>
                </a:path>
              </a:pathLst>
            </a:custGeom>
            <a:grpFill/>
            <a:ln w="68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1219170"/>
              <a:endParaRPr lang="pt-BR" sz="2400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76" name="Freeform: Shape 113">
              <a:extLst>
                <a:ext uri="{FF2B5EF4-FFF2-40B4-BE49-F238E27FC236}">
                  <a16:creationId xmlns:a16="http://schemas.microsoft.com/office/drawing/2014/main" id="{B1997C45-9F64-BA46-9AAA-C774E2733240}"/>
                </a:ext>
              </a:extLst>
            </p:cNvPr>
            <p:cNvSpPr/>
            <p:nvPr/>
          </p:nvSpPr>
          <p:spPr>
            <a:xfrm>
              <a:off x="7794048" y="4046269"/>
              <a:ext cx="87229" cy="87229"/>
            </a:xfrm>
            <a:custGeom>
              <a:avLst/>
              <a:gdLst>
                <a:gd name="connsiteX0" fmla="*/ 87229 w 87229"/>
                <a:gd name="connsiteY0" fmla="*/ 43615 h 87229"/>
                <a:gd name="connsiteX1" fmla="*/ 43615 w 87229"/>
                <a:gd name="connsiteY1" fmla="*/ 87229 h 87229"/>
                <a:gd name="connsiteX2" fmla="*/ 0 w 87229"/>
                <a:gd name="connsiteY2" fmla="*/ 43615 h 87229"/>
                <a:gd name="connsiteX3" fmla="*/ 43615 w 87229"/>
                <a:gd name="connsiteY3" fmla="*/ 0 h 87229"/>
                <a:gd name="connsiteX4" fmla="*/ 87229 w 87229"/>
                <a:gd name="connsiteY4" fmla="*/ 43615 h 87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229" h="87229">
                  <a:moveTo>
                    <a:pt x="87229" y="43615"/>
                  </a:moveTo>
                  <a:cubicBezTo>
                    <a:pt x="87229" y="67702"/>
                    <a:pt x="67702" y="87229"/>
                    <a:pt x="43615" y="87229"/>
                  </a:cubicBezTo>
                  <a:cubicBezTo>
                    <a:pt x="19527" y="87229"/>
                    <a:pt x="0" y="67702"/>
                    <a:pt x="0" y="43615"/>
                  </a:cubicBezTo>
                  <a:cubicBezTo>
                    <a:pt x="0" y="19527"/>
                    <a:pt x="19527" y="0"/>
                    <a:pt x="43615" y="0"/>
                  </a:cubicBezTo>
                  <a:cubicBezTo>
                    <a:pt x="67702" y="0"/>
                    <a:pt x="87229" y="19527"/>
                    <a:pt x="87229" y="43615"/>
                  </a:cubicBezTo>
                  <a:close/>
                </a:path>
              </a:pathLst>
            </a:custGeom>
            <a:grpFill/>
            <a:ln w="68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1219170"/>
              <a:endParaRPr lang="pt-BR" sz="2400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77" name="Freeform: Shape 114">
              <a:extLst>
                <a:ext uri="{FF2B5EF4-FFF2-40B4-BE49-F238E27FC236}">
                  <a16:creationId xmlns:a16="http://schemas.microsoft.com/office/drawing/2014/main" id="{FAB46A42-E264-CC46-9043-104310657D19}"/>
                </a:ext>
              </a:extLst>
            </p:cNvPr>
            <p:cNvSpPr/>
            <p:nvPr/>
          </p:nvSpPr>
          <p:spPr>
            <a:xfrm>
              <a:off x="8070274" y="4046269"/>
              <a:ext cx="87229" cy="87229"/>
            </a:xfrm>
            <a:custGeom>
              <a:avLst/>
              <a:gdLst>
                <a:gd name="connsiteX0" fmla="*/ 87229 w 87229"/>
                <a:gd name="connsiteY0" fmla="*/ 43615 h 87229"/>
                <a:gd name="connsiteX1" fmla="*/ 43615 w 87229"/>
                <a:gd name="connsiteY1" fmla="*/ 87229 h 87229"/>
                <a:gd name="connsiteX2" fmla="*/ 0 w 87229"/>
                <a:gd name="connsiteY2" fmla="*/ 43615 h 87229"/>
                <a:gd name="connsiteX3" fmla="*/ 43615 w 87229"/>
                <a:gd name="connsiteY3" fmla="*/ 0 h 87229"/>
                <a:gd name="connsiteX4" fmla="*/ 87229 w 87229"/>
                <a:gd name="connsiteY4" fmla="*/ 43615 h 87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229" h="87229">
                  <a:moveTo>
                    <a:pt x="87229" y="43615"/>
                  </a:moveTo>
                  <a:cubicBezTo>
                    <a:pt x="87229" y="67702"/>
                    <a:pt x="67702" y="87229"/>
                    <a:pt x="43615" y="87229"/>
                  </a:cubicBezTo>
                  <a:cubicBezTo>
                    <a:pt x="19527" y="87229"/>
                    <a:pt x="0" y="67702"/>
                    <a:pt x="0" y="43615"/>
                  </a:cubicBezTo>
                  <a:cubicBezTo>
                    <a:pt x="0" y="19527"/>
                    <a:pt x="19527" y="0"/>
                    <a:pt x="43615" y="0"/>
                  </a:cubicBezTo>
                  <a:cubicBezTo>
                    <a:pt x="67702" y="0"/>
                    <a:pt x="87229" y="19527"/>
                    <a:pt x="87229" y="43615"/>
                  </a:cubicBezTo>
                  <a:close/>
                </a:path>
              </a:pathLst>
            </a:custGeom>
            <a:grpFill/>
            <a:ln w="68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1219170"/>
              <a:endParaRPr lang="pt-BR" sz="2400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79" name="Freeform: Shape 116">
              <a:extLst>
                <a:ext uri="{FF2B5EF4-FFF2-40B4-BE49-F238E27FC236}">
                  <a16:creationId xmlns:a16="http://schemas.microsoft.com/office/drawing/2014/main" id="{34CA6668-6DCC-064E-9675-359C73760097}"/>
                </a:ext>
              </a:extLst>
            </p:cNvPr>
            <p:cNvSpPr/>
            <p:nvPr/>
          </p:nvSpPr>
          <p:spPr>
            <a:xfrm>
              <a:off x="7517822" y="4322495"/>
              <a:ext cx="87229" cy="87229"/>
            </a:xfrm>
            <a:custGeom>
              <a:avLst/>
              <a:gdLst>
                <a:gd name="connsiteX0" fmla="*/ 87229 w 87229"/>
                <a:gd name="connsiteY0" fmla="*/ 43615 h 87229"/>
                <a:gd name="connsiteX1" fmla="*/ 43615 w 87229"/>
                <a:gd name="connsiteY1" fmla="*/ 87229 h 87229"/>
                <a:gd name="connsiteX2" fmla="*/ 0 w 87229"/>
                <a:gd name="connsiteY2" fmla="*/ 43615 h 87229"/>
                <a:gd name="connsiteX3" fmla="*/ 43615 w 87229"/>
                <a:gd name="connsiteY3" fmla="*/ 0 h 87229"/>
                <a:gd name="connsiteX4" fmla="*/ 87229 w 87229"/>
                <a:gd name="connsiteY4" fmla="*/ 43615 h 87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229" h="87229">
                  <a:moveTo>
                    <a:pt x="87229" y="43615"/>
                  </a:moveTo>
                  <a:cubicBezTo>
                    <a:pt x="87229" y="67702"/>
                    <a:pt x="67702" y="87229"/>
                    <a:pt x="43615" y="87229"/>
                  </a:cubicBezTo>
                  <a:cubicBezTo>
                    <a:pt x="19527" y="87229"/>
                    <a:pt x="0" y="67702"/>
                    <a:pt x="0" y="43615"/>
                  </a:cubicBezTo>
                  <a:cubicBezTo>
                    <a:pt x="0" y="19527"/>
                    <a:pt x="19527" y="0"/>
                    <a:pt x="43615" y="0"/>
                  </a:cubicBezTo>
                  <a:cubicBezTo>
                    <a:pt x="67702" y="0"/>
                    <a:pt x="87229" y="19527"/>
                    <a:pt x="87229" y="43615"/>
                  </a:cubicBezTo>
                  <a:close/>
                </a:path>
              </a:pathLst>
            </a:custGeom>
            <a:grpFill/>
            <a:ln w="68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1219170"/>
              <a:endParaRPr lang="pt-BR" sz="2400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80" name="Freeform: Shape 117">
              <a:extLst>
                <a:ext uri="{FF2B5EF4-FFF2-40B4-BE49-F238E27FC236}">
                  <a16:creationId xmlns:a16="http://schemas.microsoft.com/office/drawing/2014/main" id="{F4CB92DB-E757-A441-97B0-624357D5EC9C}"/>
                </a:ext>
              </a:extLst>
            </p:cNvPr>
            <p:cNvSpPr/>
            <p:nvPr/>
          </p:nvSpPr>
          <p:spPr>
            <a:xfrm>
              <a:off x="7794048" y="4322495"/>
              <a:ext cx="87229" cy="87229"/>
            </a:xfrm>
            <a:custGeom>
              <a:avLst/>
              <a:gdLst>
                <a:gd name="connsiteX0" fmla="*/ 87229 w 87229"/>
                <a:gd name="connsiteY0" fmla="*/ 43615 h 87229"/>
                <a:gd name="connsiteX1" fmla="*/ 43615 w 87229"/>
                <a:gd name="connsiteY1" fmla="*/ 87229 h 87229"/>
                <a:gd name="connsiteX2" fmla="*/ 0 w 87229"/>
                <a:gd name="connsiteY2" fmla="*/ 43615 h 87229"/>
                <a:gd name="connsiteX3" fmla="*/ 43615 w 87229"/>
                <a:gd name="connsiteY3" fmla="*/ 0 h 87229"/>
                <a:gd name="connsiteX4" fmla="*/ 87229 w 87229"/>
                <a:gd name="connsiteY4" fmla="*/ 43615 h 87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229" h="87229">
                  <a:moveTo>
                    <a:pt x="87229" y="43615"/>
                  </a:moveTo>
                  <a:cubicBezTo>
                    <a:pt x="87229" y="67702"/>
                    <a:pt x="67702" y="87229"/>
                    <a:pt x="43615" y="87229"/>
                  </a:cubicBezTo>
                  <a:cubicBezTo>
                    <a:pt x="19527" y="87229"/>
                    <a:pt x="0" y="67702"/>
                    <a:pt x="0" y="43615"/>
                  </a:cubicBezTo>
                  <a:cubicBezTo>
                    <a:pt x="0" y="19527"/>
                    <a:pt x="19527" y="0"/>
                    <a:pt x="43615" y="0"/>
                  </a:cubicBezTo>
                  <a:cubicBezTo>
                    <a:pt x="67702" y="0"/>
                    <a:pt x="87229" y="19527"/>
                    <a:pt x="87229" y="43615"/>
                  </a:cubicBezTo>
                  <a:close/>
                </a:path>
              </a:pathLst>
            </a:custGeom>
            <a:grpFill/>
            <a:ln w="68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1219170"/>
              <a:endParaRPr lang="pt-BR" sz="2400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81" name="Freeform: Shape 118">
              <a:extLst>
                <a:ext uri="{FF2B5EF4-FFF2-40B4-BE49-F238E27FC236}">
                  <a16:creationId xmlns:a16="http://schemas.microsoft.com/office/drawing/2014/main" id="{1D404C4E-C022-C245-9F00-DB9FA3ACED1E}"/>
                </a:ext>
              </a:extLst>
            </p:cNvPr>
            <p:cNvSpPr/>
            <p:nvPr/>
          </p:nvSpPr>
          <p:spPr>
            <a:xfrm>
              <a:off x="8070274" y="4322495"/>
              <a:ext cx="87229" cy="87229"/>
            </a:xfrm>
            <a:custGeom>
              <a:avLst/>
              <a:gdLst>
                <a:gd name="connsiteX0" fmla="*/ 87229 w 87229"/>
                <a:gd name="connsiteY0" fmla="*/ 43615 h 87229"/>
                <a:gd name="connsiteX1" fmla="*/ 43615 w 87229"/>
                <a:gd name="connsiteY1" fmla="*/ 87229 h 87229"/>
                <a:gd name="connsiteX2" fmla="*/ 0 w 87229"/>
                <a:gd name="connsiteY2" fmla="*/ 43615 h 87229"/>
                <a:gd name="connsiteX3" fmla="*/ 43615 w 87229"/>
                <a:gd name="connsiteY3" fmla="*/ 0 h 87229"/>
                <a:gd name="connsiteX4" fmla="*/ 87229 w 87229"/>
                <a:gd name="connsiteY4" fmla="*/ 43615 h 87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229" h="87229">
                  <a:moveTo>
                    <a:pt x="87229" y="43615"/>
                  </a:moveTo>
                  <a:cubicBezTo>
                    <a:pt x="87229" y="67702"/>
                    <a:pt x="67702" y="87229"/>
                    <a:pt x="43615" y="87229"/>
                  </a:cubicBezTo>
                  <a:cubicBezTo>
                    <a:pt x="19527" y="87229"/>
                    <a:pt x="0" y="67702"/>
                    <a:pt x="0" y="43615"/>
                  </a:cubicBezTo>
                  <a:cubicBezTo>
                    <a:pt x="0" y="19527"/>
                    <a:pt x="19527" y="0"/>
                    <a:pt x="43615" y="0"/>
                  </a:cubicBezTo>
                  <a:cubicBezTo>
                    <a:pt x="67702" y="0"/>
                    <a:pt x="87229" y="19527"/>
                    <a:pt x="87229" y="43615"/>
                  </a:cubicBezTo>
                  <a:close/>
                </a:path>
              </a:pathLst>
            </a:custGeom>
            <a:grpFill/>
            <a:ln w="68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1219170"/>
              <a:endParaRPr lang="pt-BR" sz="2400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83" name="Freeform: Shape 120">
              <a:extLst>
                <a:ext uri="{FF2B5EF4-FFF2-40B4-BE49-F238E27FC236}">
                  <a16:creationId xmlns:a16="http://schemas.microsoft.com/office/drawing/2014/main" id="{D9B7303E-06A8-2F4B-9F90-E77778111794}"/>
                </a:ext>
              </a:extLst>
            </p:cNvPr>
            <p:cNvSpPr/>
            <p:nvPr/>
          </p:nvSpPr>
          <p:spPr>
            <a:xfrm>
              <a:off x="7517822" y="4598721"/>
              <a:ext cx="87229" cy="87229"/>
            </a:xfrm>
            <a:custGeom>
              <a:avLst/>
              <a:gdLst>
                <a:gd name="connsiteX0" fmla="*/ 87229 w 87229"/>
                <a:gd name="connsiteY0" fmla="*/ 43615 h 87229"/>
                <a:gd name="connsiteX1" fmla="*/ 43615 w 87229"/>
                <a:gd name="connsiteY1" fmla="*/ 87229 h 87229"/>
                <a:gd name="connsiteX2" fmla="*/ 0 w 87229"/>
                <a:gd name="connsiteY2" fmla="*/ 43615 h 87229"/>
                <a:gd name="connsiteX3" fmla="*/ 43615 w 87229"/>
                <a:gd name="connsiteY3" fmla="*/ 0 h 87229"/>
                <a:gd name="connsiteX4" fmla="*/ 87229 w 87229"/>
                <a:gd name="connsiteY4" fmla="*/ 43615 h 87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229" h="87229">
                  <a:moveTo>
                    <a:pt x="87229" y="43615"/>
                  </a:moveTo>
                  <a:cubicBezTo>
                    <a:pt x="87229" y="67702"/>
                    <a:pt x="67702" y="87229"/>
                    <a:pt x="43615" y="87229"/>
                  </a:cubicBezTo>
                  <a:cubicBezTo>
                    <a:pt x="19527" y="87229"/>
                    <a:pt x="0" y="67702"/>
                    <a:pt x="0" y="43615"/>
                  </a:cubicBezTo>
                  <a:cubicBezTo>
                    <a:pt x="0" y="19527"/>
                    <a:pt x="19527" y="0"/>
                    <a:pt x="43615" y="0"/>
                  </a:cubicBezTo>
                  <a:cubicBezTo>
                    <a:pt x="67702" y="0"/>
                    <a:pt x="87229" y="19527"/>
                    <a:pt x="87229" y="43615"/>
                  </a:cubicBezTo>
                  <a:close/>
                </a:path>
              </a:pathLst>
            </a:custGeom>
            <a:grpFill/>
            <a:ln w="68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1219170"/>
              <a:endParaRPr lang="pt-BR" sz="2400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84" name="Freeform: Shape 121">
              <a:extLst>
                <a:ext uri="{FF2B5EF4-FFF2-40B4-BE49-F238E27FC236}">
                  <a16:creationId xmlns:a16="http://schemas.microsoft.com/office/drawing/2014/main" id="{8174E544-3BD5-D24E-80C4-459CC15FEAA4}"/>
                </a:ext>
              </a:extLst>
            </p:cNvPr>
            <p:cNvSpPr/>
            <p:nvPr/>
          </p:nvSpPr>
          <p:spPr>
            <a:xfrm>
              <a:off x="7794048" y="4598721"/>
              <a:ext cx="87229" cy="87229"/>
            </a:xfrm>
            <a:custGeom>
              <a:avLst/>
              <a:gdLst>
                <a:gd name="connsiteX0" fmla="*/ 87229 w 87229"/>
                <a:gd name="connsiteY0" fmla="*/ 43615 h 87229"/>
                <a:gd name="connsiteX1" fmla="*/ 43615 w 87229"/>
                <a:gd name="connsiteY1" fmla="*/ 87229 h 87229"/>
                <a:gd name="connsiteX2" fmla="*/ 0 w 87229"/>
                <a:gd name="connsiteY2" fmla="*/ 43615 h 87229"/>
                <a:gd name="connsiteX3" fmla="*/ 43615 w 87229"/>
                <a:gd name="connsiteY3" fmla="*/ 0 h 87229"/>
                <a:gd name="connsiteX4" fmla="*/ 87229 w 87229"/>
                <a:gd name="connsiteY4" fmla="*/ 43615 h 87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229" h="87229">
                  <a:moveTo>
                    <a:pt x="87229" y="43615"/>
                  </a:moveTo>
                  <a:cubicBezTo>
                    <a:pt x="87229" y="67702"/>
                    <a:pt x="67702" y="87229"/>
                    <a:pt x="43615" y="87229"/>
                  </a:cubicBezTo>
                  <a:cubicBezTo>
                    <a:pt x="19527" y="87229"/>
                    <a:pt x="0" y="67702"/>
                    <a:pt x="0" y="43615"/>
                  </a:cubicBezTo>
                  <a:cubicBezTo>
                    <a:pt x="0" y="19527"/>
                    <a:pt x="19527" y="0"/>
                    <a:pt x="43615" y="0"/>
                  </a:cubicBezTo>
                  <a:cubicBezTo>
                    <a:pt x="67702" y="0"/>
                    <a:pt x="87229" y="19527"/>
                    <a:pt x="87229" y="43615"/>
                  </a:cubicBezTo>
                  <a:close/>
                </a:path>
              </a:pathLst>
            </a:custGeom>
            <a:grpFill/>
            <a:ln w="68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1219170"/>
              <a:endParaRPr lang="pt-BR" sz="2400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85" name="Freeform: Shape 122">
              <a:extLst>
                <a:ext uri="{FF2B5EF4-FFF2-40B4-BE49-F238E27FC236}">
                  <a16:creationId xmlns:a16="http://schemas.microsoft.com/office/drawing/2014/main" id="{E151CDBF-5B9F-C14A-A434-D2A5F2F9571E}"/>
                </a:ext>
              </a:extLst>
            </p:cNvPr>
            <p:cNvSpPr/>
            <p:nvPr/>
          </p:nvSpPr>
          <p:spPr>
            <a:xfrm>
              <a:off x="8070274" y="4598721"/>
              <a:ext cx="87229" cy="87229"/>
            </a:xfrm>
            <a:custGeom>
              <a:avLst/>
              <a:gdLst>
                <a:gd name="connsiteX0" fmla="*/ 87229 w 87229"/>
                <a:gd name="connsiteY0" fmla="*/ 43615 h 87229"/>
                <a:gd name="connsiteX1" fmla="*/ 43615 w 87229"/>
                <a:gd name="connsiteY1" fmla="*/ 87229 h 87229"/>
                <a:gd name="connsiteX2" fmla="*/ 0 w 87229"/>
                <a:gd name="connsiteY2" fmla="*/ 43615 h 87229"/>
                <a:gd name="connsiteX3" fmla="*/ 43615 w 87229"/>
                <a:gd name="connsiteY3" fmla="*/ 0 h 87229"/>
                <a:gd name="connsiteX4" fmla="*/ 87229 w 87229"/>
                <a:gd name="connsiteY4" fmla="*/ 43615 h 87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229" h="87229">
                  <a:moveTo>
                    <a:pt x="87229" y="43615"/>
                  </a:moveTo>
                  <a:cubicBezTo>
                    <a:pt x="87229" y="67702"/>
                    <a:pt x="67702" y="87229"/>
                    <a:pt x="43615" y="87229"/>
                  </a:cubicBezTo>
                  <a:cubicBezTo>
                    <a:pt x="19527" y="87229"/>
                    <a:pt x="0" y="67702"/>
                    <a:pt x="0" y="43615"/>
                  </a:cubicBezTo>
                  <a:cubicBezTo>
                    <a:pt x="0" y="19527"/>
                    <a:pt x="19527" y="0"/>
                    <a:pt x="43615" y="0"/>
                  </a:cubicBezTo>
                  <a:cubicBezTo>
                    <a:pt x="67702" y="0"/>
                    <a:pt x="87229" y="19527"/>
                    <a:pt x="87229" y="43615"/>
                  </a:cubicBezTo>
                  <a:close/>
                </a:path>
              </a:pathLst>
            </a:custGeom>
            <a:grpFill/>
            <a:ln w="68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1219170"/>
              <a:endParaRPr lang="pt-BR" sz="2400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88" name="Freeform: Shape 124">
              <a:extLst>
                <a:ext uri="{FF2B5EF4-FFF2-40B4-BE49-F238E27FC236}">
                  <a16:creationId xmlns:a16="http://schemas.microsoft.com/office/drawing/2014/main" id="{0F76A828-EC12-5844-ACAC-EC7E1B2CD52B}"/>
                </a:ext>
              </a:extLst>
            </p:cNvPr>
            <p:cNvSpPr/>
            <p:nvPr/>
          </p:nvSpPr>
          <p:spPr>
            <a:xfrm>
              <a:off x="7517822" y="4875639"/>
              <a:ext cx="87229" cy="87229"/>
            </a:xfrm>
            <a:custGeom>
              <a:avLst/>
              <a:gdLst>
                <a:gd name="connsiteX0" fmla="*/ 87229 w 87229"/>
                <a:gd name="connsiteY0" fmla="*/ 43615 h 87229"/>
                <a:gd name="connsiteX1" fmla="*/ 43615 w 87229"/>
                <a:gd name="connsiteY1" fmla="*/ 87229 h 87229"/>
                <a:gd name="connsiteX2" fmla="*/ 0 w 87229"/>
                <a:gd name="connsiteY2" fmla="*/ 43615 h 87229"/>
                <a:gd name="connsiteX3" fmla="*/ 43615 w 87229"/>
                <a:gd name="connsiteY3" fmla="*/ 0 h 87229"/>
                <a:gd name="connsiteX4" fmla="*/ 87229 w 87229"/>
                <a:gd name="connsiteY4" fmla="*/ 43615 h 87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229" h="87229">
                  <a:moveTo>
                    <a:pt x="87229" y="43615"/>
                  </a:moveTo>
                  <a:cubicBezTo>
                    <a:pt x="87229" y="67702"/>
                    <a:pt x="67702" y="87229"/>
                    <a:pt x="43615" y="87229"/>
                  </a:cubicBezTo>
                  <a:cubicBezTo>
                    <a:pt x="19527" y="87229"/>
                    <a:pt x="0" y="67702"/>
                    <a:pt x="0" y="43615"/>
                  </a:cubicBezTo>
                  <a:cubicBezTo>
                    <a:pt x="0" y="19527"/>
                    <a:pt x="19527" y="0"/>
                    <a:pt x="43615" y="0"/>
                  </a:cubicBezTo>
                  <a:cubicBezTo>
                    <a:pt x="67702" y="0"/>
                    <a:pt x="87229" y="19527"/>
                    <a:pt x="87229" y="43615"/>
                  </a:cubicBezTo>
                  <a:close/>
                </a:path>
              </a:pathLst>
            </a:custGeom>
            <a:grpFill/>
            <a:ln w="68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1219170"/>
              <a:endParaRPr lang="pt-BR" sz="2400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89" name="Freeform: Shape 125">
              <a:extLst>
                <a:ext uri="{FF2B5EF4-FFF2-40B4-BE49-F238E27FC236}">
                  <a16:creationId xmlns:a16="http://schemas.microsoft.com/office/drawing/2014/main" id="{38B68A6B-EB5A-5E41-886E-760EF4274EB1}"/>
                </a:ext>
              </a:extLst>
            </p:cNvPr>
            <p:cNvSpPr/>
            <p:nvPr/>
          </p:nvSpPr>
          <p:spPr>
            <a:xfrm>
              <a:off x="7794048" y="4875639"/>
              <a:ext cx="87229" cy="87229"/>
            </a:xfrm>
            <a:custGeom>
              <a:avLst/>
              <a:gdLst>
                <a:gd name="connsiteX0" fmla="*/ 87229 w 87229"/>
                <a:gd name="connsiteY0" fmla="*/ 43615 h 87229"/>
                <a:gd name="connsiteX1" fmla="*/ 43615 w 87229"/>
                <a:gd name="connsiteY1" fmla="*/ 87229 h 87229"/>
                <a:gd name="connsiteX2" fmla="*/ 0 w 87229"/>
                <a:gd name="connsiteY2" fmla="*/ 43615 h 87229"/>
                <a:gd name="connsiteX3" fmla="*/ 43615 w 87229"/>
                <a:gd name="connsiteY3" fmla="*/ 0 h 87229"/>
                <a:gd name="connsiteX4" fmla="*/ 87229 w 87229"/>
                <a:gd name="connsiteY4" fmla="*/ 43615 h 87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229" h="87229">
                  <a:moveTo>
                    <a:pt x="87229" y="43615"/>
                  </a:moveTo>
                  <a:cubicBezTo>
                    <a:pt x="87229" y="67702"/>
                    <a:pt x="67702" y="87229"/>
                    <a:pt x="43615" y="87229"/>
                  </a:cubicBezTo>
                  <a:cubicBezTo>
                    <a:pt x="19527" y="87229"/>
                    <a:pt x="0" y="67702"/>
                    <a:pt x="0" y="43615"/>
                  </a:cubicBezTo>
                  <a:cubicBezTo>
                    <a:pt x="0" y="19527"/>
                    <a:pt x="19527" y="0"/>
                    <a:pt x="43615" y="0"/>
                  </a:cubicBezTo>
                  <a:cubicBezTo>
                    <a:pt x="67702" y="0"/>
                    <a:pt x="87229" y="19527"/>
                    <a:pt x="87229" y="43615"/>
                  </a:cubicBezTo>
                  <a:close/>
                </a:path>
              </a:pathLst>
            </a:custGeom>
            <a:grpFill/>
            <a:ln w="68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1219170"/>
              <a:endParaRPr lang="pt-BR" sz="2400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90" name="Freeform: Shape 126">
              <a:extLst>
                <a:ext uri="{FF2B5EF4-FFF2-40B4-BE49-F238E27FC236}">
                  <a16:creationId xmlns:a16="http://schemas.microsoft.com/office/drawing/2014/main" id="{75649523-39F5-964B-B127-D98B22A61753}"/>
                </a:ext>
              </a:extLst>
            </p:cNvPr>
            <p:cNvSpPr/>
            <p:nvPr/>
          </p:nvSpPr>
          <p:spPr>
            <a:xfrm>
              <a:off x="8070274" y="4875639"/>
              <a:ext cx="87229" cy="87229"/>
            </a:xfrm>
            <a:custGeom>
              <a:avLst/>
              <a:gdLst>
                <a:gd name="connsiteX0" fmla="*/ 87229 w 87229"/>
                <a:gd name="connsiteY0" fmla="*/ 43615 h 87229"/>
                <a:gd name="connsiteX1" fmla="*/ 43615 w 87229"/>
                <a:gd name="connsiteY1" fmla="*/ 87229 h 87229"/>
                <a:gd name="connsiteX2" fmla="*/ 0 w 87229"/>
                <a:gd name="connsiteY2" fmla="*/ 43615 h 87229"/>
                <a:gd name="connsiteX3" fmla="*/ 43615 w 87229"/>
                <a:gd name="connsiteY3" fmla="*/ 0 h 87229"/>
                <a:gd name="connsiteX4" fmla="*/ 87229 w 87229"/>
                <a:gd name="connsiteY4" fmla="*/ 43615 h 87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229" h="87229">
                  <a:moveTo>
                    <a:pt x="87229" y="43615"/>
                  </a:moveTo>
                  <a:cubicBezTo>
                    <a:pt x="87229" y="67702"/>
                    <a:pt x="67702" y="87229"/>
                    <a:pt x="43615" y="87229"/>
                  </a:cubicBezTo>
                  <a:cubicBezTo>
                    <a:pt x="19527" y="87229"/>
                    <a:pt x="0" y="67702"/>
                    <a:pt x="0" y="43615"/>
                  </a:cubicBezTo>
                  <a:cubicBezTo>
                    <a:pt x="0" y="19527"/>
                    <a:pt x="19527" y="0"/>
                    <a:pt x="43615" y="0"/>
                  </a:cubicBezTo>
                  <a:cubicBezTo>
                    <a:pt x="67702" y="0"/>
                    <a:pt x="87229" y="19527"/>
                    <a:pt x="87229" y="43615"/>
                  </a:cubicBezTo>
                  <a:close/>
                </a:path>
              </a:pathLst>
            </a:custGeom>
            <a:grpFill/>
            <a:ln w="68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1219170"/>
              <a:endParaRPr lang="pt-BR" sz="2400">
                <a:solidFill>
                  <a:srgbClr val="000000"/>
                </a:solidFill>
                <a:latin typeface="Calibri"/>
              </a:endParaRPr>
            </a:p>
          </p:txBody>
        </p:sp>
      </p:grpSp>
      <p:pic>
        <p:nvPicPr>
          <p:cNvPr id="8" name="Graphic 7" descr="barchart_ltr">
            <a:extLst>
              <a:ext uri="{FF2B5EF4-FFF2-40B4-BE49-F238E27FC236}">
                <a16:creationId xmlns:a16="http://schemas.microsoft.com/office/drawing/2014/main" id="{C43CADC8-34F6-3944-BB61-0AD6131633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23309" y="3373007"/>
            <a:ext cx="1203116" cy="1203116"/>
          </a:xfrm>
          <a:prstGeom prst="rect">
            <a:avLst/>
          </a:prstGeom>
        </p:spPr>
      </p:pic>
      <p:pic>
        <p:nvPicPr>
          <p:cNvPr id="14" name="Graphic 13" descr="upwardtrend_ltr">
            <a:extLst>
              <a:ext uri="{FF2B5EF4-FFF2-40B4-BE49-F238E27FC236}">
                <a16:creationId xmlns:a16="http://schemas.microsoft.com/office/drawing/2014/main" id="{C745C28B-B8BD-4F4D-8F56-03AD03529A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31686" y="3373007"/>
            <a:ext cx="1203116" cy="1203116"/>
          </a:xfrm>
          <a:prstGeom prst="rect">
            <a:avLst/>
          </a:prstGeom>
        </p:spPr>
      </p:pic>
      <p:pic>
        <p:nvPicPr>
          <p:cNvPr id="16" name="Graphic 15" descr="piechart">
            <a:extLst>
              <a:ext uri="{FF2B5EF4-FFF2-40B4-BE49-F238E27FC236}">
                <a16:creationId xmlns:a16="http://schemas.microsoft.com/office/drawing/2014/main" id="{06000C65-A397-124F-8F98-3C25884FE72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170817" y="1842919"/>
            <a:ext cx="1203116" cy="1203116"/>
          </a:xfrm>
          <a:prstGeom prst="rect">
            <a:avLst/>
          </a:prstGeom>
        </p:spPr>
      </p:pic>
      <p:pic>
        <p:nvPicPr>
          <p:cNvPr id="19" name="Graphic 18" descr="presentationbarchart_ltr">
            <a:extLst>
              <a:ext uri="{FF2B5EF4-FFF2-40B4-BE49-F238E27FC236}">
                <a16:creationId xmlns:a16="http://schemas.microsoft.com/office/drawing/2014/main" id="{2D04FC54-1304-DC4C-A7B7-609D62B2F84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744159" y="1842919"/>
            <a:ext cx="1203116" cy="1203116"/>
          </a:xfrm>
          <a:prstGeom prst="rect">
            <a:avLst/>
          </a:prstGeom>
        </p:spPr>
      </p:pic>
      <p:pic>
        <p:nvPicPr>
          <p:cNvPr id="23" name="Graphic 22" descr="gears">
            <a:extLst>
              <a:ext uri="{FF2B5EF4-FFF2-40B4-BE49-F238E27FC236}">
                <a16:creationId xmlns:a16="http://schemas.microsoft.com/office/drawing/2014/main" id="{9487C9C3-7FDC-A542-B4B1-116EEDE9E4B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327187" y="1842919"/>
            <a:ext cx="1203116" cy="1203116"/>
          </a:xfrm>
          <a:prstGeom prst="rect">
            <a:avLst/>
          </a:prstGeom>
        </p:spPr>
      </p:pic>
      <p:pic>
        <p:nvPicPr>
          <p:cNvPr id="27" name="Graphic 26" descr="magnifyingglass">
            <a:extLst>
              <a:ext uri="{FF2B5EF4-FFF2-40B4-BE49-F238E27FC236}">
                <a16:creationId xmlns:a16="http://schemas.microsoft.com/office/drawing/2014/main" id="{6CD8CB15-C242-2B4A-A680-5831AC61A10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900530" y="1842919"/>
            <a:ext cx="1203116" cy="1203116"/>
          </a:xfrm>
          <a:prstGeom prst="rect">
            <a:avLst/>
          </a:prstGeom>
        </p:spPr>
      </p:pic>
      <p:pic>
        <p:nvPicPr>
          <p:cNvPr id="29" name="Graphic 28" descr="bullseye">
            <a:extLst>
              <a:ext uri="{FF2B5EF4-FFF2-40B4-BE49-F238E27FC236}">
                <a16:creationId xmlns:a16="http://schemas.microsoft.com/office/drawing/2014/main" id="{155EA5D7-6C96-6A4E-8F99-FBBDDE70AD9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506529" y="1842919"/>
            <a:ext cx="1203116" cy="1203116"/>
          </a:xfrm>
          <a:prstGeom prst="rect">
            <a:avLst/>
          </a:prstGeom>
        </p:spPr>
      </p:pic>
      <p:pic>
        <p:nvPicPr>
          <p:cNvPr id="31" name="Graphic 30" descr="statistics_ltr">
            <a:extLst>
              <a:ext uri="{FF2B5EF4-FFF2-40B4-BE49-F238E27FC236}">
                <a16:creationId xmlns:a16="http://schemas.microsoft.com/office/drawing/2014/main" id="{CE5500E6-9EDD-B14A-ABFC-1EB3AD6C669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327187" y="3373007"/>
            <a:ext cx="1203116" cy="1203116"/>
          </a:xfrm>
          <a:prstGeom prst="rect">
            <a:avLst/>
          </a:prstGeom>
        </p:spPr>
      </p:pic>
      <p:pic>
        <p:nvPicPr>
          <p:cNvPr id="33" name="Graphic 32" descr="document">
            <a:extLst>
              <a:ext uri="{FF2B5EF4-FFF2-40B4-BE49-F238E27FC236}">
                <a16:creationId xmlns:a16="http://schemas.microsoft.com/office/drawing/2014/main" id="{1355F6D1-4C33-4342-9DA0-7B2FE9CA2F6B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170817" y="4830625"/>
            <a:ext cx="1203116" cy="1203116"/>
          </a:xfrm>
          <a:prstGeom prst="rect">
            <a:avLst/>
          </a:prstGeom>
        </p:spPr>
      </p:pic>
      <p:pic>
        <p:nvPicPr>
          <p:cNvPr id="35" name="Graphic 34" descr="customerreview_ltr">
            <a:extLst>
              <a:ext uri="{FF2B5EF4-FFF2-40B4-BE49-F238E27FC236}">
                <a16:creationId xmlns:a16="http://schemas.microsoft.com/office/drawing/2014/main" id="{D7A7FB39-D447-CE4B-91C3-E693DDA9136A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327187" y="4830625"/>
            <a:ext cx="1203116" cy="1203116"/>
          </a:xfrm>
          <a:prstGeom prst="rect">
            <a:avLst/>
          </a:prstGeom>
        </p:spPr>
      </p:pic>
      <p:pic>
        <p:nvPicPr>
          <p:cNvPr id="95" name="Graphic 94" descr="dailycalendar">
            <a:extLst>
              <a:ext uri="{FF2B5EF4-FFF2-40B4-BE49-F238E27FC236}">
                <a16:creationId xmlns:a16="http://schemas.microsoft.com/office/drawing/2014/main" id="{D19221F1-B34B-0548-9F37-2E68C01270A8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3742001" y="4830625"/>
            <a:ext cx="1203116" cy="1203116"/>
          </a:xfrm>
          <a:prstGeom prst="rect">
            <a:avLst/>
          </a:prstGeom>
        </p:spPr>
      </p:pic>
      <p:pic>
        <p:nvPicPr>
          <p:cNvPr id="98" name="Graphic 97" descr="hierarchy">
            <a:extLst>
              <a:ext uri="{FF2B5EF4-FFF2-40B4-BE49-F238E27FC236}">
                <a16:creationId xmlns:a16="http://schemas.microsoft.com/office/drawing/2014/main" id="{65167D4F-1B11-D643-A913-BA1151297590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900530" y="3373007"/>
            <a:ext cx="1203116" cy="1203116"/>
          </a:xfrm>
          <a:prstGeom prst="rect">
            <a:avLst/>
          </a:prstGeom>
        </p:spPr>
      </p:pic>
      <p:pic>
        <p:nvPicPr>
          <p:cNvPr id="101" name="Graphic 100" descr="coins">
            <a:extLst>
              <a:ext uri="{FF2B5EF4-FFF2-40B4-BE49-F238E27FC236}">
                <a16:creationId xmlns:a16="http://schemas.microsoft.com/office/drawing/2014/main" id="{5E56A20F-4CD5-3A4C-B702-C77E2879EAC2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495169" y="4830625"/>
            <a:ext cx="1203116" cy="1203116"/>
          </a:xfrm>
          <a:prstGeom prst="rect">
            <a:avLst/>
          </a:prstGeom>
        </p:spPr>
      </p:pic>
      <p:pic>
        <p:nvPicPr>
          <p:cNvPr id="106" name="Graphic 105" descr="shoppingcart">
            <a:extLst>
              <a:ext uri="{FF2B5EF4-FFF2-40B4-BE49-F238E27FC236}">
                <a16:creationId xmlns:a16="http://schemas.microsoft.com/office/drawing/2014/main" id="{16972C1C-27A9-A844-A73E-792C2DEC4459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6937502" y="4830625"/>
            <a:ext cx="1203116" cy="1203116"/>
          </a:xfrm>
          <a:prstGeom prst="rect">
            <a:avLst/>
          </a:prstGeom>
        </p:spPr>
      </p:pic>
      <p:sp>
        <p:nvSpPr>
          <p:cNvPr id="109" name="Title 108">
            <a:extLst>
              <a:ext uri="{FF2B5EF4-FFF2-40B4-BE49-F238E27FC236}">
                <a16:creationId xmlns:a16="http://schemas.microsoft.com/office/drawing/2014/main" id="{1F3AED33-D9A5-3D43-A782-ED8FE913B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Free Icons Slide Template</a:t>
            </a:r>
          </a:p>
        </p:txBody>
      </p:sp>
      <p:pic>
        <p:nvPicPr>
          <p:cNvPr id="111" name="Graphic 110" descr="world">
            <a:extLst>
              <a:ext uri="{FF2B5EF4-FFF2-40B4-BE49-F238E27FC236}">
                <a16:creationId xmlns:a16="http://schemas.microsoft.com/office/drawing/2014/main" id="{C5578EBF-6690-D74D-868E-B6FB6EE895C8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8506530" y="3373007"/>
            <a:ext cx="1203116" cy="1203116"/>
          </a:xfrm>
          <a:prstGeom prst="rect">
            <a:avLst/>
          </a:prstGeom>
        </p:spPr>
      </p:pic>
      <p:grpSp>
        <p:nvGrpSpPr>
          <p:cNvPr id="2" name="Graphic 98">
            <a:extLst>
              <a:ext uri="{FF2B5EF4-FFF2-40B4-BE49-F238E27FC236}">
                <a16:creationId xmlns:a16="http://schemas.microsoft.com/office/drawing/2014/main" id="{3AD27CC0-969D-627A-CEAA-9A275ADA365D}"/>
              </a:ext>
            </a:extLst>
          </p:cNvPr>
          <p:cNvGrpSpPr/>
          <p:nvPr/>
        </p:nvGrpSpPr>
        <p:grpSpPr>
          <a:xfrm>
            <a:off x="11162633" y="246829"/>
            <a:ext cx="852908" cy="1222132"/>
            <a:chOff x="7517822" y="4046269"/>
            <a:chExt cx="639681" cy="916599"/>
          </a:xfrm>
          <a:solidFill>
            <a:schemeClr val="bg2"/>
          </a:solidFill>
        </p:grpSpPr>
        <p:sp>
          <p:nvSpPr>
            <p:cNvPr id="3" name="Freeform: Shape 112">
              <a:extLst>
                <a:ext uri="{FF2B5EF4-FFF2-40B4-BE49-F238E27FC236}">
                  <a16:creationId xmlns:a16="http://schemas.microsoft.com/office/drawing/2014/main" id="{A5C0A942-302F-BB33-0803-3448E1F1C510}"/>
                </a:ext>
              </a:extLst>
            </p:cNvPr>
            <p:cNvSpPr/>
            <p:nvPr/>
          </p:nvSpPr>
          <p:spPr>
            <a:xfrm>
              <a:off x="7517822" y="4046269"/>
              <a:ext cx="87229" cy="87229"/>
            </a:xfrm>
            <a:custGeom>
              <a:avLst/>
              <a:gdLst>
                <a:gd name="connsiteX0" fmla="*/ 87229 w 87229"/>
                <a:gd name="connsiteY0" fmla="*/ 43615 h 87229"/>
                <a:gd name="connsiteX1" fmla="*/ 43615 w 87229"/>
                <a:gd name="connsiteY1" fmla="*/ 87229 h 87229"/>
                <a:gd name="connsiteX2" fmla="*/ 0 w 87229"/>
                <a:gd name="connsiteY2" fmla="*/ 43615 h 87229"/>
                <a:gd name="connsiteX3" fmla="*/ 43615 w 87229"/>
                <a:gd name="connsiteY3" fmla="*/ 0 h 87229"/>
                <a:gd name="connsiteX4" fmla="*/ 87229 w 87229"/>
                <a:gd name="connsiteY4" fmla="*/ 43615 h 87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229" h="87229">
                  <a:moveTo>
                    <a:pt x="87229" y="43615"/>
                  </a:moveTo>
                  <a:cubicBezTo>
                    <a:pt x="87229" y="67702"/>
                    <a:pt x="67702" y="87229"/>
                    <a:pt x="43615" y="87229"/>
                  </a:cubicBezTo>
                  <a:cubicBezTo>
                    <a:pt x="19527" y="87229"/>
                    <a:pt x="0" y="67702"/>
                    <a:pt x="0" y="43615"/>
                  </a:cubicBezTo>
                  <a:cubicBezTo>
                    <a:pt x="0" y="19527"/>
                    <a:pt x="19527" y="0"/>
                    <a:pt x="43615" y="0"/>
                  </a:cubicBezTo>
                  <a:cubicBezTo>
                    <a:pt x="67702" y="0"/>
                    <a:pt x="87229" y="19527"/>
                    <a:pt x="87229" y="43615"/>
                  </a:cubicBezTo>
                  <a:close/>
                </a:path>
              </a:pathLst>
            </a:custGeom>
            <a:grpFill/>
            <a:ln w="68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1219170"/>
              <a:endParaRPr lang="pt-BR" sz="2400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4" name="Freeform: Shape 113">
              <a:extLst>
                <a:ext uri="{FF2B5EF4-FFF2-40B4-BE49-F238E27FC236}">
                  <a16:creationId xmlns:a16="http://schemas.microsoft.com/office/drawing/2014/main" id="{B79585FA-10A3-FC46-5670-5B08942BCB74}"/>
                </a:ext>
              </a:extLst>
            </p:cNvPr>
            <p:cNvSpPr/>
            <p:nvPr/>
          </p:nvSpPr>
          <p:spPr>
            <a:xfrm>
              <a:off x="7794048" y="4046269"/>
              <a:ext cx="87229" cy="87229"/>
            </a:xfrm>
            <a:custGeom>
              <a:avLst/>
              <a:gdLst>
                <a:gd name="connsiteX0" fmla="*/ 87229 w 87229"/>
                <a:gd name="connsiteY0" fmla="*/ 43615 h 87229"/>
                <a:gd name="connsiteX1" fmla="*/ 43615 w 87229"/>
                <a:gd name="connsiteY1" fmla="*/ 87229 h 87229"/>
                <a:gd name="connsiteX2" fmla="*/ 0 w 87229"/>
                <a:gd name="connsiteY2" fmla="*/ 43615 h 87229"/>
                <a:gd name="connsiteX3" fmla="*/ 43615 w 87229"/>
                <a:gd name="connsiteY3" fmla="*/ 0 h 87229"/>
                <a:gd name="connsiteX4" fmla="*/ 87229 w 87229"/>
                <a:gd name="connsiteY4" fmla="*/ 43615 h 87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229" h="87229">
                  <a:moveTo>
                    <a:pt x="87229" y="43615"/>
                  </a:moveTo>
                  <a:cubicBezTo>
                    <a:pt x="87229" y="67702"/>
                    <a:pt x="67702" y="87229"/>
                    <a:pt x="43615" y="87229"/>
                  </a:cubicBezTo>
                  <a:cubicBezTo>
                    <a:pt x="19527" y="87229"/>
                    <a:pt x="0" y="67702"/>
                    <a:pt x="0" y="43615"/>
                  </a:cubicBezTo>
                  <a:cubicBezTo>
                    <a:pt x="0" y="19527"/>
                    <a:pt x="19527" y="0"/>
                    <a:pt x="43615" y="0"/>
                  </a:cubicBezTo>
                  <a:cubicBezTo>
                    <a:pt x="67702" y="0"/>
                    <a:pt x="87229" y="19527"/>
                    <a:pt x="87229" y="43615"/>
                  </a:cubicBezTo>
                  <a:close/>
                </a:path>
              </a:pathLst>
            </a:custGeom>
            <a:grpFill/>
            <a:ln w="68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1219170"/>
              <a:endParaRPr lang="pt-BR" sz="2400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6" name="Freeform: Shape 114">
              <a:extLst>
                <a:ext uri="{FF2B5EF4-FFF2-40B4-BE49-F238E27FC236}">
                  <a16:creationId xmlns:a16="http://schemas.microsoft.com/office/drawing/2014/main" id="{BA733AC7-42FD-3CF8-9375-3D2ED3A81DEF}"/>
                </a:ext>
              </a:extLst>
            </p:cNvPr>
            <p:cNvSpPr/>
            <p:nvPr/>
          </p:nvSpPr>
          <p:spPr>
            <a:xfrm>
              <a:off x="8070274" y="4046269"/>
              <a:ext cx="87229" cy="87229"/>
            </a:xfrm>
            <a:custGeom>
              <a:avLst/>
              <a:gdLst>
                <a:gd name="connsiteX0" fmla="*/ 87229 w 87229"/>
                <a:gd name="connsiteY0" fmla="*/ 43615 h 87229"/>
                <a:gd name="connsiteX1" fmla="*/ 43615 w 87229"/>
                <a:gd name="connsiteY1" fmla="*/ 87229 h 87229"/>
                <a:gd name="connsiteX2" fmla="*/ 0 w 87229"/>
                <a:gd name="connsiteY2" fmla="*/ 43615 h 87229"/>
                <a:gd name="connsiteX3" fmla="*/ 43615 w 87229"/>
                <a:gd name="connsiteY3" fmla="*/ 0 h 87229"/>
                <a:gd name="connsiteX4" fmla="*/ 87229 w 87229"/>
                <a:gd name="connsiteY4" fmla="*/ 43615 h 87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229" h="87229">
                  <a:moveTo>
                    <a:pt x="87229" y="43615"/>
                  </a:moveTo>
                  <a:cubicBezTo>
                    <a:pt x="87229" y="67702"/>
                    <a:pt x="67702" y="87229"/>
                    <a:pt x="43615" y="87229"/>
                  </a:cubicBezTo>
                  <a:cubicBezTo>
                    <a:pt x="19527" y="87229"/>
                    <a:pt x="0" y="67702"/>
                    <a:pt x="0" y="43615"/>
                  </a:cubicBezTo>
                  <a:cubicBezTo>
                    <a:pt x="0" y="19527"/>
                    <a:pt x="19527" y="0"/>
                    <a:pt x="43615" y="0"/>
                  </a:cubicBezTo>
                  <a:cubicBezTo>
                    <a:pt x="67702" y="0"/>
                    <a:pt x="87229" y="19527"/>
                    <a:pt x="87229" y="43615"/>
                  </a:cubicBezTo>
                  <a:close/>
                </a:path>
              </a:pathLst>
            </a:custGeom>
            <a:grpFill/>
            <a:ln w="68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1219170"/>
              <a:endParaRPr lang="pt-BR" sz="2400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7" name="Freeform: Shape 116">
              <a:extLst>
                <a:ext uri="{FF2B5EF4-FFF2-40B4-BE49-F238E27FC236}">
                  <a16:creationId xmlns:a16="http://schemas.microsoft.com/office/drawing/2014/main" id="{5311E783-991F-832F-44C9-99F86FE95853}"/>
                </a:ext>
              </a:extLst>
            </p:cNvPr>
            <p:cNvSpPr/>
            <p:nvPr/>
          </p:nvSpPr>
          <p:spPr>
            <a:xfrm>
              <a:off x="7517822" y="4322495"/>
              <a:ext cx="87229" cy="87229"/>
            </a:xfrm>
            <a:custGeom>
              <a:avLst/>
              <a:gdLst>
                <a:gd name="connsiteX0" fmla="*/ 87229 w 87229"/>
                <a:gd name="connsiteY0" fmla="*/ 43615 h 87229"/>
                <a:gd name="connsiteX1" fmla="*/ 43615 w 87229"/>
                <a:gd name="connsiteY1" fmla="*/ 87229 h 87229"/>
                <a:gd name="connsiteX2" fmla="*/ 0 w 87229"/>
                <a:gd name="connsiteY2" fmla="*/ 43615 h 87229"/>
                <a:gd name="connsiteX3" fmla="*/ 43615 w 87229"/>
                <a:gd name="connsiteY3" fmla="*/ 0 h 87229"/>
                <a:gd name="connsiteX4" fmla="*/ 87229 w 87229"/>
                <a:gd name="connsiteY4" fmla="*/ 43615 h 87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229" h="87229">
                  <a:moveTo>
                    <a:pt x="87229" y="43615"/>
                  </a:moveTo>
                  <a:cubicBezTo>
                    <a:pt x="87229" y="67702"/>
                    <a:pt x="67702" y="87229"/>
                    <a:pt x="43615" y="87229"/>
                  </a:cubicBezTo>
                  <a:cubicBezTo>
                    <a:pt x="19527" y="87229"/>
                    <a:pt x="0" y="67702"/>
                    <a:pt x="0" y="43615"/>
                  </a:cubicBezTo>
                  <a:cubicBezTo>
                    <a:pt x="0" y="19527"/>
                    <a:pt x="19527" y="0"/>
                    <a:pt x="43615" y="0"/>
                  </a:cubicBezTo>
                  <a:cubicBezTo>
                    <a:pt x="67702" y="0"/>
                    <a:pt x="87229" y="19527"/>
                    <a:pt x="87229" y="43615"/>
                  </a:cubicBezTo>
                  <a:close/>
                </a:path>
              </a:pathLst>
            </a:custGeom>
            <a:grpFill/>
            <a:ln w="68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1219170"/>
              <a:endParaRPr lang="pt-BR" sz="2400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9" name="Freeform: Shape 117">
              <a:extLst>
                <a:ext uri="{FF2B5EF4-FFF2-40B4-BE49-F238E27FC236}">
                  <a16:creationId xmlns:a16="http://schemas.microsoft.com/office/drawing/2014/main" id="{97088A93-A74F-90D9-84FC-4ACBBA8F13A7}"/>
                </a:ext>
              </a:extLst>
            </p:cNvPr>
            <p:cNvSpPr/>
            <p:nvPr/>
          </p:nvSpPr>
          <p:spPr>
            <a:xfrm>
              <a:off x="7794048" y="4322495"/>
              <a:ext cx="87229" cy="87229"/>
            </a:xfrm>
            <a:custGeom>
              <a:avLst/>
              <a:gdLst>
                <a:gd name="connsiteX0" fmla="*/ 87229 w 87229"/>
                <a:gd name="connsiteY0" fmla="*/ 43615 h 87229"/>
                <a:gd name="connsiteX1" fmla="*/ 43615 w 87229"/>
                <a:gd name="connsiteY1" fmla="*/ 87229 h 87229"/>
                <a:gd name="connsiteX2" fmla="*/ 0 w 87229"/>
                <a:gd name="connsiteY2" fmla="*/ 43615 h 87229"/>
                <a:gd name="connsiteX3" fmla="*/ 43615 w 87229"/>
                <a:gd name="connsiteY3" fmla="*/ 0 h 87229"/>
                <a:gd name="connsiteX4" fmla="*/ 87229 w 87229"/>
                <a:gd name="connsiteY4" fmla="*/ 43615 h 87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229" h="87229">
                  <a:moveTo>
                    <a:pt x="87229" y="43615"/>
                  </a:moveTo>
                  <a:cubicBezTo>
                    <a:pt x="87229" y="67702"/>
                    <a:pt x="67702" y="87229"/>
                    <a:pt x="43615" y="87229"/>
                  </a:cubicBezTo>
                  <a:cubicBezTo>
                    <a:pt x="19527" y="87229"/>
                    <a:pt x="0" y="67702"/>
                    <a:pt x="0" y="43615"/>
                  </a:cubicBezTo>
                  <a:cubicBezTo>
                    <a:pt x="0" y="19527"/>
                    <a:pt x="19527" y="0"/>
                    <a:pt x="43615" y="0"/>
                  </a:cubicBezTo>
                  <a:cubicBezTo>
                    <a:pt x="67702" y="0"/>
                    <a:pt x="87229" y="19527"/>
                    <a:pt x="87229" y="43615"/>
                  </a:cubicBezTo>
                  <a:close/>
                </a:path>
              </a:pathLst>
            </a:custGeom>
            <a:grpFill/>
            <a:ln w="68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1219170"/>
              <a:endParaRPr lang="pt-BR" sz="2400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10" name="Freeform: Shape 118">
              <a:extLst>
                <a:ext uri="{FF2B5EF4-FFF2-40B4-BE49-F238E27FC236}">
                  <a16:creationId xmlns:a16="http://schemas.microsoft.com/office/drawing/2014/main" id="{60C25429-1DEA-4524-5980-C373C64AD79D}"/>
                </a:ext>
              </a:extLst>
            </p:cNvPr>
            <p:cNvSpPr/>
            <p:nvPr/>
          </p:nvSpPr>
          <p:spPr>
            <a:xfrm>
              <a:off x="8070274" y="4322495"/>
              <a:ext cx="87229" cy="87229"/>
            </a:xfrm>
            <a:custGeom>
              <a:avLst/>
              <a:gdLst>
                <a:gd name="connsiteX0" fmla="*/ 87229 w 87229"/>
                <a:gd name="connsiteY0" fmla="*/ 43615 h 87229"/>
                <a:gd name="connsiteX1" fmla="*/ 43615 w 87229"/>
                <a:gd name="connsiteY1" fmla="*/ 87229 h 87229"/>
                <a:gd name="connsiteX2" fmla="*/ 0 w 87229"/>
                <a:gd name="connsiteY2" fmla="*/ 43615 h 87229"/>
                <a:gd name="connsiteX3" fmla="*/ 43615 w 87229"/>
                <a:gd name="connsiteY3" fmla="*/ 0 h 87229"/>
                <a:gd name="connsiteX4" fmla="*/ 87229 w 87229"/>
                <a:gd name="connsiteY4" fmla="*/ 43615 h 87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229" h="87229">
                  <a:moveTo>
                    <a:pt x="87229" y="43615"/>
                  </a:moveTo>
                  <a:cubicBezTo>
                    <a:pt x="87229" y="67702"/>
                    <a:pt x="67702" y="87229"/>
                    <a:pt x="43615" y="87229"/>
                  </a:cubicBezTo>
                  <a:cubicBezTo>
                    <a:pt x="19527" y="87229"/>
                    <a:pt x="0" y="67702"/>
                    <a:pt x="0" y="43615"/>
                  </a:cubicBezTo>
                  <a:cubicBezTo>
                    <a:pt x="0" y="19527"/>
                    <a:pt x="19527" y="0"/>
                    <a:pt x="43615" y="0"/>
                  </a:cubicBezTo>
                  <a:cubicBezTo>
                    <a:pt x="67702" y="0"/>
                    <a:pt x="87229" y="19527"/>
                    <a:pt x="87229" y="43615"/>
                  </a:cubicBezTo>
                  <a:close/>
                </a:path>
              </a:pathLst>
            </a:custGeom>
            <a:grpFill/>
            <a:ln w="68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1219170"/>
              <a:endParaRPr lang="pt-BR" sz="2400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11" name="Freeform: Shape 120">
              <a:extLst>
                <a:ext uri="{FF2B5EF4-FFF2-40B4-BE49-F238E27FC236}">
                  <a16:creationId xmlns:a16="http://schemas.microsoft.com/office/drawing/2014/main" id="{BD204180-468F-B784-943C-0A7B52A2C54B}"/>
                </a:ext>
              </a:extLst>
            </p:cNvPr>
            <p:cNvSpPr/>
            <p:nvPr/>
          </p:nvSpPr>
          <p:spPr>
            <a:xfrm>
              <a:off x="7517822" y="4598721"/>
              <a:ext cx="87229" cy="87229"/>
            </a:xfrm>
            <a:custGeom>
              <a:avLst/>
              <a:gdLst>
                <a:gd name="connsiteX0" fmla="*/ 87229 w 87229"/>
                <a:gd name="connsiteY0" fmla="*/ 43615 h 87229"/>
                <a:gd name="connsiteX1" fmla="*/ 43615 w 87229"/>
                <a:gd name="connsiteY1" fmla="*/ 87229 h 87229"/>
                <a:gd name="connsiteX2" fmla="*/ 0 w 87229"/>
                <a:gd name="connsiteY2" fmla="*/ 43615 h 87229"/>
                <a:gd name="connsiteX3" fmla="*/ 43615 w 87229"/>
                <a:gd name="connsiteY3" fmla="*/ 0 h 87229"/>
                <a:gd name="connsiteX4" fmla="*/ 87229 w 87229"/>
                <a:gd name="connsiteY4" fmla="*/ 43615 h 87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229" h="87229">
                  <a:moveTo>
                    <a:pt x="87229" y="43615"/>
                  </a:moveTo>
                  <a:cubicBezTo>
                    <a:pt x="87229" y="67702"/>
                    <a:pt x="67702" y="87229"/>
                    <a:pt x="43615" y="87229"/>
                  </a:cubicBezTo>
                  <a:cubicBezTo>
                    <a:pt x="19527" y="87229"/>
                    <a:pt x="0" y="67702"/>
                    <a:pt x="0" y="43615"/>
                  </a:cubicBezTo>
                  <a:cubicBezTo>
                    <a:pt x="0" y="19527"/>
                    <a:pt x="19527" y="0"/>
                    <a:pt x="43615" y="0"/>
                  </a:cubicBezTo>
                  <a:cubicBezTo>
                    <a:pt x="67702" y="0"/>
                    <a:pt x="87229" y="19527"/>
                    <a:pt x="87229" y="43615"/>
                  </a:cubicBezTo>
                  <a:close/>
                </a:path>
              </a:pathLst>
            </a:custGeom>
            <a:grpFill/>
            <a:ln w="68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1219170"/>
              <a:endParaRPr lang="pt-BR" sz="2400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12" name="Freeform: Shape 121">
              <a:extLst>
                <a:ext uri="{FF2B5EF4-FFF2-40B4-BE49-F238E27FC236}">
                  <a16:creationId xmlns:a16="http://schemas.microsoft.com/office/drawing/2014/main" id="{04B0064C-F86A-5D83-BCCA-180E4700399A}"/>
                </a:ext>
              </a:extLst>
            </p:cNvPr>
            <p:cNvSpPr/>
            <p:nvPr/>
          </p:nvSpPr>
          <p:spPr>
            <a:xfrm>
              <a:off x="7794048" y="4598721"/>
              <a:ext cx="87229" cy="87229"/>
            </a:xfrm>
            <a:custGeom>
              <a:avLst/>
              <a:gdLst>
                <a:gd name="connsiteX0" fmla="*/ 87229 w 87229"/>
                <a:gd name="connsiteY0" fmla="*/ 43615 h 87229"/>
                <a:gd name="connsiteX1" fmla="*/ 43615 w 87229"/>
                <a:gd name="connsiteY1" fmla="*/ 87229 h 87229"/>
                <a:gd name="connsiteX2" fmla="*/ 0 w 87229"/>
                <a:gd name="connsiteY2" fmla="*/ 43615 h 87229"/>
                <a:gd name="connsiteX3" fmla="*/ 43615 w 87229"/>
                <a:gd name="connsiteY3" fmla="*/ 0 h 87229"/>
                <a:gd name="connsiteX4" fmla="*/ 87229 w 87229"/>
                <a:gd name="connsiteY4" fmla="*/ 43615 h 87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229" h="87229">
                  <a:moveTo>
                    <a:pt x="87229" y="43615"/>
                  </a:moveTo>
                  <a:cubicBezTo>
                    <a:pt x="87229" y="67702"/>
                    <a:pt x="67702" y="87229"/>
                    <a:pt x="43615" y="87229"/>
                  </a:cubicBezTo>
                  <a:cubicBezTo>
                    <a:pt x="19527" y="87229"/>
                    <a:pt x="0" y="67702"/>
                    <a:pt x="0" y="43615"/>
                  </a:cubicBezTo>
                  <a:cubicBezTo>
                    <a:pt x="0" y="19527"/>
                    <a:pt x="19527" y="0"/>
                    <a:pt x="43615" y="0"/>
                  </a:cubicBezTo>
                  <a:cubicBezTo>
                    <a:pt x="67702" y="0"/>
                    <a:pt x="87229" y="19527"/>
                    <a:pt x="87229" y="43615"/>
                  </a:cubicBezTo>
                  <a:close/>
                </a:path>
              </a:pathLst>
            </a:custGeom>
            <a:grpFill/>
            <a:ln w="68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1219170"/>
              <a:endParaRPr lang="pt-BR" sz="2400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13" name="Freeform: Shape 122">
              <a:extLst>
                <a:ext uri="{FF2B5EF4-FFF2-40B4-BE49-F238E27FC236}">
                  <a16:creationId xmlns:a16="http://schemas.microsoft.com/office/drawing/2014/main" id="{C08E7439-AA8B-82D8-497F-3DC3B5B4CA5D}"/>
                </a:ext>
              </a:extLst>
            </p:cNvPr>
            <p:cNvSpPr/>
            <p:nvPr/>
          </p:nvSpPr>
          <p:spPr>
            <a:xfrm>
              <a:off x="8070274" y="4598721"/>
              <a:ext cx="87229" cy="87229"/>
            </a:xfrm>
            <a:custGeom>
              <a:avLst/>
              <a:gdLst>
                <a:gd name="connsiteX0" fmla="*/ 87229 w 87229"/>
                <a:gd name="connsiteY0" fmla="*/ 43615 h 87229"/>
                <a:gd name="connsiteX1" fmla="*/ 43615 w 87229"/>
                <a:gd name="connsiteY1" fmla="*/ 87229 h 87229"/>
                <a:gd name="connsiteX2" fmla="*/ 0 w 87229"/>
                <a:gd name="connsiteY2" fmla="*/ 43615 h 87229"/>
                <a:gd name="connsiteX3" fmla="*/ 43615 w 87229"/>
                <a:gd name="connsiteY3" fmla="*/ 0 h 87229"/>
                <a:gd name="connsiteX4" fmla="*/ 87229 w 87229"/>
                <a:gd name="connsiteY4" fmla="*/ 43615 h 87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229" h="87229">
                  <a:moveTo>
                    <a:pt x="87229" y="43615"/>
                  </a:moveTo>
                  <a:cubicBezTo>
                    <a:pt x="87229" y="67702"/>
                    <a:pt x="67702" y="87229"/>
                    <a:pt x="43615" y="87229"/>
                  </a:cubicBezTo>
                  <a:cubicBezTo>
                    <a:pt x="19527" y="87229"/>
                    <a:pt x="0" y="67702"/>
                    <a:pt x="0" y="43615"/>
                  </a:cubicBezTo>
                  <a:cubicBezTo>
                    <a:pt x="0" y="19527"/>
                    <a:pt x="19527" y="0"/>
                    <a:pt x="43615" y="0"/>
                  </a:cubicBezTo>
                  <a:cubicBezTo>
                    <a:pt x="67702" y="0"/>
                    <a:pt x="87229" y="19527"/>
                    <a:pt x="87229" y="43615"/>
                  </a:cubicBezTo>
                  <a:close/>
                </a:path>
              </a:pathLst>
            </a:custGeom>
            <a:grpFill/>
            <a:ln w="68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1219170"/>
              <a:endParaRPr lang="pt-BR" sz="2400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15" name="Freeform: Shape 124">
              <a:extLst>
                <a:ext uri="{FF2B5EF4-FFF2-40B4-BE49-F238E27FC236}">
                  <a16:creationId xmlns:a16="http://schemas.microsoft.com/office/drawing/2014/main" id="{BB9E4D17-86AB-DAE1-E2FB-3E31894203B2}"/>
                </a:ext>
              </a:extLst>
            </p:cNvPr>
            <p:cNvSpPr/>
            <p:nvPr/>
          </p:nvSpPr>
          <p:spPr>
            <a:xfrm>
              <a:off x="7517822" y="4875639"/>
              <a:ext cx="87229" cy="87229"/>
            </a:xfrm>
            <a:custGeom>
              <a:avLst/>
              <a:gdLst>
                <a:gd name="connsiteX0" fmla="*/ 87229 w 87229"/>
                <a:gd name="connsiteY0" fmla="*/ 43615 h 87229"/>
                <a:gd name="connsiteX1" fmla="*/ 43615 w 87229"/>
                <a:gd name="connsiteY1" fmla="*/ 87229 h 87229"/>
                <a:gd name="connsiteX2" fmla="*/ 0 w 87229"/>
                <a:gd name="connsiteY2" fmla="*/ 43615 h 87229"/>
                <a:gd name="connsiteX3" fmla="*/ 43615 w 87229"/>
                <a:gd name="connsiteY3" fmla="*/ 0 h 87229"/>
                <a:gd name="connsiteX4" fmla="*/ 87229 w 87229"/>
                <a:gd name="connsiteY4" fmla="*/ 43615 h 87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229" h="87229">
                  <a:moveTo>
                    <a:pt x="87229" y="43615"/>
                  </a:moveTo>
                  <a:cubicBezTo>
                    <a:pt x="87229" y="67702"/>
                    <a:pt x="67702" y="87229"/>
                    <a:pt x="43615" y="87229"/>
                  </a:cubicBezTo>
                  <a:cubicBezTo>
                    <a:pt x="19527" y="87229"/>
                    <a:pt x="0" y="67702"/>
                    <a:pt x="0" y="43615"/>
                  </a:cubicBezTo>
                  <a:cubicBezTo>
                    <a:pt x="0" y="19527"/>
                    <a:pt x="19527" y="0"/>
                    <a:pt x="43615" y="0"/>
                  </a:cubicBezTo>
                  <a:cubicBezTo>
                    <a:pt x="67702" y="0"/>
                    <a:pt x="87229" y="19527"/>
                    <a:pt x="87229" y="43615"/>
                  </a:cubicBezTo>
                  <a:close/>
                </a:path>
              </a:pathLst>
            </a:custGeom>
            <a:grpFill/>
            <a:ln w="68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1219170"/>
              <a:endParaRPr lang="pt-BR" sz="2400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17" name="Freeform: Shape 125">
              <a:extLst>
                <a:ext uri="{FF2B5EF4-FFF2-40B4-BE49-F238E27FC236}">
                  <a16:creationId xmlns:a16="http://schemas.microsoft.com/office/drawing/2014/main" id="{FCE52639-C86A-F7FF-122C-1B388F819EA1}"/>
                </a:ext>
              </a:extLst>
            </p:cNvPr>
            <p:cNvSpPr/>
            <p:nvPr/>
          </p:nvSpPr>
          <p:spPr>
            <a:xfrm>
              <a:off x="7794048" y="4875639"/>
              <a:ext cx="87229" cy="87229"/>
            </a:xfrm>
            <a:custGeom>
              <a:avLst/>
              <a:gdLst>
                <a:gd name="connsiteX0" fmla="*/ 87229 w 87229"/>
                <a:gd name="connsiteY0" fmla="*/ 43615 h 87229"/>
                <a:gd name="connsiteX1" fmla="*/ 43615 w 87229"/>
                <a:gd name="connsiteY1" fmla="*/ 87229 h 87229"/>
                <a:gd name="connsiteX2" fmla="*/ 0 w 87229"/>
                <a:gd name="connsiteY2" fmla="*/ 43615 h 87229"/>
                <a:gd name="connsiteX3" fmla="*/ 43615 w 87229"/>
                <a:gd name="connsiteY3" fmla="*/ 0 h 87229"/>
                <a:gd name="connsiteX4" fmla="*/ 87229 w 87229"/>
                <a:gd name="connsiteY4" fmla="*/ 43615 h 87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229" h="87229">
                  <a:moveTo>
                    <a:pt x="87229" y="43615"/>
                  </a:moveTo>
                  <a:cubicBezTo>
                    <a:pt x="87229" y="67702"/>
                    <a:pt x="67702" y="87229"/>
                    <a:pt x="43615" y="87229"/>
                  </a:cubicBezTo>
                  <a:cubicBezTo>
                    <a:pt x="19527" y="87229"/>
                    <a:pt x="0" y="67702"/>
                    <a:pt x="0" y="43615"/>
                  </a:cubicBezTo>
                  <a:cubicBezTo>
                    <a:pt x="0" y="19527"/>
                    <a:pt x="19527" y="0"/>
                    <a:pt x="43615" y="0"/>
                  </a:cubicBezTo>
                  <a:cubicBezTo>
                    <a:pt x="67702" y="0"/>
                    <a:pt x="87229" y="19527"/>
                    <a:pt x="87229" y="43615"/>
                  </a:cubicBezTo>
                  <a:close/>
                </a:path>
              </a:pathLst>
            </a:custGeom>
            <a:grpFill/>
            <a:ln w="68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1219170"/>
              <a:endParaRPr lang="pt-BR" sz="2400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18" name="Freeform: Shape 126">
              <a:extLst>
                <a:ext uri="{FF2B5EF4-FFF2-40B4-BE49-F238E27FC236}">
                  <a16:creationId xmlns:a16="http://schemas.microsoft.com/office/drawing/2014/main" id="{796CFEEE-E290-BC68-5D84-EF875317CA8C}"/>
                </a:ext>
              </a:extLst>
            </p:cNvPr>
            <p:cNvSpPr/>
            <p:nvPr/>
          </p:nvSpPr>
          <p:spPr>
            <a:xfrm>
              <a:off x="8070274" y="4875639"/>
              <a:ext cx="87229" cy="87229"/>
            </a:xfrm>
            <a:custGeom>
              <a:avLst/>
              <a:gdLst>
                <a:gd name="connsiteX0" fmla="*/ 87229 w 87229"/>
                <a:gd name="connsiteY0" fmla="*/ 43615 h 87229"/>
                <a:gd name="connsiteX1" fmla="*/ 43615 w 87229"/>
                <a:gd name="connsiteY1" fmla="*/ 87229 h 87229"/>
                <a:gd name="connsiteX2" fmla="*/ 0 w 87229"/>
                <a:gd name="connsiteY2" fmla="*/ 43615 h 87229"/>
                <a:gd name="connsiteX3" fmla="*/ 43615 w 87229"/>
                <a:gd name="connsiteY3" fmla="*/ 0 h 87229"/>
                <a:gd name="connsiteX4" fmla="*/ 87229 w 87229"/>
                <a:gd name="connsiteY4" fmla="*/ 43615 h 87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229" h="87229">
                  <a:moveTo>
                    <a:pt x="87229" y="43615"/>
                  </a:moveTo>
                  <a:cubicBezTo>
                    <a:pt x="87229" y="67702"/>
                    <a:pt x="67702" y="87229"/>
                    <a:pt x="43615" y="87229"/>
                  </a:cubicBezTo>
                  <a:cubicBezTo>
                    <a:pt x="19527" y="87229"/>
                    <a:pt x="0" y="67702"/>
                    <a:pt x="0" y="43615"/>
                  </a:cubicBezTo>
                  <a:cubicBezTo>
                    <a:pt x="0" y="19527"/>
                    <a:pt x="19527" y="0"/>
                    <a:pt x="43615" y="0"/>
                  </a:cubicBezTo>
                  <a:cubicBezTo>
                    <a:pt x="67702" y="0"/>
                    <a:pt x="87229" y="19527"/>
                    <a:pt x="87229" y="43615"/>
                  </a:cubicBezTo>
                  <a:close/>
                </a:path>
              </a:pathLst>
            </a:custGeom>
            <a:grpFill/>
            <a:ln w="68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1219170"/>
              <a:endParaRPr lang="pt-BR" sz="2400">
                <a:solidFill>
                  <a:srgbClr val="000000"/>
                </a:solidFill>
                <a:latin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47389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TextBox 286">
            <a:extLst>
              <a:ext uri="{FF2B5EF4-FFF2-40B4-BE49-F238E27FC236}">
                <a16:creationId xmlns:a16="http://schemas.microsoft.com/office/drawing/2014/main" id="{C8279752-DE47-4C97-8F30-C624303C3B98}"/>
              </a:ext>
            </a:extLst>
          </p:cNvPr>
          <p:cNvSpPr txBox="1"/>
          <p:nvPr/>
        </p:nvSpPr>
        <p:spPr>
          <a:xfrm>
            <a:off x="4289788" y="195058"/>
            <a:ext cx="36124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</a:t>
            </a:r>
            <a:r>
              <a:rPr lang="id-ID" sz="4800" b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d-ID" sz="1200" spc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ICON PACK</a:t>
            </a:r>
            <a:endParaRPr lang="en-US" sz="4800" spc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47" name="Picture 946">
            <a:extLst>
              <a:ext uri="{FF2B5EF4-FFF2-40B4-BE49-F238E27FC236}">
                <a16:creationId xmlns:a16="http://schemas.microsoft.com/office/drawing/2014/main" id="{BCF3A91F-AB9A-412F-A11B-4D136AE6C5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8698" y="6382660"/>
            <a:ext cx="694604" cy="196724"/>
          </a:xfrm>
          <a:prstGeom prst="rect">
            <a:avLst/>
          </a:prstGeom>
        </p:spPr>
      </p:pic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B7F32578-0365-40C0-9E10-B409270EBA4F}"/>
              </a:ext>
            </a:extLst>
          </p:cNvPr>
          <p:cNvGrpSpPr/>
          <p:nvPr/>
        </p:nvGrpSpPr>
        <p:grpSpPr>
          <a:xfrm>
            <a:off x="3738227" y="2098374"/>
            <a:ext cx="4715550" cy="3235324"/>
            <a:chOff x="1746659" y="1014413"/>
            <a:chExt cx="2357775" cy="1617662"/>
          </a:xfrm>
        </p:grpSpPr>
        <p:grpSp>
          <p:nvGrpSpPr>
            <p:cNvPr id="1028" name="Group 1027">
              <a:extLst>
                <a:ext uri="{FF2B5EF4-FFF2-40B4-BE49-F238E27FC236}">
                  <a16:creationId xmlns:a16="http://schemas.microsoft.com/office/drawing/2014/main" id="{4B008104-8073-4720-BB21-7912C76CA445}"/>
                </a:ext>
              </a:extLst>
            </p:cNvPr>
            <p:cNvGrpSpPr/>
            <p:nvPr/>
          </p:nvGrpSpPr>
          <p:grpSpPr>
            <a:xfrm>
              <a:off x="1746659" y="1016000"/>
              <a:ext cx="320675" cy="1612900"/>
              <a:chOff x="1901826" y="1016000"/>
              <a:chExt cx="320675" cy="1612900"/>
            </a:xfrm>
          </p:grpSpPr>
          <p:grpSp>
            <p:nvGrpSpPr>
              <p:cNvPr id="1011" name="Group 1010">
                <a:extLst>
                  <a:ext uri="{FF2B5EF4-FFF2-40B4-BE49-F238E27FC236}">
                    <a16:creationId xmlns:a16="http://schemas.microsoft.com/office/drawing/2014/main" id="{FD68C658-0359-4793-B183-3377CA7FB235}"/>
                  </a:ext>
                </a:extLst>
              </p:cNvPr>
              <p:cNvGrpSpPr/>
              <p:nvPr/>
            </p:nvGrpSpPr>
            <p:grpSpPr>
              <a:xfrm>
                <a:off x="1902619" y="1016000"/>
                <a:ext cx="319088" cy="319087"/>
                <a:chOff x="1903413" y="1016000"/>
                <a:chExt cx="319088" cy="319087"/>
              </a:xfrm>
            </p:grpSpPr>
            <p:sp>
              <p:nvSpPr>
                <p:cNvPr id="12" name="Rectangle 6">
                  <a:extLst>
                    <a:ext uri="{FF2B5EF4-FFF2-40B4-BE49-F238E27FC236}">
                      <a16:creationId xmlns:a16="http://schemas.microsoft.com/office/drawing/2014/main" id="{58C0474C-20F8-4D2B-B590-ACF4BA72AE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47888" y="1016000"/>
                  <a:ext cx="74613" cy="319087"/>
                </a:xfrm>
                <a:prstGeom prst="rect">
                  <a:avLst/>
                </a:prstGeom>
                <a:solidFill>
                  <a:srgbClr val="DFECF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3" name="Rectangle 7">
                  <a:extLst>
                    <a:ext uri="{FF2B5EF4-FFF2-40B4-BE49-F238E27FC236}">
                      <a16:creationId xmlns:a16="http://schemas.microsoft.com/office/drawing/2014/main" id="{8C4AD862-E533-4323-87F7-2545C67758B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47888" y="1016000"/>
                  <a:ext cx="74613" cy="319087"/>
                </a:xfrm>
                <a:prstGeom prst="rect">
                  <a:avLst/>
                </a:pr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4" name="Rectangle 8">
                  <a:extLst>
                    <a:ext uri="{FF2B5EF4-FFF2-40B4-BE49-F238E27FC236}">
                      <a16:creationId xmlns:a16="http://schemas.microsoft.com/office/drawing/2014/main" id="{D30E1047-063C-445A-A009-65CB36C9D7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25650" y="1104900"/>
                  <a:ext cx="74613" cy="230187"/>
                </a:xfrm>
                <a:prstGeom prst="rect">
                  <a:avLst/>
                </a:pr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5" name="Rectangle 9">
                  <a:extLst>
                    <a:ext uri="{FF2B5EF4-FFF2-40B4-BE49-F238E27FC236}">
                      <a16:creationId xmlns:a16="http://schemas.microsoft.com/office/drawing/2014/main" id="{717DAFEC-1B35-448D-AC68-097AD69A8B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03413" y="1168400"/>
                  <a:ext cx="73025" cy="166687"/>
                </a:xfrm>
                <a:prstGeom prst="rect">
                  <a:avLst/>
                </a:pr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</p:grpSp>
          <p:grpSp>
            <p:nvGrpSpPr>
              <p:cNvPr id="1012" name="Group 1011">
                <a:extLst>
                  <a:ext uri="{FF2B5EF4-FFF2-40B4-BE49-F238E27FC236}">
                    <a16:creationId xmlns:a16="http://schemas.microsoft.com/office/drawing/2014/main" id="{3F8F73AA-2694-411D-9F1E-F7D7A969FC06}"/>
                  </a:ext>
                </a:extLst>
              </p:cNvPr>
              <p:cNvGrpSpPr/>
              <p:nvPr/>
            </p:nvGrpSpPr>
            <p:grpSpPr>
              <a:xfrm>
                <a:off x="1901826" y="1447800"/>
                <a:ext cx="320675" cy="320675"/>
                <a:chOff x="1901825" y="1447800"/>
                <a:chExt cx="320675" cy="320675"/>
              </a:xfrm>
            </p:grpSpPr>
            <p:sp>
              <p:nvSpPr>
                <p:cNvPr id="958" name="Line 36">
                  <a:extLst>
                    <a:ext uri="{FF2B5EF4-FFF2-40B4-BE49-F238E27FC236}">
                      <a16:creationId xmlns:a16="http://schemas.microsoft.com/office/drawing/2014/main" id="{CCC30563-778D-4FDE-876A-84FB12FAD4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901825" y="1447800"/>
                  <a:ext cx="320675" cy="320675"/>
                </a:xfrm>
                <a:prstGeom prst="line">
                  <a:avLst/>
                </a:pr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959" name="Freeform 37">
                  <a:extLst>
                    <a:ext uri="{FF2B5EF4-FFF2-40B4-BE49-F238E27FC236}">
                      <a16:creationId xmlns:a16="http://schemas.microsoft.com/office/drawing/2014/main" id="{9D3A1E2C-447F-4750-8951-359607DB37C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76450" y="1620838"/>
                  <a:ext cx="96838" cy="96837"/>
                </a:xfrm>
                <a:custGeom>
                  <a:avLst/>
                  <a:gdLst>
                    <a:gd name="T0" fmla="*/ 86 w 105"/>
                    <a:gd name="T1" fmla="*/ 86 h 105"/>
                    <a:gd name="T2" fmla="*/ 18 w 105"/>
                    <a:gd name="T3" fmla="*/ 86 h 105"/>
                    <a:gd name="T4" fmla="*/ 18 w 105"/>
                    <a:gd name="T5" fmla="*/ 18 h 105"/>
                    <a:gd name="T6" fmla="*/ 86 w 105"/>
                    <a:gd name="T7" fmla="*/ 18 h 105"/>
                    <a:gd name="T8" fmla="*/ 86 w 105"/>
                    <a:gd name="T9" fmla="*/ 86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5" h="105">
                      <a:moveTo>
                        <a:pt x="86" y="86"/>
                      </a:moveTo>
                      <a:cubicBezTo>
                        <a:pt x="68" y="105"/>
                        <a:pt x="37" y="105"/>
                        <a:pt x="18" y="86"/>
                      </a:cubicBezTo>
                      <a:cubicBezTo>
                        <a:pt x="0" y="68"/>
                        <a:pt x="0" y="37"/>
                        <a:pt x="18" y="18"/>
                      </a:cubicBezTo>
                      <a:cubicBezTo>
                        <a:pt x="37" y="0"/>
                        <a:pt x="68" y="0"/>
                        <a:pt x="86" y="18"/>
                      </a:cubicBezTo>
                      <a:cubicBezTo>
                        <a:pt x="105" y="37"/>
                        <a:pt x="105" y="68"/>
                        <a:pt x="86" y="86"/>
                      </a:cubicBezTo>
                      <a:close/>
                    </a:path>
                  </a:pathLst>
                </a:custGeom>
                <a:solidFill>
                  <a:srgbClr val="DFECF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64" name="Freeform 38">
                  <a:extLst>
                    <a:ext uri="{FF2B5EF4-FFF2-40B4-BE49-F238E27FC236}">
                      <a16:creationId xmlns:a16="http://schemas.microsoft.com/office/drawing/2014/main" id="{98EC7A6E-F619-4CB8-9872-012E76F441A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51038" y="1495425"/>
                  <a:ext cx="96838" cy="96837"/>
                </a:xfrm>
                <a:custGeom>
                  <a:avLst/>
                  <a:gdLst>
                    <a:gd name="T0" fmla="*/ 87 w 105"/>
                    <a:gd name="T1" fmla="*/ 87 h 105"/>
                    <a:gd name="T2" fmla="*/ 19 w 105"/>
                    <a:gd name="T3" fmla="*/ 87 h 105"/>
                    <a:gd name="T4" fmla="*/ 19 w 105"/>
                    <a:gd name="T5" fmla="*/ 19 h 105"/>
                    <a:gd name="T6" fmla="*/ 87 w 105"/>
                    <a:gd name="T7" fmla="*/ 19 h 105"/>
                    <a:gd name="T8" fmla="*/ 87 w 105"/>
                    <a:gd name="T9" fmla="*/ 87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5" h="105">
                      <a:moveTo>
                        <a:pt x="87" y="87"/>
                      </a:moveTo>
                      <a:cubicBezTo>
                        <a:pt x="68" y="105"/>
                        <a:pt x="37" y="105"/>
                        <a:pt x="19" y="87"/>
                      </a:cubicBezTo>
                      <a:cubicBezTo>
                        <a:pt x="0" y="68"/>
                        <a:pt x="0" y="37"/>
                        <a:pt x="19" y="19"/>
                      </a:cubicBezTo>
                      <a:cubicBezTo>
                        <a:pt x="37" y="0"/>
                        <a:pt x="68" y="0"/>
                        <a:pt x="87" y="19"/>
                      </a:cubicBezTo>
                      <a:cubicBezTo>
                        <a:pt x="105" y="37"/>
                        <a:pt x="105" y="68"/>
                        <a:pt x="87" y="87"/>
                      </a:cubicBezTo>
                      <a:close/>
                    </a:path>
                  </a:pathLst>
                </a:custGeom>
                <a:solidFill>
                  <a:srgbClr val="DFECF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65" name="Freeform 39">
                  <a:extLst>
                    <a:ext uri="{FF2B5EF4-FFF2-40B4-BE49-F238E27FC236}">
                      <a16:creationId xmlns:a16="http://schemas.microsoft.com/office/drawing/2014/main" id="{C6F1FACE-D3AB-49F8-B36E-3AF92BCB5AF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76450" y="1620838"/>
                  <a:ext cx="98425" cy="98425"/>
                </a:xfrm>
                <a:custGeom>
                  <a:avLst/>
                  <a:gdLst>
                    <a:gd name="T0" fmla="*/ 87 w 106"/>
                    <a:gd name="T1" fmla="*/ 87 h 106"/>
                    <a:gd name="T2" fmla="*/ 19 w 106"/>
                    <a:gd name="T3" fmla="*/ 87 h 106"/>
                    <a:gd name="T4" fmla="*/ 19 w 106"/>
                    <a:gd name="T5" fmla="*/ 19 h 106"/>
                    <a:gd name="T6" fmla="*/ 87 w 106"/>
                    <a:gd name="T7" fmla="*/ 19 h 106"/>
                    <a:gd name="T8" fmla="*/ 87 w 106"/>
                    <a:gd name="T9" fmla="*/ 87 h 1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6" h="106">
                      <a:moveTo>
                        <a:pt x="87" y="87"/>
                      </a:moveTo>
                      <a:cubicBezTo>
                        <a:pt x="68" y="106"/>
                        <a:pt x="38" y="106"/>
                        <a:pt x="19" y="87"/>
                      </a:cubicBezTo>
                      <a:cubicBezTo>
                        <a:pt x="0" y="68"/>
                        <a:pt x="0" y="38"/>
                        <a:pt x="19" y="19"/>
                      </a:cubicBezTo>
                      <a:cubicBezTo>
                        <a:pt x="38" y="0"/>
                        <a:pt x="68" y="0"/>
                        <a:pt x="87" y="19"/>
                      </a:cubicBezTo>
                      <a:cubicBezTo>
                        <a:pt x="106" y="38"/>
                        <a:pt x="106" y="68"/>
                        <a:pt x="87" y="87"/>
                      </a:cubicBezTo>
                      <a:close/>
                    </a:path>
                  </a:pathLst>
                </a:cu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66" name="Freeform 40">
                  <a:extLst>
                    <a:ext uri="{FF2B5EF4-FFF2-40B4-BE49-F238E27FC236}">
                      <a16:creationId xmlns:a16="http://schemas.microsoft.com/office/drawing/2014/main" id="{4EEC05D5-AEBB-4803-B61B-C0505F41DF8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49450" y="1493838"/>
                  <a:ext cx="98425" cy="98425"/>
                </a:xfrm>
                <a:custGeom>
                  <a:avLst/>
                  <a:gdLst>
                    <a:gd name="T0" fmla="*/ 87 w 106"/>
                    <a:gd name="T1" fmla="*/ 87 h 106"/>
                    <a:gd name="T2" fmla="*/ 19 w 106"/>
                    <a:gd name="T3" fmla="*/ 87 h 106"/>
                    <a:gd name="T4" fmla="*/ 19 w 106"/>
                    <a:gd name="T5" fmla="*/ 19 h 106"/>
                    <a:gd name="T6" fmla="*/ 87 w 106"/>
                    <a:gd name="T7" fmla="*/ 19 h 106"/>
                    <a:gd name="T8" fmla="*/ 87 w 106"/>
                    <a:gd name="T9" fmla="*/ 87 h 1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6" h="106">
                      <a:moveTo>
                        <a:pt x="87" y="87"/>
                      </a:moveTo>
                      <a:cubicBezTo>
                        <a:pt x="68" y="106"/>
                        <a:pt x="38" y="106"/>
                        <a:pt x="19" y="87"/>
                      </a:cubicBezTo>
                      <a:cubicBezTo>
                        <a:pt x="0" y="68"/>
                        <a:pt x="0" y="38"/>
                        <a:pt x="19" y="19"/>
                      </a:cubicBezTo>
                      <a:cubicBezTo>
                        <a:pt x="38" y="0"/>
                        <a:pt x="68" y="0"/>
                        <a:pt x="87" y="19"/>
                      </a:cubicBezTo>
                      <a:cubicBezTo>
                        <a:pt x="106" y="38"/>
                        <a:pt x="106" y="68"/>
                        <a:pt x="87" y="87"/>
                      </a:cubicBezTo>
                      <a:close/>
                    </a:path>
                  </a:pathLst>
                </a:cu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</p:grpSp>
          <p:grpSp>
            <p:nvGrpSpPr>
              <p:cNvPr id="1013" name="Group 1012">
                <a:extLst>
                  <a:ext uri="{FF2B5EF4-FFF2-40B4-BE49-F238E27FC236}">
                    <a16:creationId xmlns:a16="http://schemas.microsoft.com/office/drawing/2014/main" id="{B0185F6B-78D9-4060-904D-182502094887}"/>
                  </a:ext>
                </a:extLst>
              </p:cNvPr>
              <p:cNvGrpSpPr/>
              <p:nvPr/>
            </p:nvGrpSpPr>
            <p:grpSpPr>
              <a:xfrm>
                <a:off x="1902619" y="1925638"/>
                <a:ext cx="319088" cy="263524"/>
                <a:chOff x="1903413" y="1925638"/>
                <a:chExt cx="319088" cy="263524"/>
              </a:xfrm>
            </p:grpSpPr>
            <p:sp>
              <p:nvSpPr>
                <p:cNvPr id="348" name="Rectangle 66">
                  <a:extLst>
                    <a:ext uri="{FF2B5EF4-FFF2-40B4-BE49-F238E27FC236}">
                      <a16:creationId xmlns:a16="http://schemas.microsoft.com/office/drawing/2014/main" id="{3478922A-91D8-4F98-954D-21A39E79B2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03413" y="1925638"/>
                  <a:ext cx="319088" cy="223837"/>
                </a:xfrm>
                <a:prstGeom prst="rect">
                  <a:avLst/>
                </a:pr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349" name="Rectangle 67">
                  <a:extLst>
                    <a:ext uri="{FF2B5EF4-FFF2-40B4-BE49-F238E27FC236}">
                      <a16:creationId xmlns:a16="http://schemas.microsoft.com/office/drawing/2014/main" id="{A7EBB5C5-F536-4C06-848B-932340E856E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25638" y="1947863"/>
                  <a:ext cx="274638" cy="179387"/>
                </a:xfrm>
                <a:prstGeom prst="rect">
                  <a:avLst/>
                </a:pr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350" name="Line 68">
                  <a:extLst>
                    <a:ext uri="{FF2B5EF4-FFF2-40B4-BE49-F238E27FC236}">
                      <a16:creationId xmlns:a16="http://schemas.microsoft.com/office/drawing/2014/main" id="{CABF9230-44D2-4017-BF87-85B8074DA5C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181225" y="2149475"/>
                  <a:ext cx="0" cy="39687"/>
                </a:xfrm>
                <a:prstGeom prst="line">
                  <a:avLst/>
                </a:pr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351" name="Line 69">
                  <a:extLst>
                    <a:ext uri="{FF2B5EF4-FFF2-40B4-BE49-F238E27FC236}">
                      <a16:creationId xmlns:a16="http://schemas.microsoft.com/office/drawing/2014/main" id="{89781E48-1893-4A9A-BF9F-D2BC8637BE8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43100" y="2149475"/>
                  <a:ext cx="0" cy="39687"/>
                </a:xfrm>
                <a:prstGeom prst="line">
                  <a:avLst/>
                </a:pr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864" name="Oval 70">
                  <a:extLst>
                    <a:ext uri="{FF2B5EF4-FFF2-40B4-BE49-F238E27FC236}">
                      <a16:creationId xmlns:a16="http://schemas.microsoft.com/office/drawing/2014/main" id="{5041A57E-D142-4788-A892-E44BBF6E29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32000" y="1981200"/>
                  <a:ext cx="112713" cy="112712"/>
                </a:xfrm>
                <a:prstGeom prst="ellipse">
                  <a:avLst/>
                </a:prstGeom>
                <a:solidFill>
                  <a:srgbClr val="DFECF6"/>
                </a:solidFill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865" name="Oval 71">
                  <a:extLst>
                    <a:ext uri="{FF2B5EF4-FFF2-40B4-BE49-F238E27FC236}">
                      <a16:creationId xmlns:a16="http://schemas.microsoft.com/office/drawing/2014/main" id="{1238943D-E9C0-4F18-9EAB-FED66DDA9A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62163" y="2011363"/>
                  <a:ext cx="52388" cy="52387"/>
                </a:xfrm>
                <a:prstGeom prst="ellipse">
                  <a:avLst/>
                </a:prstGeom>
                <a:solidFill>
                  <a:srgbClr val="FFFFFF"/>
                </a:solidFill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866" name="Line 72">
                  <a:extLst>
                    <a:ext uri="{FF2B5EF4-FFF2-40B4-BE49-F238E27FC236}">
                      <a16:creationId xmlns:a16="http://schemas.microsoft.com/office/drawing/2014/main" id="{96642D6B-A050-4651-9D86-A98832F4106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981200" y="2036763"/>
                  <a:ext cx="22225" cy="0"/>
                </a:xfrm>
                <a:prstGeom prst="line">
                  <a:avLst/>
                </a:pr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</p:grpSp>
          <p:grpSp>
            <p:nvGrpSpPr>
              <p:cNvPr id="1014" name="Group 1013">
                <a:extLst>
                  <a:ext uri="{FF2B5EF4-FFF2-40B4-BE49-F238E27FC236}">
                    <a16:creationId xmlns:a16="http://schemas.microsoft.com/office/drawing/2014/main" id="{3D789AA0-8F05-4914-8DB8-7D29E57612E6}"/>
                  </a:ext>
                </a:extLst>
              </p:cNvPr>
              <p:cNvGrpSpPr/>
              <p:nvPr/>
            </p:nvGrpSpPr>
            <p:grpSpPr>
              <a:xfrm>
                <a:off x="1907382" y="2308225"/>
                <a:ext cx="309563" cy="320675"/>
                <a:chOff x="1908175" y="2308225"/>
                <a:chExt cx="309563" cy="320675"/>
              </a:xfrm>
            </p:grpSpPr>
            <p:sp>
              <p:nvSpPr>
                <p:cNvPr id="973" name="Freeform 103">
                  <a:extLst>
                    <a:ext uri="{FF2B5EF4-FFF2-40B4-BE49-F238E27FC236}">
                      <a16:creationId xmlns:a16="http://schemas.microsoft.com/office/drawing/2014/main" id="{9290F2AD-9C5C-415F-A312-24F0C3F48AA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998663" y="2405063"/>
                  <a:ext cx="127000" cy="127000"/>
                </a:xfrm>
                <a:custGeom>
                  <a:avLst/>
                  <a:gdLst>
                    <a:gd name="T0" fmla="*/ 68 w 136"/>
                    <a:gd name="T1" fmla="*/ 0 h 136"/>
                    <a:gd name="T2" fmla="*/ 0 w 136"/>
                    <a:gd name="T3" fmla="*/ 68 h 136"/>
                    <a:gd name="T4" fmla="*/ 68 w 136"/>
                    <a:gd name="T5" fmla="*/ 136 h 136"/>
                    <a:gd name="T6" fmla="*/ 136 w 136"/>
                    <a:gd name="T7" fmla="*/ 68 h 136"/>
                    <a:gd name="T8" fmla="*/ 68 w 136"/>
                    <a:gd name="T9" fmla="*/ 0 h 136"/>
                    <a:gd name="T10" fmla="*/ 68 w 136"/>
                    <a:gd name="T11" fmla="*/ 100 h 136"/>
                    <a:gd name="T12" fmla="*/ 36 w 136"/>
                    <a:gd name="T13" fmla="*/ 68 h 136"/>
                    <a:gd name="T14" fmla="*/ 68 w 136"/>
                    <a:gd name="T15" fmla="*/ 36 h 136"/>
                    <a:gd name="T16" fmla="*/ 100 w 136"/>
                    <a:gd name="T17" fmla="*/ 68 h 136"/>
                    <a:gd name="T18" fmla="*/ 68 w 136"/>
                    <a:gd name="T19" fmla="*/ 100 h 1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36" h="136">
                      <a:moveTo>
                        <a:pt x="68" y="0"/>
                      </a:moveTo>
                      <a:cubicBezTo>
                        <a:pt x="30" y="0"/>
                        <a:pt x="0" y="30"/>
                        <a:pt x="0" y="68"/>
                      </a:cubicBezTo>
                      <a:cubicBezTo>
                        <a:pt x="0" y="106"/>
                        <a:pt x="30" y="136"/>
                        <a:pt x="68" y="136"/>
                      </a:cubicBezTo>
                      <a:cubicBezTo>
                        <a:pt x="106" y="136"/>
                        <a:pt x="136" y="106"/>
                        <a:pt x="136" y="68"/>
                      </a:cubicBezTo>
                      <a:cubicBezTo>
                        <a:pt x="136" y="30"/>
                        <a:pt x="106" y="0"/>
                        <a:pt x="68" y="0"/>
                      </a:cubicBezTo>
                      <a:close/>
                      <a:moveTo>
                        <a:pt x="68" y="100"/>
                      </a:moveTo>
                      <a:cubicBezTo>
                        <a:pt x="50" y="100"/>
                        <a:pt x="36" y="86"/>
                        <a:pt x="36" y="68"/>
                      </a:cubicBezTo>
                      <a:cubicBezTo>
                        <a:pt x="36" y="50"/>
                        <a:pt x="50" y="36"/>
                        <a:pt x="68" y="36"/>
                      </a:cubicBezTo>
                      <a:cubicBezTo>
                        <a:pt x="86" y="36"/>
                        <a:pt x="100" y="50"/>
                        <a:pt x="100" y="68"/>
                      </a:cubicBezTo>
                      <a:cubicBezTo>
                        <a:pt x="100" y="86"/>
                        <a:pt x="86" y="100"/>
                        <a:pt x="68" y="100"/>
                      </a:cubicBezTo>
                      <a:close/>
                    </a:path>
                  </a:pathLst>
                </a:custGeom>
                <a:solidFill>
                  <a:srgbClr val="DFECF6"/>
                </a:solidFill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974" name="Oval 104">
                  <a:extLst>
                    <a:ext uri="{FF2B5EF4-FFF2-40B4-BE49-F238E27FC236}">
                      <a16:creationId xmlns:a16="http://schemas.microsoft.com/office/drawing/2014/main" id="{FF949FD9-CAF7-435F-B1E2-BAB576BA81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32000" y="2438400"/>
                  <a:ext cx="60325" cy="60325"/>
                </a:xfrm>
                <a:prstGeom prst="ellipse">
                  <a:avLst/>
                </a:pr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975" name="Freeform 105">
                  <a:extLst>
                    <a:ext uri="{FF2B5EF4-FFF2-40B4-BE49-F238E27FC236}">
                      <a16:creationId xmlns:a16="http://schemas.microsoft.com/office/drawing/2014/main" id="{B5AD7302-BEBA-4EA8-8C30-74D295A6A6A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08175" y="2308225"/>
                  <a:ext cx="309563" cy="320675"/>
                </a:xfrm>
                <a:custGeom>
                  <a:avLst/>
                  <a:gdLst>
                    <a:gd name="T0" fmla="*/ 279 w 334"/>
                    <a:gd name="T1" fmla="*/ 172 h 344"/>
                    <a:gd name="T2" fmla="*/ 277 w 334"/>
                    <a:gd name="T3" fmla="*/ 150 h 344"/>
                    <a:gd name="T4" fmla="*/ 334 w 334"/>
                    <a:gd name="T5" fmla="*/ 117 h 344"/>
                    <a:gd name="T6" fmla="*/ 298 w 334"/>
                    <a:gd name="T7" fmla="*/ 55 h 344"/>
                    <a:gd name="T8" fmla="*/ 241 w 334"/>
                    <a:gd name="T9" fmla="*/ 88 h 344"/>
                    <a:gd name="T10" fmla="*/ 203 w 334"/>
                    <a:gd name="T11" fmla="*/ 66 h 344"/>
                    <a:gd name="T12" fmla="*/ 203 w 334"/>
                    <a:gd name="T13" fmla="*/ 0 h 344"/>
                    <a:gd name="T14" fmla="*/ 131 w 334"/>
                    <a:gd name="T15" fmla="*/ 0 h 344"/>
                    <a:gd name="T16" fmla="*/ 131 w 334"/>
                    <a:gd name="T17" fmla="*/ 66 h 344"/>
                    <a:gd name="T18" fmla="*/ 93 w 334"/>
                    <a:gd name="T19" fmla="*/ 88 h 344"/>
                    <a:gd name="T20" fmla="*/ 36 w 334"/>
                    <a:gd name="T21" fmla="*/ 55 h 344"/>
                    <a:gd name="T22" fmla="*/ 0 w 334"/>
                    <a:gd name="T23" fmla="*/ 117 h 344"/>
                    <a:gd name="T24" fmla="*/ 57 w 334"/>
                    <a:gd name="T25" fmla="*/ 150 h 344"/>
                    <a:gd name="T26" fmla="*/ 55 w 334"/>
                    <a:gd name="T27" fmla="*/ 172 h 344"/>
                    <a:gd name="T28" fmla="*/ 57 w 334"/>
                    <a:gd name="T29" fmla="*/ 194 h 344"/>
                    <a:gd name="T30" fmla="*/ 0 w 334"/>
                    <a:gd name="T31" fmla="*/ 227 h 344"/>
                    <a:gd name="T32" fmla="*/ 36 w 334"/>
                    <a:gd name="T33" fmla="*/ 289 h 344"/>
                    <a:gd name="T34" fmla="*/ 93 w 334"/>
                    <a:gd name="T35" fmla="*/ 256 h 344"/>
                    <a:gd name="T36" fmla="*/ 131 w 334"/>
                    <a:gd name="T37" fmla="*/ 278 h 344"/>
                    <a:gd name="T38" fmla="*/ 131 w 334"/>
                    <a:gd name="T39" fmla="*/ 344 h 344"/>
                    <a:gd name="T40" fmla="*/ 203 w 334"/>
                    <a:gd name="T41" fmla="*/ 344 h 344"/>
                    <a:gd name="T42" fmla="*/ 203 w 334"/>
                    <a:gd name="T43" fmla="*/ 278 h 344"/>
                    <a:gd name="T44" fmla="*/ 241 w 334"/>
                    <a:gd name="T45" fmla="*/ 256 h 344"/>
                    <a:gd name="T46" fmla="*/ 298 w 334"/>
                    <a:gd name="T47" fmla="*/ 289 h 344"/>
                    <a:gd name="T48" fmla="*/ 334 w 334"/>
                    <a:gd name="T49" fmla="*/ 227 h 344"/>
                    <a:gd name="T50" fmla="*/ 277 w 334"/>
                    <a:gd name="T51" fmla="*/ 194 h 344"/>
                    <a:gd name="T52" fmla="*/ 279 w 334"/>
                    <a:gd name="T53" fmla="*/ 172 h 3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34" h="344">
                      <a:moveTo>
                        <a:pt x="279" y="172"/>
                      </a:moveTo>
                      <a:cubicBezTo>
                        <a:pt x="279" y="165"/>
                        <a:pt x="278" y="157"/>
                        <a:pt x="277" y="150"/>
                      </a:cubicBezTo>
                      <a:cubicBezTo>
                        <a:pt x="334" y="117"/>
                        <a:pt x="334" y="117"/>
                        <a:pt x="334" y="117"/>
                      </a:cubicBezTo>
                      <a:cubicBezTo>
                        <a:pt x="298" y="55"/>
                        <a:pt x="298" y="55"/>
                        <a:pt x="298" y="55"/>
                      </a:cubicBezTo>
                      <a:cubicBezTo>
                        <a:pt x="241" y="88"/>
                        <a:pt x="241" y="88"/>
                        <a:pt x="241" y="88"/>
                      </a:cubicBezTo>
                      <a:cubicBezTo>
                        <a:pt x="230" y="78"/>
                        <a:pt x="217" y="71"/>
                        <a:pt x="203" y="66"/>
                      </a:cubicBezTo>
                      <a:cubicBezTo>
                        <a:pt x="203" y="0"/>
                        <a:pt x="203" y="0"/>
                        <a:pt x="203" y="0"/>
                      </a:cubicBezTo>
                      <a:cubicBezTo>
                        <a:pt x="131" y="0"/>
                        <a:pt x="131" y="0"/>
                        <a:pt x="131" y="0"/>
                      </a:cubicBezTo>
                      <a:cubicBezTo>
                        <a:pt x="131" y="66"/>
                        <a:pt x="131" y="66"/>
                        <a:pt x="131" y="66"/>
                      </a:cubicBezTo>
                      <a:cubicBezTo>
                        <a:pt x="117" y="71"/>
                        <a:pt x="104" y="78"/>
                        <a:pt x="93" y="88"/>
                      </a:cubicBezTo>
                      <a:cubicBezTo>
                        <a:pt x="36" y="55"/>
                        <a:pt x="36" y="55"/>
                        <a:pt x="36" y="55"/>
                      </a:cubicBezTo>
                      <a:cubicBezTo>
                        <a:pt x="0" y="117"/>
                        <a:pt x="0" y="117"/>
                        <a:pt x="0" y="117"/>
                      </a:cubicBezTo>
                      <a:cubicBezTo>
                        <a:pt x="57" y="150"/>
                        <a:pt x="57" y="150"/>
                        <a:pt x="57" y="150"/>
                      </a:cubicBezTo>
                      <a:cubicBezTo>
                        <a:pt x="56" y="157"/>
                        <a:pt x="55" y="165"/>
                        <a:pt x="55" y="172"/>
                      </a:cubicBezTo>
                      <a:cubicBezTo>
                        <a:pt x="55" y="179"/>
                        <a:pt x="56" y="187"/>
                        <a:pt x="57" y="194"/>
                      </a:cubicBezTo>
                      <a:cubicBezTo>
                        <a:pt x="0" y="227"/>
                        <a:pt x="0" y="227"/>
                        <a:pt x="0" y="227"/>
                      </a:cubicBezTo>
                      <a:cubicBezTo>
                        <a:pt x="36" y="289"/>
                        <a:pt x="36" y="289"/>
                        <a:pt x="36" y="289"/>
                      </a:cubicBezTo>
                      <a:cubicBezTo>
                        <a:pt x="93" y="256"/>
                        <a:pt x="93" y="256"/>
                        <a:pt x="93" y="256"/>
                      </a:cubicBezTo>
                      <a:cubicBezTo>
                        <a:pt x="104" y="266"/>
                        <a:pt x="117" y="273"/>
                        <a:pt x="131" y="278"/>
                      </a:cubicBezTo>
                      <a:cubicBezTo>
                        <a:pt x="131" y="344"/>
                        <a:pt x="131" y="344"/>
                        <a:pt x="131" y="344"/>
                      </a:cubicBezTo>
                      <a:cubicBezTo>
                        <a:pt x="203" y="344"/>
                        <a:pt x="203" y="344"/>
                        <a:pt x="203" y="344"/>
                      </a:cubicBezTo>
                      <a:cubicBezTo>
                        <a:pt x="203" y="278"/>
                        <a:pt x="203" y="278"/>
                        <a:pt x="203" y="278"/>
                      </a:cubicBezTo>
                      <a:cubicBezTo>
                        <a:pt x="217" y="273"/>
                        <a:pt x="230" y="266"/>
                        <a:pt x="241" y="256"/>
                      </a:cubicBezTo>
                      <a:cubicBezTo>
                        <a:pt x="298" y="289"/>
                        <a:pt x="298" y="289"/>
                        <a:pt x="298" y="289"/>
                      </a:cubicBezTo>
                      <a:cubicBezTo>
                        <a:pt x="334" y="227"/>
                        <a:pt x="334" y="227"/>
                        <a:pt x="334" y="227"/>
                      </a:cubicBezTo>
                      <a:cubicBezTo>
                        <a:pt x="277" y="194"/>
                        <a:pt x="277" y="194"/>
                        <a:pt x="277" y="194"/>
                      </a:cubicBezTo>
                      <a:cubicBezTo>
                        <a:pt x="278" y="187"/>
                        <a:pt x="279" y="179"/>
                        <a:pt x="279" y="172"/>
                      </a:cubicBezTo>
                      <a:close/>
                    </a:path>
                  </a:pathLst>
                </a:cu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1027" name="Group 1026">
              <a:extLst>
                <a:ext uri="{FF2B5EF4-FFF2-40B4-BE49-F238E27FC236}">
                  <a16:creationId xmlns:a16="http://schemas.microsoft.com/office/drawing/2014/main" id="{F7D33C4E-BE7B-46FF-9D51-7C13EE022F4B}"/>
                </a:ext>
              </a:extLst>
            </p:cNvPr>
            <p:cNvGrpSpPr/>
            <p:nvPr/>
          </p:nvGrpSpPr>
          <p:grpSpPr>
            <a:xfrm>
              <a:off x="2255537" y="1014413"/>
              <a:ext cx="319088" cy="1603374"/>
              <a:chOff x="2349494" y="1014413"/>
              <a:chExt cx="319088" cy="1603374"/>
            </a:xfrm>
          </p:grpSpPr>
          <p:grpSp>
            <p:nvGrpSpPr>
              <p:cNvPr id="1010" name="Group 1009">
                <a:extLst>
                  <a:ext uri="{FF2B5EF4-FFF2-40B4-BE49-F238E27FC236}">
                    <a16:creationId xmlns:a16="http://schemas.microsoft.com/office/drawing/2014/main" id="{407C53F3-2BBF-4CF8-93CE-B9CD4486AAA6}"/>
                  </a:ext>
                </a:extLst>
              </p:cNvPr>
              <p:cNvGrpSpPr/>
              <p:nvPr/>
            </p:nvGrpSpPr>
            <p:grpSpPr>
              <a:xfrm>
                <a:off x="2349494" y="1014413"/>
                <a:ext cx="319088" cy="320674"/>
                <a:chOff x="2333625" y="1014413"/>
                <a:chExt cx="319088" cy="320674"/>
              </a:xfrm>
            </p:grpSpPr>
            <p:sp>
              <p:nvSpPr>
                <p:cNvPr id="16" name="Freeform 10">
                  <a:extLst>
                    <a:ext uri="{FF2B5EF4-FFF2-40B4-BE49-F238E27FC236}">
                      <a16:creationId xmlns:a16="http://schemas.microsoft.com/office/drawing/2014/main" id="{0E77D77A-0B6B-42F2-8649-E54BCBDD21D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33625" y="1016000"/>
                  <a:ext cx="319088" cy="319087"/>
                </a:xfrm>
                <a:custGeom>
                  <a:avLst/>
                  <a:gdLst>
                    <a:gd name="T0" fmla="*/ 201 w 201"/>
                    <a:gd name="T1" fmla="*/ 63 h 201"/>
                    <a:gd name="T2" fmla="*/ 201 w 201"/>
                    <a:gd name="T3" fmla="*/ 201 h 201"/>
                    <a:gd name="T4" fmla="*/ 0 w 201"/>
                    <a:gd name="T5" fmla="*/ 201 h 201"/>
                    <a:gd name="T6" fmla="*/ 0 w 201"/>
                    <a:gd name="T7" fmla="*/ 0 h 201"/>
                    <a:gd name="T8" fmla="*/ 138 w 201"/>
                    <a:gd name="T9" fmla="*/ 0 h 2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1" h="201">
                      <a:moveTo>
                        <a:pt x="201" y="63"/>
                      </a:moveTo>
                      <a:lnTo>
                        <a:pt x="201" y="201"/>
                      </a:lnTo>
                      <a:lnTo>
                        <a:pt x="0" y="201"/>
                      </a:lnTo>
                      <a:lnTo>
                        <a:pt x="0" y="0"/>
                      </a:lnTo>
                      <a:lnTo>
                        <a:pt x="138" y="0"/>
                      </a:lnTo>
                    </a:path>
                  </a:pathLst>
                </a:cu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7" name="Freeform 11">
                  <a:extLst>
                    <a:ext uri="{FF2B5EF4-FFF2-40B4-BE49-F238E27FC236}">
                      <a16:creationId xmlns:a16="http://schemas.microsoft.com/office/drawing/2014/main" id="{C2D9EE67-CC00-400A-84C7-9D93829CA79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76513" y="1014413"/>
                  <a:ext cx="76200" cy="76200"/>
                </a:xfrm>
                <a:custGeom>
                  <a:avLst/>
                  <a:gdLst>
                    <a:gd name="T0" fmla="*/ 48 w 48"/>
                    <a:gd name="T1" fmla="*/ 33 h 48"/>
                    <a:gd name="T2" fmla="*/ 33 w 48"/>
                    <a:gd name="T3" fmla="*/ 48 h 48"/>
                    <a:gd name="T4" fmla="*/ 0 w 48"/>
                    <a:gd name="T5" fmla="*/ 15 h 48"/>
                    <a:gd name="T6" fmla="*/ 15 w 48"/>
                    <a:gd name="T7" fmla="*/ 0 h 48"/>
                    <a:gd name="T8" fmla="*/ 48 w 48"/>
                    <a:gd name="T9" fmla="*/ 33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8" h="48">
                      <a:moveTo>
                        <a:pt x="48" y="33"/>
                      </a:moveTo>
                      <a:lnTo>
                        <a:pt x="33" y="48"/>
                      </a:lnTo>
                      <a:lnTo>
                        <a:pt x="0" y="15"/>
                      </a:lnTo>
                      <a:lnTo>
                        <a:pt x="15" y="0"/>
                      </a:lnTo>
                      <a:lnTo>
                        <a:pt x="48" y="33"/>
                      </a:lnTo>
                      <a:close/>
                    </a:path>
                  </a:pathLst>
                </a:custGeom>
                <a:solidFill>
                  <a:srgbClr val="DFECF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8" name="Freeform 12">
                  <a:extLst>
                    <a:ext uri="{FF2B5EF4-FFF2-40B4-BE49-F238E27FC236}">
                      <a16:creationId xmlns:a16="http://schemas.microsoft.com/office/drawing/2014/main" id="{3762A555-D450-4387-9547-B5C836DDF8B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76513" y="1014413"/>
                  <a:ext cx="76200" cy="76200"/>
                </a:xfrm>
                <a:custGeom>
                  <a:avLst/>
                  <a:gdLst>
                    <a:gd name="T0" fmla="*/ 48 w 48"/>
                    <a:gd name="T1" fmla="*/ 33 h 48"/>
                    <a:gd name="T2" fmla="*/ 33 w 48"/>
                    <a:gd name="T3" fmla="*/ 48 h 48"/>
                    <a:gd name="T4" fmla="*/ 0 w 48"/>
                    <a:gd name="T5" fmla="*/ 15 h 48"/>
                    <a:gd name="T6" fmla="*/ 15 w 48"/>
                    <a:gd name="T7" fmla="*/ 0 h 48"/>
                    <a:gd name="T8" fmla="*/ 48 w 48"/>
                    <a:gd name="T9" fmla="*/ 33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8" h="48">
                      <a:moveTo>
                        <a:pt x="48" y="33"/>
                      </a:moveTo>
                      <a:lnTo>
                        <a:pt x="33" y="48"/>
                      </a:lnTo>
                      <a:lnTo>
                        <a:pt x="0" y="15"/>
                      </a:lnTo>
                      <a:lnTo>
                        <a:pt x="15" y="0"/>
                      </a:lnTo>
                      <a:lnTo>
                        <a:pt x="48" y="33"/>
                      </a:lnTo>
                      <a:close/>
                    </a:path>
                  </a:pathLst>
                </a:cu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9" name="Freeform 13">
                  <a:extLst>
                    <a:ext uri="{FF2B5EF4-FFF2-40B4-BE49-F238E27FC236}">
                      <a16:creationId xmlns:a16="http://schemas.microsoft.com/office/drawing/2014/main" id="{92153D2C-26C1-4CB1-8EC2-409F30DCF5E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32050" y="1038225"/>
                  <a:ext cx="196850" cy="196850"/>
                </a:xfrm>
                <a:custGeom>
                  <a:avLst/>
                  <a:gdLst>
                    <a:gd name="T0" fmla="*/ 124 w 124"/>
                    <a:gd name="T1" fmla="*/ 33 h 124"/>
                    <a:gd name="T2" fmla="*/ 37 w 124"/>
                    <a:gd name="T3" fmla="*/ 121 h 124"/>
                    <a:gd name="T4" fmla="*/ 0 w 124"/>
                    <a:gd name="T5" fmla="*/ 124 h 124"/>
                    <a:gd name="T6" fmla="*/ 4 w 124"/>
                    <a:gd name="T7" fmla="*/ 88 h 124"/>
                    <a:gd name="T8" fmla="*/ 91 w 124"/>
                    <a:gd name="T9" fmla="*/ 0 h 124"/>
                    <a:gd name="T10" fmla="*/ 124 w 124"/>
                    <a:gd name="T11" fmla="*/ 33 h 1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24" h="124">
                      <a:moveTo>
                        <a:pt x="124" y="33"/>
                      </a:moveTo>
                      <a:lnTo>
                        <a:pt x="37" y="121"/>
                      </a:lnTo>
                      <a:lnTo>
                        <a:pt x="0" y="124"/>
                      </a:lnTo>
                      <a:lnTo>
                        <a:pt x="4" y="88"/>
                      </a:lnTo>
                      <a:lnTo>
                        <a:pt x="91" y="0"/>
                      </a:lnTo>
                      <a:lnTo>
                        <a:pt x="124" y="33"/>
                      </a:lnTo>
                      <a:close/>
                    </a:path>
                  </a:pathLst>
                </a:cu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</p:grpSp>
          <p:grpSp>
            <p:nvGrpSpPr>
              <p:cNvPr id="1023" name="Group 1022">
                <a:extLst>
                  <a:ext uri="{FF2B5EF4-FFF2-40B4-BE49-F238E27FC236}">
                    <a16:creationId xmlns:a16="http://schemas.microsoft.com/office/drawing/2014/main" id="{9A9C2A91-39C0-4226-BC6B-993216DF1F61}"/>
                  </a:ext>
                </a:extLst>
              </p:cNvPr>
              <p:cNvGrpSpPr/>
              <p:nvPr/>
            </p:nvGrpSpPr>
            <p:grpSpPr>
              <a:xfrm>
                <a:off x="2349494" y="1446213"/>
                <a:ext cx="319088" cy="320675"/>
                <a:chOff x="2333625" y="1446213"/>
                <a:chExt cx="319088" cy="320675"/>
              </a:xfrm>
            </p:grpSpPr>
            <p:sp>
              <p:nvSpPr>
                <p:cNvPr id="67" name="Rectangle 41">
                  <a:extLst>
                    <a:ext uri="{FF2B5EF4-FFF2-40B4-BE49-F238E27FC236}">
                      <a16:creationId xmlns:a16="http://schemas.microsoft.com/office/drawing/2014/main" id="{5938DA4F-6939-4163-926A-7EF0343B0F3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33625" y="1446213"/>
                  <a:ext cx="319088" cy="38100"/>
                </a:xfrm>
                <a:prstGeom prst="rect">
                  <a:avLst/>
                </a:prstGeom>
                <a:solidFill>
                  <a:srgbClr val="DFECF6"/>
                </a:solidFill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68" name="Rectangle 42">
                  <a:extLst>
                    <a:ext uri="{FF2B5EF4-FFF2-40B4-BE49-F238E27FC236}">
                      <a16:creationId xmlns:a16="http://schemas.microsoft.com/office/drawing/2014/main" id="{22DCA0B7-AB0C-47A1-9AB6-E40B7FC04D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9025" y="1484313"/>
                  <a:ext cx="266700" cy="207962"/>
                </a:xfrm>
                <a:prstGeom prst="rect">
                  <a:avLst/>
                </a:pr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325" name="Line 43">
                  <a:extLst>
                    <a:ext uri="{FF2B5EF4-FFF2-40B4-BE49-F238E27FC236}">
                      <a16:creationId xmlns:a16="http://schemas.microsoft.com/office/drawing/2014/main" id="{43AC73F1-6BA1-4BBC-A130-FA2226796D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33625" y="1692275"/>
                  <a:ext cx="319088" cy="0"/>
                </a:xfrm>
                <a:prstGeom prst="line">
                  <a:avLst/>
                </a:pr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326" name="Line 44">
                  <a:extLst>
                    <a:ext uri="{FF2B5EF4-FFF2-40B4-BE49-F238E27FC236}">
                      <a16:creationId xmlns:a16="http://schemas.microsoft.com/office/drawing/2014/main" id="{E07F3477-C66E-41BC-BE8E-6B4F4542FC5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492375" y="1692275"/>
                  <a:ext cx="0" cy="36512"/>
                </a:xfrm>
                <a:prstGeom prst="line">
                  <a:avLst/>
                </a:pr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327" name="Oval 45">
                  <a:extLst>
                    <a:ext uri="{FF2B5EF4-FFF2-40B4-BE49-F238E27FC236}">
                      <a16:creationId xmlns:a16="http://schemas.microsoft.com/office/drawing/2014/main" id="{B2E930DE-9052-47AB-B01E-7E4AAE418A8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73325" y="1728788"/>
                  <a:ext cx="38100" cy="38100"/>
                </a:xfrm>
                <a:prstGeom prst="ellipse">
                  <a:avLst/>
                </a:pr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328" name="Freeform 46">
                  <a:extLst>
                    <a:ext uri="{FF2B5EF4-FFF2-40B4-BE49-F238E27FC236}">
                      <a16:creationId xmlns:a16="http://schemas.microsoft.com/office/drawing/2014/main" id="{D00D4ABF-6502-4365-BE5A-1F6BB97B2A8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25700" y="1543050"/>
                  <a:ext cx="111125" cy="111125"/>
                </a:xfrm>
                <a:custGeom>
                  <a:avLst/>
                  <a:gdLst>
                    <a:gd name="T0" fmla="*/ 120 w 120"/>
                    <a:gd name="T1" fmla="*/ 60 h 120"/>
                    <a:gd name="T2" fmla="*/ 60 w 120"/>
                    <a:gd name="T3" fmla="*/ 120 h 120"/>
                    <a:gd name="T4" fmla="*/ 0 w 120"/>
                    <a:gd name="T5" fmla="*/ 60 h 120"/>
                    <a:gd name="T6" fmla="*/ 60 w 120"/>
                    <a:gd name="T7" fmla="*/ 0 h 120"/>
                    <a:gd name="T8" fmla="*/ 60 w 120"/>
                    <a:gd name="T9" fmla="*/ 60 h 120"/>
                    <a:gd name="T10" fmla="*/ 120 w 120"/>
                    <a:gd name="T11" fmla="*/ 60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20" h="120">
                      <a:moveTo>
                        <a:pt x="120" y="60"/>
                      </a:moveTo>
                      <a:cubicBezTo>
                        <a:pt x="120" y="93"/>
                        <a:pt x="93" y="120"/>
                        <a:pt x="60" y="120"/>
                      </a:cubicBezTo>
                      <a:cubicBezTo>
                        <a:pt x="27" y="120"/>
                        <a:pt x="0" y="93"/>
                        <a:pt x="0" y="60"/>
                      </a:cubicBezTo>
                      <a:cubicBezTo>
                        <a:pt x="0" y="27"/>
                        <a:pt x="27" y="0"/>
                        <a:pt x="60" y="0"/>
                      </a:cubicBezTo>
                      <a:cubicBezTo>
                        <a:pt x="60" y="60"/>
                        <a:pt x="60" y="60"/>
                        <a:pt x="60" y="60"/>
                      </a:cubicBezTo>
                      <a:lnTo>
                        <a:pt x="120" y="60"/>
                      </a:lnTo>
                      <a:close/>
                    </a:path>
                  </a:pathLst>
                </a:cu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329" name="Freeform 47">
                  <a:extLst>
                    <a:ext uri="{FF2B5EF4-FFF2-40B4-BE49-F238E27FC236}">
                      <a16:creationId xmlns:a16="http://schemas.microsoft.com/office/drawing/2014/main" id="{395B4448-72E7-408E-B8E2-D6AFE77C3EC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03488" y="1520825"/>
                  <a:ext cx="55563" cy="55562"/>
                </a:xfrm>
                <a:custGeom>
                  <a:avLst/>
                  <a:gdLst>
                    <a:gd name="T0" fmla="*/ 60 w 60"/>
                    <a:gd name="T1" fmla="*/ 60 h 60"/>
                    <a:gd name="T2" fmla="*/ 0 w 60"/>
                    <a:gd name="T3" fmla="*/ 60 h 60"/>
                    <a:gd name="T4" fmla="*/ 0 w 60"/>
                    <a:gd name="T5" fmla="*/ 0 h 60"/>
                    <a:gd name="T6" fmla="*/ 60 w 60"/>
                    <a:gd name="T7" fmla="*/ 60 h 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0" h="60">
                      <a:moveTo>
                        <a:pt x="60" y="60"/>
                      </a:moveTo>
                      <a:cubicBezTo>
                        <a:pt x="0" y="60"/>
                        <a:pt x="0" y="60"/>
                        <a:pt x="0" y="6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33" y="0"/>
                        <a:pt x="60" y="27"/>
                        <a:pt x="60" y="60"/>
                      </a:cubicBezTo>
                      <a:close/>
                    </a:path>
                  </a:pathLst>
                </a:cu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</p:grpSp>
          <p:grpSp>
            <p:nvGrpSpPr>
              <p:cNvPr id="1016" name="Group 1015">
                <a:extLst>
                  <a:ext uri="{FF2B5EF4-FFF2-40B4-BE49-F238E27FC236}">
                    <a16:creationId xmlns:a16="http://schemas.microsoft.com/office/drawing/2014/main" id="{8E407502-519C-45E1-A1B7-100F3FC64F80}"/>
                  </a:ext>
                </a:extLst>
              </p:cNvPr>
              <p:cNvGrpSpPr/>
              <p:nvPr/>
            </p:nvGrpSpPr>
            <p:grpSpPr>
              <a:xfrm>
                <a:off x="2349494" y="1878013"/>
                <a:ext cx="319088" cy="319087"/>
                <a:chOff x="2333625" y="1878013"/>
                <a:chExt cx="319088" cy="319087"/>
              </a:xfrm>
            </p:grpSpPr>
            <p:sp>
              <p:nvSpPr>
                <p:cNvPr id="869" name="Freeform 75">
                  <a:extLst>
                    <a:ext uri="{FF2B5EF4-FFF2-40B4-BE49-F238E27FC236}">
                      <a16:creationId xmlns:a16="http://schemas.microsoft.com/office/drawing/2014/main" id="{1C2EBB56-9F23-4D12-AFD8-B7F62CE8A2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33625" y="1878013"/>
                  <a:ext cx="319088" cy="130175"/>
                </a:xfrm>
                <a:custGeom>
                  <a:avLst/>
                  <a:gdLst>
                    <a:gd name="T0" fmla="*/ 201 w 201"/>
                    <a:gd name="T1" fmla="*/ 82 h 82"/>
                    <a:gd name="T2" fmla="*/ 0 w 201"/>
                    <a:gd name="T3" fmla="*/ 82 h 82"/>
                    <a:gd name="T4" fmla="*/ 100 w 201"/>
                    <a:gd name="T5" fmla="*/ 0 h 82"/>
                    <a:gd name="T6" fmla="*/ 201 w 201"/>
                    <a:gd name="T7" fmla="*/ 82 h 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1" h="82">
                      <a:moveTo>
                        <a:pt x="201" y="82"/>
                      </a:moveTo>
                      <a:lnTo>
                        <a:pt x="0" y="82"/>
                      </a:lnTo>
                      <a:lnTo>
                        <a:pt x="100" y="0"/>
                      </a:lnTo>
                      <a:lnTo>
                        <a:pt x="201" y="82"/>
                      </a:lnTo>
                      <a:close/>
                    </a:path>
                  </a:pathLst>
                </a:custGeom>
                <a:solidFill>
                  <a:srgbClr val="DFECF6"/>
                </a:solidFill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870" name="Line 76">
                  <a:extLst>
                    <a:ext uri="{FF2B5EF4-FFF2-40B4-BE49-F238E27FC236}">
                      <a16:creationId xmlns:a16="http://schemas.microsoft.com/office/drawing/2014/main" id="{0EB1F78F-C663-461F-96E1-594CBFFC427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08250" y="2033588"/>
                  <a:ext cx="0" cy="104775"/>
                </a:xfrm>
                <a:prstGeom prst="line">
                  <a:avLst/>
                </a:pr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871" name="Line 77">
                  <a:extLst>
                    <a:ext uri="{FF2B5EF4-FFF2-40B4-BE49-F238E27FC236}">
                      <a16:creationId xmlns:a16="http://schemas.microsoft.com/office/drawing/2014/main" id="{CF12E8DC-ED7A-4C8D-9267-4B039C0CE3E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78088" y="2033588"/>
                  <a:ext cx="0" cy="104775"/>
                </a:xfrm>
                <a:prstGeom prst="line">
                  <a:avLst/>
                </a:pr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872" name="Line 78">
                  <a:extLst>
                    <a:ext uri="{FF2B5EF4-FFF2-40B4-BE49-F238E27FC236}">
                      <a16:creationId xmlns:a16="http://schemas.microsoft.com/office/drawing/2014/main" id="{F9A7258E-145D-4283-B163-2D8352AD9B0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14613" y="2033588"/>
                  <a:ext cx="0" cy="104775"/>
                </a:xfrm>
                <a:prstGeom prst="line">
                  <a:avLst/>
                </a:pr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873" name="Line 79">
                  <a:extLst>
                    <a:ext uri="{FF2B5EF4-FFF2-40B4-BE49-F238E27FC236}">
                      <a16:creationId xmlns:a16="http://schemas.microsoft.com/office/drawing/2014/main" id="{B27B9F0B-4B02-4A24-B99B-97695B0A409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86038" y="2033588"/>
                  <a:ext cx="0" cy="104775"/>
                </a:xfrm>
                <a:prstGeom prst="line">
                  <a:avLst/>
                </a:pr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874" name="Line 80">
                  <a:extLst>
                    <a:ext uri="{FF2B5EF4-FFF2-40B4-BE49-F238E27FC236}">
                      <a16:creationId xmlns:a16="http://schemas.microsoft.com/office/drawing/2014/main" id="{9BD6F5CE-C26B-4024-906A-371A40B567E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00300" y="2033588"/>
                  <a:ext cx="0" cy="104775"/>
                </a:xfrm>
                <a:prstGeom prst="line">
                  <a:avLst/>
                </a:pr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875" name="Line 81">
                  <a:extLst>
                    <a:ext uri="{FF2B5EF4-FFF2-40B4-BE49-F238E27FC236}">
                      <a16:creationId xmlns:a16="http://schemas.microsoft.com/office/drawing/2014/main" id="{E5AFDC29-FEBF-4549-AB54-15BDBE30941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70138" y="2033588"/>
                  <a:ext cx="0" cy="104775"/>
                </a:xfrm>
                <a:prstGeom prst="line">
                  <a:avLst/>
                </a:pr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876" name="Line 82">
                  <a:extLst>
                    <a:ext uri="{FF2B5EF4-FFF2-40B4-BE49-F238E27FC236}">
                      <a16:creationId xmlns:a16="http://schemas.microsoft.com/office/drawing/2014/main" id="{B477D45D-1685-4A32-8EB4-30E5B12B6F7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1088" y="2166938"/>
                  <a:ext cx="282575" cy="0"/>
                </a:xfrm>
                <a:prstGeom prst="line">
                  <a:avLst/>
                </a:pr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877" name="Line 83">
                  <a:extLst>
                    <a:ext uri="{FF2B5EF4-FFF2-40B4-BE49-F238E27FC236}">
                      <a16:creationId xmlns:a16="http://schemas.microsoft.com/office/drawing/2014/main" id="{526798AD-E580-4B9A-BF9A-5EE701B864C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1088" y="2197100"/>
                  <a:ext cx="282575" cy="0"/>
                </a:xfrm>
                <a:prstGeom prst="line">
                  <a:avLst/>
                </a:pr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</p:grpSp>
          <p:grpSp>
            <p:nvGrpSpPr>
              <p:cNvPr id="1015" name="Group 1014">
                <a:extLst>
                  <a:ext uri="{FF2B5EF4-FFF2-40B4-BE49-F238E27FC236}">
                    <a16:creationId xmlns:a16="http://schemas.microsoft.com/office/drawing/2014/main" id="{2D8D7222-8A02-4279-A3C1-755CA62F83E4}"/>
                  </a:ext>
                </a:extLst>
              </p:cNvPr>
              <p:cNvGrpSpPr/>
              <p:nvPr/>
            </p:nvGrpSpPr>
            <p:grpSpPr>
              <a:xfrm>
                <a:off x="2352669" y="2349500"/>
                <a:ext cx="312738" cy="268287"/>
                <a:chOff x="2339975" y="2349500"/>
                <a:chExt cx="312738" cy="268287"/>
              </a:xfrm>
            </p:grpSpPr>
            <p:sp>
              <p:nvSpPr>
                <p:cNvPr id="976" name="Freeform 106">
                  <a:extLst>
                    <a:ext uri="{FF2B5EF4-FFF2-40B4-BE49-F238E27FC236}">
                      <a16:creationId xmlns:a16="http://schemas.microsoft.com/office/drawing/2014/main" id="{D6BCE9ED-7E1A-4983-BCAB-E276F80A912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03475" y="2374900"/>
                  <a:ext cx="249238" cy="174625"/>
                </a:xfrm>
                <a:custGeom>
                  <a:avLst/>
                  <a:gdLst>
                    <a:gd name="T0" fmla="*/ 157 w 157"/>
                    <a:gd name="T1" fmla="*/ 110 h 110"/>
                    <a:gd name="T2" fmla="*/ 0 w 157"/>
                    <a:gd name="T3" fmla="*/ 110 h 110"/>
                    <a:gd name="T4" fmla="*/ 0 w 157"/>
                    <a:gd name="T5" fmla="*/ 0 h 110"/>
                    <a:gd name="T6" fmla="*/ 157 w 157"/>
                    <a:gd name="T7" fmla="*/ 14 h 110"/>
                    <a:gd name="T8" fmla="*/ 157 w 157"/>
                    <a:gd name="T9" fmla="*/ 110 h 1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57" h="110">
                      <a:moveTo>
                        <a:pt x="157" y="110"/>
                      </a:moveTo>
                      <a:lnTo>
                        <a:pt x="0" y="110"/>
                      </a:lnTo>
                      <a:lnTo>
                        <a:pt x="0" y="0"/>
                      </a:lnTo>
                      <a:lnTo>
                        <a:pt x="157" y="14"/>
                      </a:lnTo>
                      <a:lnTo>
                        <a:pt x="157" y="110"/>
                      </a:lnTo>
                      <a:close/>
                    </a:path>
                  </a:pathLst>
                </a:cu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977" name="Oval 107">
                  <a:extLst>
                    <a:ext uri="{FF2B5EF4-FFF2-40B4-BE49-F238E27FC236}">
                      <a16:creationId xmlns:a16="http://schemas.microsoft.com/office/drawing/2014/main" id="{7B5134EF-AB06-418B-B823-D6070415579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00300" y="2571750"/>
                  <a:ext cx="44450" cy="46037"/>
                </a:xfrm>
                <a:prstGeom prst="ellipse">
                  <a:avLst/>
                </a:pr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978" name="Oval 108">
                  <a:extLst>
                    <a:ext uri="{FF2B5EF4-FFF2-40B4-BE49-F238E27FC236}">
                      <a16:creationId xmlns:a16="http://schemas.microsoft.com/office/drawing/2014/main" id="{6B53299D-F13E-455B-8EBA-D21D18FF40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08263" y="2571750"/>
                  <a:ext cx="44450" cy="46037"/>
                </a:xfrm>
                <a:prstGeom prst="ellipse">
                  <a:avLst/>
                </a:pr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979" name="Freeform 109">
                  <a:extLst>
                    <a:ext uri="{FF2B5EF4-FFF2-40B4-BE49-F238E27FC236}">
                      <a16:creationId xmlns:a16="http://schemas.microsoft.com/office/drawing/2014/main" id="{2E1C0AAA-4E81-4727-BEBB-D04DD2FA3A2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39975" y="2349500"/>
                  <a:ext cx="63500" cy="160337"/>
                </a:xfrm>
                <a:custGeom>
                  <a:avLst/>
                  <a:gdLst>
                    <a:gd name="T0" fmla="*/ 40 w 40"/>
                    <a:gd name="T1" fmla="*/ 101 h 101"/>
                    <a:gd name="T2" fmla="*/ 40 w 40"/>
                    <a:gd name="T3" fmla="*/ 0 h 101"/>
                    <a:gd name="T4" fmla="*/ 0 w 40"/>
                    <a:gd name="T5" fmla="*/ 0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0" h="101">
                      <a:moveTo>
                        <a:pt x="40" y="101"/>
                      </a:moveTo>
                      <a:lnTo>
                        <a:pt x="40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980" name="Rectangle 110">
                  <a:extLst>
                    <a:ext uri="{FF2B5EF4-FFF2-40B4-BE49-F238E27FC236}">
                      <a16:creationId xmlns:a16="http://schemas.microsoft.com/office/drawing/2014/main" id="{4ADCEEAA-5533-4AD3-859B-54E9E371F28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03475" y="2465388"/>
                  <a:ext cx="85725" cy="84137"/>
                </a:xfrm>
                <a:prstGeom prst="rect">
                  <a:avLst/>
                </a:prstGeom>
                <a:solidFill>
                  <a:srgbClr val="DFECF6"/>
                </a:solidFill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981" name="Rectangle 111">
                  <a:extLst>
                    <a:ext uri="{FF2B5EF4-FFF2-40B4-BE49-F238E27FC236}">
                      <a16:creationId xmlns:a16="http://schemas.microsoft.com/office/drawing/2014/main" id="{035D38D3-3526-437A-9C26-A26D9EECC8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89200" y="2493963"/>
                  <a:ext cx="85725" cy="55562"/>
                </a:xfrm>
                <a:prstGeom prst="rect">
                  <a:avLst/>
                </a:prstGeom>
                <a:solidFill>
                  <a:srgbClr val="DFECF6"/>
                </a:solidFill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1026" name="Group 1025">
              <a:extLst>
                <a:ext uri="{FF2B5EF4-FFF2-40B4-BE49-F238E27FC236}">
                  <a16:creationId xmlns:a16="http://schemas.microsoft.com/office/drawing/2014/main" id="{0FDC5DD1-C138-4851-83A1-D902E50F3414}"/>
                </a:ext>
              </a:extLst>
            </p:cNvPr>
            <p:cNvGrpSpPr/>
            <p:nvPr/>
          </p:nvGrpSpPr>
          <p:grpSpPr>
            <a:xfrm>
              <a:off x="2762828" y="1014413"/>
              <a:ext cx="325438" cy="1617662"/>
              <a:chOff x="2794782" y="1014413"/>
              <a:chExt cx="325438" cy="1617662"/>
            </a:xfrm>
          </p:grpSpPr>
          <p:grpSp>
            <p:nvGrpSpPr>
              <p:cNvPr id="1009" name="Group 1008">
                <a:extLst>
                  <a:ext uri="{FF2B5EF4-FFF2-40B4-BE49-F238E27FC236}">
                    <a16:creationId xmlns:a16="http://schemas.microsoft.com/office/drawing/2014/main" id="{90AB6338-4AF5-4388-9CA3-50128359966A}"/>
                  </a:ext>
                </a:extLst>
              </p:cNvPr>
              <p:cNvGrpSpPr/>
              <p:nvPr/>
            </p:nvGrpSpPr>
            <p:grpSpPr>
              <a:xfrm>
                <a:off x="2794782" y="1014413"/>
                <a:ext cx="325438" cy="327024"/>
                <a:chOff x="2757488" y="1014413"/>
                <a:chExt cx="325438" cy="327024"/>
              </a:xfrm>
            </p:grpSpPr>
            <p:sp>
              <p:nvSpPr>
                <p:cNvPr id="20" name="Freeform 14">
                  <a:extLst>
                    <a:ext uri="{FF2B5EF4-FFF2-40B4-BE49-F238E27FC236}">
                      <a16:creationId xmlns:a16="http://schemas.microsoft.com/office/drawing/2014/main" id="{6F5E836C-B051-438C-AEA8-97B100B4F21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57488" y="1044575"/>
                  <a:ext cx="296863" cy="296862"/>
                </a:xfrm>
                <a:custGeom>
                  <a:avLst/>
                  <a:gdLst>
                    <a:gd name="T0" fmla="*/ 320 w 320"/>
                    <a:gd name="T1" fmla="*/ 157 h 320"/>
                    <a:gd name="T2" fmla="*/ 152 w 320"/>
                    <a:gd name="T3" fmla="*/ 313 h 320"/>
                    <a:gd name="T4" fmla="*/ 7 w 320"/>
                    <a:gd name="T5" fmla="*/ 168 h 320"/>
                    <a:gd name="T6" fmla="*/ 163 w 320"/>
                    <a:gd name="T7" fmla="*/ 0 h 320"/>
                    <a:gd name="T8" fmla="*/ 163 w 320"/>
                    <a:gd name="T9" fmla="*/ 157 h 320"/>
                    <a:gd name="T10" fmla="*/ 320 w 320"/>
                    <a:gd name="T11" fmla="*/ 157 h 3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20" h="320">
                      <a:moveTo>
                        <a:pt x="320" y="157"/>
                      </a:moveTo>
                      <a:cubicBezTo>
                        <a:pt x="320" y="247"/>
                        <a:pt x="243" y="320"/>
                        <a:pt x="152" y="313"/>
                      </a:cubicBezTo>
                      <a:cubicBezTo>
                        <a:pt x="75" y="308"/>
                        <a:pt x="12" y="245"/>
                        <a:pt x="7" y="168"/>
                      </a:cubicBezTo>
                      <a:cubicBezTo>
                        <a:pt x="0" y="77"/>
                        <a:pt x="73" y="0"/>
                        <a:pt x="163" y="0"/>
                      </a:cubicBezTo>
                      <a:cubicBezTo>
                        <a:pt x="163" y="157"/>
                        <a:pt x="163" y="157"/>
                        <a:pt x="163" y="157"/>
                      </a:cubicBezTo>
                      <a:lnTo>
                        <a:pt x="320" y="157"/>
                      </a:lnTo>
                      <a:close/>
                    </a:path>
                  </a:pathLst>
                </a:cu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21" name="Freeform 15">
                  <a:extLst>
                    <a:ext uri="{FF2B5EF4-FFF2-40B4-BE49-F238E27FC236}">
                      <a16:creationId xmlns:a16="http://schemas.microsoft.com/office/drawing/2014/main" id="{F73A42C1-85A3-470C-A0E1-EF2ABA7BD7E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38463" y="1014413"/>
                  <a:ext cx="144463" cy="146050"/>
                </a:xfrm>
                <a:custGeom>
                  <a:avLst/>
                  <a:gdLst>
                    <a:gd name="T0" fmla="*/ 157 w 157"/>
                    <a:gd name="T1" fmla="*/ 157 h 157"/>
                    <a:gd name="T2" fmla="*/ 0 w 157"/>
                    <a:gd name="T3" fmla="*/ 157 h 157"/>
                    <a:gd name="T4" fmla="*/ 0 w 157"/>
                    <a:gd name="T5" fmla="*/ 0 h 157"/>
                    <a:gd name="T6" fmla="*/ 157 w 157"/>
                    <a:gd name="T7" fmla="*/ 157 h 1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57" h="157">
                      <a:moveTo>
                        <a:pt x="157" y="157"/>
                      </a:moveTo>
                      <a:cubicBezTo>
                        <a:pt x="0" y="157"/>
                        <a:pt x="0" y="157"/>
                        <a:pt x="0" y="157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87" y="0"/>
                        <a:pt x="157" y="70"/>
                        <a:pt x="157" y="157"/>
                      </a:cubicBezTo>
                      <a:close/>
                    </a:path>
                  </a:pathLst>
                </a:custGeom>
                <a:solidFill>
                  <a:srgbClr val="DFECF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22" name="Freeform 16">
                  <a:extLst>
                    <a:ext uri="{FF2B5EF4-FFF2-40B4-BE49-F238E27FC236}">
                      <a16:creationId xmlns:a16="http://schemas.microsoft.com/office/drawing/2014/main" id="{0BAB8037-0492-4486-87F7-8CD1538A417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38463" y="1014413"/>
                  <a:ext cx="144463" cy="146050"/>
                </a:xfrm>
                <a:custGeom>
                  <a:avLst/>
                  <a:gdLst>
                    <a:gd name="T0" fmla="*/ 157 w 157"/>
                    <a:gd name="T1" fmla="*/ 157 h 157"/>
                    <a:gd name="T2" fmla="*/ 0 w 157"/>
                    <a:gd name="T3" fmla="*/ 157 h 157"/>
                    <a:gd name="T4" fmla="*/ 0 w 157"/>
                    <a:gd name="T5" fmla="*/ 0 h 157"/>
                    <a:gd name="T6" fmla="*/ 157 w 157"/>
                    <a:gd name="T7" fmla="*/ 157 h 1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57" h="157">
                      <a:moveTo>
                        <a:pt x="157" y="157"/>
                      </a:moveTo>
                      <a:cubicBezTo>
                        <a:pt x="0" y="157"/>
                        <a:pt x="0" y="157"/>
                        <a:pt x="0" y="157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87" y="0"/>
                        <a:pt x="157" y="70"/>
                        <a:pt x="157" y="157"/>
                      </a:cubicBezTo>
                      <a:close/>
                    </a:path>
                  </a:pathLst>
                </a:cu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</p:grpSp>
          <p:grpSp>
            <p:nvGrpSpPr>
              <p:cNvPr id="1020" name="Group 1019">
                <a:extLst>
                  <a:ext uri="{FF2B5EF4-FFF2-40B4-BE49-F238E27FC236}">
                    <a16:creationId xmlns:a16="http://schemas.microsoft.com/office/drawing/2014/main" id="{4D995D90-24D8-4192-940D-C95D4A1DE92E}"/>
                  </a:ext>
                </a:extLst>
              </p:cNvPr>
              <p:cNvGrpSpPr/>
              <p:nvPr/>
            </p:nvGrpSpPr>
            <p:grpSpPr>
              <a:xfrm>
                <a:off x="2797957" y="1446213"/>
                <a:ext cx="319088" cy="320675"/>
                <a:chOff x="2763838" y="1446213"/>
                <a:chExt cx="319088" cy="320675"/>
              </a:xfrm>
            </p:grpSpPr>
            <p:sp>
              <p:nvSpPr>
                <p:cNvPr id="330" name="Freeform 48">
                  <a:extLst>
                    <a:ext uri="{FF2B5EF4-FFF2-40B4-BE49-F238E27FC236}">
                      <a16:creationId xmlns:a16="http://schemas.microsoft.com/office/drawing/2014/main" id="{ECF1E593-CC5F-4AD2-8DF8-D1EA02D684D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63838" y="1446213"/>
                  <a:ext cx="319088" cy="320675"/>
                </a:xfrm>
                <a:custGeom>
                  <a:avLst/>
                  <a:gdLst>
                    <a:gd name="T0" fmla="*/ 201 w 201"/>
                    <a:gd name="T1" fmla="*/ 202 h 202"/>
                    <a:gd name="T2" fmla="*/ 0 w 201"/>
                    <a:gd name="T3" fmla="*/ 202 h 202"/>
                    <a:gd name="T4" fmla="*/ 0 w 201"/>
                    <a:gd name="T5" fmla="*/ 0 h 2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1" h="202">
                      <a:moveTo>
                        <a:pt x="201" y="202"/>
                      </a:moveTo>
                      <a:lnTo>
                        <a:pt x="0" y="202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331" name="Rectangle 49">
                  <a:extLst>
                    <a:ext uri="{FF2B5EF4-FFF2-40B4-BE49-F238E27FC236}">
                      <a16:creationId xmlns:a16="http://schemas.microsoft.com/office/drawing/2014/main" id="{2D28EBFF-66E6-4BC6-98C0-F3A991412A4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63838" y="1670050"/>
                  <a:ext cx="274638" cy="50800"/>
                </a:xfrm>
                <a:prstGeom prst="rect">
                  <a:avLst/>
                </a:prstGeom>
                <a:solidFill>
                  <a:srgbClr val="DFECF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332" name="Rectangle 50">
                  <a:extLst>
                    <a:ext uri="{FF2B5EF4-FFF2-40B4-BE49-F238E27FC236}">
                      <a16:creationId xmlns:a16="http://schemas.microsoft.com/office/drawing/2014/main" id="{48E5A825-FA94-4A23-9355-078755EABA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63838" y="1670050"/>
                  <a:ext cx="274638" cy="50800"/>
                </a:xfrm>
                <a:prstGeom prst="rect">
                  <a:avLst/>
                </a:pr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333" name="Rectangle 51">
                  <a:extLst>
                    <a:ext uri="{FF2B5EF4-FFF2-40B4-BE49-F238E27FC236}">
                      <a16:creationId xmlns:a16="http://schemas.microsoft.com/office/drawing/2014/main" id="{5F9879D5-16BB-4A28-B30D-C7336747922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63838" y="1581150"/>
                  <a:ext cx="196850" cy="50800"/>
                </a:xfrm>
                <a:prstGeom prst="rect">
                  <a:avLst/>
                </a:pr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334" name="Rectangle 52">
                  <a:extLst>
                    <a:ext uri="{FF2B5EF4-FFF2-40B4-BE49-F238E27FC236}">
                      <a16:creationId xmlns:a16="http://schemas.microsoft.com/office/drawing/2014/main" id="{B410C2F4-6EFF-48BD-95C5-CA12D8CD17E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63838" y="1490663"/>
                  <a:ext cx="144463" cy="52387"/>
                </a:xfrm>
                <a:prstGeom prst="rect">
                  <a:avLst/>
                </a:pr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</p:grpSp>
          <p:grpSp>
            <p:nvGrpSpPr>
              <p:cNvPr id="1021" name="Group 1020">
                <a:extLst>
                  <a:ext uri="{FF2B5EF4-FFF2-40B4-BE49-F238E27FC236}">
                    <a16:creationId xmlns:a16="http://schemas.microsoft.com/office/drawing/2014/main" id="{72925C74-9B05-44CA-8FEA-C21D95088A42}"/>
                  </a:ext>
                </a:extLst>
              </p:cNvPr>
              <p:cNvGrpSpPr/>
              <p:nvPr/>
            </p:nvGrpSpPr>
            <p:grpSpPr>
              <a:xfrm>
                <a:off x="2797957" y="1878013"/>
                <a:ext cx="319088" cy="319087"/>
                <a:chOff x="2763838" y="1878013"/>
                <a:chExt cx="319088" cy="319087"/>
              </a:xfrm>
            </p:grpSpPr>
            <p:sp>
              <p:nvSpPr>
                <p:cNvPr id="878" name="Rectangle 84">
                  <a:extLst>
                    <a:ext uri="{FF2B5EF4-FFF2-40B4-BE49-F238E27FC236}">
                      <a16:creationId xmlns:a16="http://schemas.microsoft.com/office/drawing/2014/main" id="{B6A21100-056A-49A4-8A9A-8F787CAC66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22588" y="1878013"/>
                  <a:ext cx="160338" cy="155575"/>
                </a:xfrm>
                <a:prstGeom prst="rect">
                  <a:avLst/>
                </a:pr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879" name="Rectangle 85">
                  <a:extLst>
                    <a:ext uri="{FF2B5EF4-FFF2-40B4-BE49-F238E27FC236}">
                      <a16:creationId xmlns:a16="http://schemas.microsoft.com/office/drawing/2014/main" id="{A44695A6-89EC-4F7B-8AD0-34424B1C2A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63838" y="1878013"/>
                  <a:ext cx="158750" cy="155575"/>
                </a:xfrm>
                <a:prstGeom prst="rect">
                  <a:avLst/>
                </a:pr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880" name="Rectangle 86">
                  <a:extLst>
                    <a:ext uri="{FF2B5EF4-FFF2-40B4-BE49-F238E27FC236}">
                      <a16:creationId xmlns:a16="http://schemas.microsoft.com/office/drawing/2014/main" id="{A358C94D-1037-41E4-93CA-8E2415AA83C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22588" y="2033588"/>
                  <a:ext cx="160338" cy="163512"/>
                </a:xfrm>
                <a:prstGeom prst="rect">
                  <a:avLst/>
                </a:pr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881" name="Rectangle 87">
                  <a:extLst>
                    <a:ext uri="{FF2B5EF4-FFF2-40B4-BE49-F238E27FC236}">
                      <a16:creationId xmlns:a16="http://schemas.microsoft.com/office/drawing/2014/main" id="{5A2CDB09-3BB4-4188-BED0-8E80F75E640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63838" y="2033588"/>
                  <a:ext cx="158750" cy="163512"/>
                </a:xfrm>
                <a:prstGeom prst="rect">
                  <a:avLst/>
                </a:pr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882" name="Line 88">
                  <a:extLst>
                    <a:ext uri="{FF2B5EF4-FFF2-40B4-BE49-F238E27FC236}">
                      <a16:creationId xmlns:a16="http://schemas.microsoft.com/office/drawing/2014/main" id="{512E75BE-4ADA-4CB3-A74C-A482DDA59D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44800" y="1919288"/>
                  <a:ext cx="0" cy="73025"/>
                </a:xfrm>
                <a:prstGeom prst="line">
                  <a:avLst/>
                </a:pr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883" name="Line 89">
                  <a:extLst>
                    <a:ext uri="{FF2B5EF4-FFF2-40B4-BE49-F238E27FC236}">
                      <a16:creationId xmlns:a16="http://schemas.microsoft.com/office/drawing/2014/main" id="{7EC6F84F-5986-40AE-AF0E-1304FE1517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08288" y="1955800"/>
                  <a:ext cx="69850" cy="0"/>
                </a:xfrm>
                <a:prstGeom prst="line">
                  <a:avLst/>
                </a:pr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960" name="Line 90">
                  <a:extLst>
                    <a:ext uri="{FF2B5EF4-FFF2-40B4-BE49-F238E27FC236}">
                      <a16:creationId xmlns:a16="http://schemas.microsoft.com/office/drawing/2014/main" id="{F1FBB687-5827-4B30-B0E9-F1BBA56875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67038" y="2089150"/>
                  <a:ext cx="74613" cy="0"/>
                </a:xfrm>
                <a:prstGeom prst="line">
                  <a:avLst/>
                </a:pr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961" name="Line 91">
                  <a:extLst>
                    <a:ext uri="{FF2B5EF4-FFF2-40B4-BE49-F238E27FC236}">
                      <a16:creationId xmlns:a16="http://schemas.microsoft.com/office/drawing/2014/main" id="{7464729A-AF87-400E-B0C6-50518DD307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67038" y="2141538"/>
                  <a:ext cx="74613" cy="0"/>
                </a:xfrm>
                <a:prstGeom prst="line">
                  <a:avLst/>
                </a:pr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962" name="Line 92">
                  <a:extLst>
                    <a:ext uri="{FF2B5EF4-FFF2-40B4-BE49-F238E27FC236}">
                      <a16:creationId xmlns:a16="http://schemas.microsoft.com/office/drawing/2014/main" id="{20EAC2B9-47EA-457B-A61B-784B2A3279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17813" y="2090738"/>
                  <a:ext cx="50800" cy="50800"/>
                </a:xfrm>
                <a:prstGeom prst="line">
                  <a:avLst/>
                </a:pr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963" name="Line 93">
                  <a:extLst>
                    <a:ext uri="{FF2B5EF4-FFF2-40B4-BE49-F238E27FC236}">
                      <a16:creationId xmlns:a16="http://schemas.microsoft.com/office/drawing/2014/main" id="{3155E4EA-E009-47DC-9C68-1561C4825DE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17813" y="2090738"/>
                  <a:ext cx="50800" cy="50800"/>
                </a:xfrm>
                <a:prstGeom prst="line">
                  <a:avLst/>
                </a:pr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964" name="Oval 94">
                  <a:extLst>
                    <a:ext uri="{FF2B5EF4-FFF2-40B4-BE49-F238E27FC236}">
                      <a16:creationId xmlns:a16="http://schemas.microsoft.com/office/drawing/2014/main" id="{36C0EC35-5393-46E1-85F2-948659FAA64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9263" y="1966913"/>
                  <a:ext cx="30163" cy="30162"/>
                </a:xfrm>
                <a:prstGeom prst="ellipse">
                  <a:avLst/>
                </a:prstGeom>
                <a:solidFill>
                  <a:srgbClr val="249DF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965" name="Oval 95">
                  <a:extLst>
                    <a:ext uri="{FF2B5EF4-FFF2-40B4-BE49-F238E27FC236}">
                      <a16:creationId xmlns:a16="http://schemas.microsoft.com/office/drawing/2014/main" id="{55EAE815-9134-4330-9E7D-F31AFD3367A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9263" y="1919288"/>
                  <a:ext cx="30163" cy="28575"/>
                </a:xfrm>
                <a:prstGeom prst="ellipse">
                  <a:avLst/>
                </a:prstGeom>
                <a:solidFill>
                  <a:srgbClr val="249DF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</p:grpSp>
          <p:grpSp>
            <p:nvGrpSpPr>
              <p:cNvPr id="1018" name="Group 1017">
                <a:extLst>
                  <a:ext uri="{FF2B5EF4-FFF2-40B4-BE49-F238E27FC236}">
                    <a16:creationId xmlns:a16="http://schemas.microsoft.com/office/drawing/2014/main" id="{337DDAEC-8BED-4D8C-B710-9E0850F1A515}"/>
                  </a:ext>
                </a:extLst>
              </p:cNvPr>
              <p:cNvGrpSpPr/>
              <p:nvPr/>
            </p:nvGrpSpPr>
            <p:grpSpPr>
              <a:xfrm>
                <a:off x="2797957" y="2341563"/>
                <a:ext cx="319088" cy="290512"/>
                <a:chOff x="2763838" y="2341563"/>
                <a:chExt cx="319088" cy="290512"/>
              </a:xfrm>
            </p:grpSpPr>
            <p:sp>
              <p:nvSpPr>
                <p:cNvPr id="982" name="Freeform 112">
                  <a:extLst>
                    <a:ext uri="{FF2B5EF4-FFF2-40B4-BE49-F238E27FC236}">
                      <a16:creationId xmlns:a16="http://schemas.microsoft.com/office/drawing/2014/main" id="{C0C0ED60-3D0B-467D-B612-2C39E694F6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11463" y="2360613"/>
                  <a:ext cx="93663" cy="55562"/>
                </a:xfrm>
                <a:custGeom>
                  <a:avLst/>
                  <a:gdLst>
                    <a:gd name="T0" fmla="*/ 0 w 59"/>
                    <a:gd name="T1" fmla="*/ 35 h 35"/>
                    <a:gd name="T2" fmla="*/ 0 w 59"/>
                    <a:gd name="T3" fmla="*/ 0 h 35"/>
                    <a:gd name="T4" fmla="*/ 59 w 59"/>
                    <a:gd name="T5" fmla="*/ 0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59" h="35">
                      <a:moveTo>
                        <a:pt x="0" y="35"/>
                      </a:moveTo>
                      <a:lnTo>
                        <a:pt x="0" y="0"/>
                      </a:lnTo>
                      <a:lnTo>
                        <a:pt x="59" y="0"/>
                      </a:lnTo>
                    </a:path>
                  </a:pathLst>
                </a:cu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983" name="Freeform 113">
                  <a:extLst>
                    <a:ext uri="{FF2B5EF4-FFF2-40B4-BE49-F238E27FC236}">
                      <a16:creationId xmlns:a16="http://schemas.microsoft.com/office/drawing/2014/main" id="{D9C3A8A6-CEAC-4BBC-A319-63FDF5DF2B9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41638" y="2360613"/>
                  <a:ext cx="92075" cy="55562"/>
                </a:xfrm>
                <a:custGeom>
                  <a:avLst/>
                  <a:gdLst>
                    <a:gd name="T0" fmla="*/ 0 w 58"/>
                    <a:gd name="T1" fmla="*/ 0 h 35"/>
                    <a:gd name="T2" fmla="*/ 58 w 58"/>
                    <a:gd name="T3" fmla="*/ 0 h 35"/>
                    <a:gd name="T4" fmla="*/ 58 w 58"/>
                    <a:gd name="T5" fmla="*/ 35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58" h="35">
                      <a:moveTo>
                        <a:pt x="0" y="0"/>
                      </a:moveTo>
                      <a:lnTo>
                        <a:pt x="58" y="0"/>
                      </a:lnTo>
                      <a:lnTo>
                        <a:pt x="58" y="35"/>
                      </a:lnTo>
                    </a:path>
                  </a:pathLst>
                </a:cu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984" name="Oval 114">
                  <a:extLst>
                    <a:ext uri="{FF2B5EF4-FFF2-40B4-BE49-F238E27FC236}">
                      <a16:creationId xmlns:a16="http://schemas.microsoft.com/office/drawing/2014/main" id="{190DD466-BEDD-4F21-950A-82E47C0402C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05125" y="2341563"/>
                  <a:ext cx="36513" cy="38100"/>
                </a:xfrm>
                <a:prstGeom prst="ellipse">
                  <a:avLst/>
                </a:pr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985" name="Freeform 115">
                  <a:extLst>
                    <a:ext uri="{FF2B5EF4-FFF2-40B4-BE49-F238E27FC236}">
                      <a16:creationId xmlns:a16="http://schemas.microsoft.com/office/drawing/2014/main" id="{B419A1C4-10AC-4E4A-8B57-AC007436209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63838" y="2505075"/>
                  <a:ext cx="95250" cy="49212"/>
                </a:xfrm>
                <a:custGeom>
                  <a:avLst/>
                  <a:gdLst>
                    <a:gd name="T0" fmla="*/ 104 w 104"/>
                    <a:gd name="T1" fmla="*/ 0 h 52"/>
                    <a:gd name="T2" fmla="*/ 52 w 104"/>
                    <a:gd name="T3" fmla="*/ 52 h 52"/>
                    <a:gd name="T4" fmla="*/ 0 w 104"/>
                    <a:gd name="T5" fmla="*/ 0 h 52"/>
                    <a:gd name="T6" fmla="*/ 104 w 104"/>
                    <a:gd name="T7" fmla="*/ 0 h 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4" h="52">
                      <a:moveTo>
                        <a:pt x="104" y="0"/>
                      </a:moveTo>
                      <a:cubicBezTo>
                        <a:pt x="104" y="29"/>
                        <a:pt x="81" y="52"/>
                        <a:pt x="52" y="52"/>
                      </a:cubicBezTo>
                      <a:cubicBezTo>
                        <a:pt x="23" y="52"/>
                        <a:pt x="0" y="29"/>
                        <a:pt x="0" y="0"/>
                      </a:cubicBezTo>
                      <a:lnTo>
                        <a:pt x="104" y="0"/>
                      </a:lnTo>
                      <a:close/>
                    </a:path>
                  </a:pathLst>
                </a:custGeom>
                <a:solidFill>
                  <a:srgbClr val="DFECF6"/>
                </a:solidFill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986" name="Freeform 116">
                  <a:extLst>
                    <a:ext uri="{FF2B5EF4-FFF2-40B4-BE49-F238E27FC236}">
                      <a16:creationId xmlns:a16="http://schemas.microsoft.com/office/drawing/2014/main" id="{906FE069-1AFE-4FC4-87EF-41B61A18DB5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63838" y="2408238"/>
                  <a:ext cx="95250" cy="96837"/>
                </a:xfrm>
                <a:custGeom>
                  <a:avLst/>
                  <a:gdLst>
                    <a:gd name="T0" fmla="*/ 60 w 60"/>
                    <a:gd name="T1" fmla="*/ 61 h 61"/>
                    <a:gd name="T2" fmla="*/ 0 w 60"/>
                    <a:gd name="T3" fmla="*/ 61 h 61"/>
                    <a:gd name="T4" fmla="*/ 12 w 60"/>
                    <a:gd name="T5" fmla="*/ 37 h 61"/>
                    <a:gd name="T6" fmla="*/ 30 w 60"/>
                    <a:gd name="T7" fmla="*/ 0 h 61"/>
                    <a:gd name="T8" fmla="*/ 48 w 60"/>
                    <a:gd name="T9" fmla="*/ 37 h 61"/>
                    <a:gd name="T10" fmla="*/ 60 w 60"/>
                    <a:gd name="T11" fmla="*/ 61 h 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60" h="61">
                      <a:moveTo>
                        <a:pt x="60" y="61"/>
                      </a:moveTo>
                      <a:lnTo>
                        <a:pt x="0" y="61"/>
                      </a:lnTo>
                      <a:lnTo>
                        <a:pt x="12" y="37"/>
                      </a:lnTo>
                      <a:lnTo>
                        <a:pt x="30" y="0"/>
                      </a:lnTo>
                      <a:lnTo>
                        <a:pt x="48" y="37"/>
                      </a:lnTo>
                      <a:lnTo>
                        <a:pt x="60" y="61"/>
                      </a:lnTo>
                      <a:close/>
                    </a:path>
                  </a:pathLst>
                </a:cu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987" name="Freeform 117">
                  <a:extLst>
                    <a:ext uri="{FF2B5EF4-FFF2-40B4-BE49-F238E27FC236}">
                      <a16:creationId xmlns:a16="http://schemas.microsoft.com/office/drawing/2014/main" id="{7729FB43-0480-48AA-9D66-BE4F58E453C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86088" y="2505075"/>
                  <a:ext cx="96838" cy="49212"/>
                </a:xfrm>
                <a:custGeom>
                  <a:avLst/>
                  <a:gdLst>
                    <a:gd name="T0" fmla="*/ 104 w 104"/>
                    <a:gd name="T1" fmla="*/ 0 h 52"/>
                    <a:gd name="T2" fmla="*/ 52 w 104"/>
                    <a:gd name="T3" fmla="*/ 52 h 52"/>
                    <a:gd name="T4" fmla="*/ 0 w 104"/>
                    <a:gd name="T5" fmla="*/ 0 h 52"/>
                    <a:gd name="T6" fmla="*/ 104 w 104"/>
                    <a:gd name="T7" fmla="*/ 0 h 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4" h="52">
                      <a:moveTo>
                        <a:pt x="104" y="0"/>
                      </a:moveTo>
                      <a:cubicBezTo>
                        <a:pt x="104" y="29"/>
                        <a:pt x="81" y="52"/>
                        <a:pt x="52" y="52"/>
                      </a:cubicBezTo>
                      <a:cubicBezTo>
                        <a:pt x="23" y="52"/>
                        <a:pt x="0" y="29"/>
                        <a:pt x="0" y="0"/>
                      </a:cubicBezTo>
                      <a:lnTo>
                        <a:pt x="104" y="0"/>
                      </a:lnTo>
                      <a:close/>
                    </a:path>
                  </a:pathLst>
                </a:custGeom>
                <a:solidFill>
                  <a:srgbClr val="DFECF6"/>
                </a:solidFill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988" name="Freeform 118">
                  <a:extLst>
                    <a:ext uri="{FF2B5EF4-FFF2-40B4-BE49-F238E27FC236}">
                      <a16:creationId xmlns:a16="http://schemas.microsoft.com/office/drawing/2014/main" id="{E83D3A0E-87A0-4E71-919F-8CD64A8797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86088" y="2408238"/>
                  <a:ext cx="96838" cy="96837"/>
                </a:xfrm>
                <a:custGeom>
                  <a:avLst/>
                  <a:gdLst>
                    <a:gd name="T0" fmla="*/ 61 w 61"/>
                    <a:gd name="T1" fmla="*/ 61 h 61"/>
                    <a:gd name="T2" fmla="*/ 0 w 61"/>
                    <a:gd name="T3" fmla="*/ 61 h 61"/>
                    <a:gd name="T4" fmla="*/ 12 w 61"/>
                    <a:gd name="T5" fmla="*/ 37 h 61"/>
                    <a:gd name="T6" fmla="*/ 30 w 61"/>
                    <a:gd name="T7" fmla="*/ 0 h 61"/>
                    <a:gd name="T8" fmla="*/ 48 w 61"/>
                    <a:gd name="T9" fmla="*/ 37 h 61"/>
                    <a:gd name="T10" fmla="*/ 61 w 61"/>
                    <a:gd name="T11" fmla="*/ 61 h 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61" h="61">
                      <a:moveTo>
                        <a:pt x="61" y="61"/>
                      </a:moveTo>
                      <a:lnTo>
                        <a:pt x="0" y="61"/>
                      </a:lnTo>
                      <a:lnTo>
                        <a:pt x="12" y="37"/>
                      </a:lnTo>
                      <a:lnTo>
                        <a:pt x="30" y="0"/>
                      </a:lnTo>
                      <a:lnTo>
                        <a:pt x="48" y="37"/>
                      </a:lnTo>
                      <a:lnTo>
                        <a:pt x="61" y="61"/>
                      </a:lnTo>
                      <a:close/>
                    </a:path>
                  </a:pathLst>
                </a:cu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989" name="Line 119">
                  <a:extLst>
                    <a:ext uri="{FF2B5EF4-FFF2-40B4-BE49-F238E27FC236}">
                      <a16:creationId xmlns:a16="http://schemas.microsoft.com/office/drawing/2014/main" id="{D7A9C568-0C5E-45CF-9939-2C051BF2F1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2588" y="2379663"/>
                  <a:ext cx="0" cy="249237"/>
                </a:xfrm>
                <a:prstGeom prst="line">
                  <a:avLst/>
                </a:pr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990" name="Line 120">
                  <a:extLst>
                    <a:ext uri="{FF2B5EF4-FFF2-40B4-BE49-F238E27FC236}">
                      <a16:creationId xmlns:a16="http://schemas.microsoft.com/office/drawing/2014/main" id="{24ECC963-0AE4-4EF8-99EB-91EC9A5BFC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52738" y="2632075"/>
                  <a:ext cx="141288" cy="0"/>
                </a:xfrm>
                <a:prstGeom prst="line">
                  <a:avLst/>
                </a:pr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1030" name="Group 1029">
              <a:extLst>
                <a:ext uri="{FF2B5EF4-FFF2-40B4-BE49-F238E27FC236}">
                  <a16:creationId xmlns:a16="http://schemas.microsoft.com/office/drawing/2014/main" id="{99E929AB-8D04-4D60-BF04-90D0D48733C5}"/>
                </a:ext>
              </a:extLst>
            </p:cNvPr>
            <p:cNvGrpSpPr/>
            <p:nvPr/>
          </p:nvGrpSpPr>
          <p:grpSpPr>
            <a:xfrm>
              <a:off x="3276469" y="1016000"/>
              <a:ext cx="319088" cy="1612900"/>
              <a:chOff x="3252769" y="1016000"/>
              <a:chExt cx="319088" cy="1612900"/>
            </a:xfrm>
          </p:grpSpPr>
          <p:grpSp>
            <p:nvGrpSpPr>
              <p:cNvPr id="1008" name="Group 1007">
                <a:extLst>
                  <a:ext uri="{FF2B5EF4-FFF2-40B4-BE49-F238E27FC236}">
                    <a16:creationId xmlns:a16="http://schemas.microsoft.com/office/drawing/2014/main" id="{6B6ECD77-81C0-4BF4-ACB8-C10141CB06C9}"/>
                  </a:ext>
                </a:extLst>
              </p:cNvPr>
              <p:cNvGrpSpPr/>
              <p:nvPr/>
            </p:nvGrpSpPr>
            <p:grpSpPr>
              <a:xfrm>
                <a:off x="3308332" y="1016000"/>
                <a:ext cx="207963" cy="319088"/>
                <a:chOff x="3249613" y="1016000"/>
                <a:chExt cx="207963" cy="319088"/>
              </a:xfrm>
            </p:grpSpPr>
            <p:sp>
              <p:nvSpPr>
                <p:cNvPr id="23" name="Rectangle 17">
                  <a:extLst>
                    <a:ext uri="{FF2B5EF4-FFF2-40B4-BE49-F238E27FC236}">
                      <a16:creationId xmlns:a16="http://schemas.microsoft.com/office/drawing/2014/main" id="{4585A13F-5EF4-4337-A1EE-0953F49009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49613" y="1016000"/>
                  <a:ext cx="207963" cy="107950"/>
                </a:xfrm>
                <a:prstGeom prst="rect">
                  <a:avLst/>
                </a:prstGeom>
                <a:solidFill>
                  <a:srgbClr val="DFECF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24" name="Rectangle 18">
                  <a:extLst>
                    <a:ext uri="{FF2B5EF4-FFF2-40B4-BE49-F238E27FC236}">
                      <a16:creationId xmlns:a16="http://schemas.microsoft.com/office/drawing/2014/main" id="{69AFBDDE-3618-4FC7-B652-0EE1B8D229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49613" y="1016000"/>
                  <a:ext cx="207963" cy="107950"/>
                </a:xfrm>
                <a:prstGeom prst="rect">
                  <a:avLst/>
                </a:prstGeom>
                <a:solidFill>
                  <a:srgbClr val="DFECF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25" name="Rectangle 19">
                  <a:extLst>
                    <a:ext uri="{FF2B5EF4-FFF2-40B4-BE49-F238E27FC236}">
                      <a16:creationId xmlns:a16="http://schemas.microsoft.com/office/drawing/2014/main" id="{E8C771DA-5A8B-4466-A612-16B2C1A8C94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49613" y="1016000"/>
                  <a:ext cx="207963" cy="107950"/>
                </a:xfrm>
                <a:prstGeom prst="rect">
                  <a:avLst/>
                </a:pr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26" name="Rectangle 20">
                  <a:extLst>
                    <a:ext uri="{FF2B5EF4-FFF2-40B4-BE49-F238E27FC236}">
                      <a16:creationId xmlns:a16="http://schemas.microsoft.com/office/drawing/2014/main" id="{7E9E4FE7-8444-4B53-BF91-B2DCA797DF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49613" y="1016000"/>
                  <a:ext cx="207963" cy="107950"/>
                </a:xfrm>
                <a:prstGeom prst="rect">
                  <a:avLst/>
                </a:pr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27" name="Rectangle 21">
                  <a:extLst>
                    <a:ext uri="{FF2B5EF4-FFF2-40B4-BE49-F238E27FC236}">
                      <a16:creationId xmlns:a16="http://schemas.microsoft.com/office/drawing/2014/main" id="{2BF08BBF-700B-4D72-B69D-E778C0A7B9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52800" y="1123950"/>
                  <a:ext cx="104775" cy="103187"/>
                </a:xfrm>
                <a:prstGeom prst="rect">
                  <a:avLst/>
                </a:pr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28" name="Rectangle 22">
                  <a:extLst>
                    <a:ext uri="{FF2B5EF4-FFF2-40B4-BE49-F238E27FC236}">
                      <a16:creationId xmlns:a16="http://schemas.microsoft.com/office/drawing/2014/main" id="{C9D89C6D-DF46-4932-BA7F-F473DCCFA4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49613" y="1123950"/>
                  <a:ext cx="103188" cy="103187"/>
                </a:xfrm>
                <a:prstGeom prst="rect">
                  <a:avLst/>
                </a:pr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29" name="Rectangle 23">
                  <a:extLst>
                    <a:ext uri="{FF2B5EF4-FFF2-40B4-BE49-F238E27FC236}">
                      <a16:creationId xmlns:a16="http://schemas.microsoft.com/office/drawing/2014/main" id="{A3B01806-2342-490B-A626-A7C625CF8F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52800" y="1227138"/>
                  <a:ext cx="104775" cy="107950"/>
                </a:xfrm>
                <a:prstGeom prst="rect">
                  <a:avLst/>
                </a:pr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30" name="Rectangle 24">
                  <a:extLst>
                    <a:ext uri="{FF2B5EF4-FFF2-40B4-BE49-F238E27FC236}">
                      <a16:creationId xmlns:a16="http://schemas.microsoft.com/office/drawing/2014/main" id="{BB01E6B1-B140-4D83-86D0-EE584859C6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49613" y="1227138"/>
                  <a:ext cx="103188" cy="107950"/>
                </a:xfrm>
                <a:prstGeom prst="rect">
                  <a:avLst/>
                </a:pr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31" name="Line 25">
                  <a:extLst>
                    <a:ext uri="{FF2B5EF4-FFF2-40B4-BE49-F238E27FC236}">
                      <a16:creationId xmlns:a16="http://schemas.microsoft.com/office/drawing/2014/main" id="{E956BC62-2C92-4970-B1E8-6006E7B0FFE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02000" y="1150938"/>
                  <a:ext cx="0" cy="49212"/>
                </a:xfrm>
                <a:prstGeom prst="line">
                  <a:avLst/>
                </a:pr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948" name="Line 26">
                  <a:extLst>
                    <a:ext uri="{FF2B5EF4-FFF2-40B4-BE49-F238E27FC236}">
                      <a16:creationId xmlns:a16="http://schemas.microsoft.com/office/drawing/2014/main" id="{76BB66FF-1F50-472A-B994-6AB60B7ED35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76600" y="1174750"/>
                  <a:ext cx="49213" cy="0"/>
                </a:xfrm>
                <a:prstGeom prst="line">
                  <a:avLst/>
                </a:pr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949" name="Line 27">
                  <a:extLst>
                    <a:ext uri="{FF2B5EF4-FFF2-40B4-BE49-F238E27FC236}">
                      <a16:creationId xmlns:a16="http://schemas.microsoft.com/office/drawing/2014/main" id="{BFF47A52-A13D-483D-AADA-EA967DF0F9B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279775" y="1049338"/>
                  <a:ext cx="0" cy="41275"/>
                </a:xfrm>
                <a:prstGeom prst="line">
                  <a:avLst/>
                </a:pr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950" name="Line 28">
                  <a:extLst>
                    <a:ext uri="{FF2B5EF4-FFF2-40B4-BE49-F238E27FC236}">
                      <a16:creationId xmlns:a16="http://schemas.microsoft.com/office/drawing/2014/main" id="{BEF1B7F4-6315-4F1C-BB8B-D49F8EC6E13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82963" y="1265238"/>
                  <a:ext cx="47625" cy="0"/>
                </a:xfrm>
                <a:prstGeom prst="line">
                  <a:avLst/>
                </a:pr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951" name="Line 29">
                  <a:extLst>
                    <a:ext uri="{FF2B5EF4-FFF2-40B4-BE49-F238E27FC236}">
                      <a16:creationId xmlns:a16="http://schemas.microsoft.com/office/drawing/2014/main" id="{94053355-1262-4730-8B99-388F7EB94D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82963" y="1298575"/>
                  <a:ext cx="47625" cy="0"/>
                </a:xfrm>
                <a:prstGeom prst="line">
                  <a:avLst/>
                </a:pr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952" name="Line 30">
                  <a:extLst>
                    <a:ext uri="{FF2B5EF4-FFF2-40B4-BE49-F238E27FC236}">
                      <a16:creationId xmlns:a16="http://schemas.microsoft.com/office/drawing/2014/main" id="{32B8EF7A-863C-4C33-B9A2-9C7A1B90220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84538" y="1265238"/>
                  <a:ext cx="33338" cy="33337"/>
                </a:xfrm>
                <a:prstGeom prst="line">
                  <a:avLst/>
                </a:pr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953" name="Line 31">
                  <a:extLst>
                    <a:ext uri="{FF2B5EF4-FFF2-40B4-BE49-F238E27FC236}">
                      <a16:creationId xmlns:a16="http://schemas.microsoft.com/office/drawing/2014/main" id="{3CDCAA23-898D-4657-B1E9-C8877000044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284538" y="1265238"/>
                  <a:ext cx="33338" cy="33337"/>
                </a:xfrm>
                <a:prstGeom prst="line">
                  <a:avLst/>
                </a:pr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954" name="Oval 32">
                  <a:extLst>
                    <a:ext uri="{FF2B5EF4-FFF2-40B4-BE49-F238E27FC236}">
                      <a16:creationId xmlns:a16="http://schemas.microsoft.com/office/drawing/2014/main" id="{D0A7F060-BA81-4520-B735-3214F40E837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97250" y="1182688"/>
                  <a:ext cx="19050" cy="19050"/>
                </a:xfrm>
                <a:prstGeom prst="ellipse">
                  <a:avLst/>
                </a:prstGeom>
                <a:solidFill>
                  <a:srgbClr val="249DF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955" name="Oval 33">
                  <a:extLst>
                    <a:ext uri="{FF2B5EF4-FFF2-40B4-BE49-F238E27FC236}">
                      <a16:creationId xmlns:a16="http://schemas.microsoft.com/office/drawing/2014/main" id="{A08F79F6-1CB7-4738-AEC0-8D173B84E0D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97250" y="1150938"/>
                  <a:ext cx="19050" cy="19050"/>
                </a:xfrm>
                <a:prstGeom prst="ellipse">
                  <a:avLst/>
                </a:prstGeom>
                <a:solidFill>
                  <a:srgbClr val="249DF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</p:grpSp>
          <p:grpSp>
            <p:nvGrpSpPr>
              <p:cNvPr id="1019" name="Group 1018">
                <a:extLst>
                  <a:ext uri="{FF2B5EF4-FFF2-40B4-BE49-F238E27FC236}">
                    <a16:creationId xmlns:a16="http://schemas.microsoft.com/office/drawing/2014/main" id="{4038FEF1-1C8A-4D88-BE31-4483B79B51DA}"/>
                  </a:ext>
                </a:extLst>
              </p:cNvPr>
              <p:cNvGrpSpPr/>
              <p:nvPr/>
            </p:nvGrpSpPr>
            <p:grpSpPr>
              <a:xfrm>
                <a:off x="3252769" y="1446213"/>
                <a:ext cx="319088" cy="320675"/>
                <a:chOff x="3194050" y="1446213"/>
                <a:chExt cx="319088" cy="320675"/>
              </a:xfrm>
            </p:grpSpPr>
            <p:sp>
              <p:nvSpPr>
                <p:cNvPr id="335" name="Freeform 53">
                  <a:extLst>
                    <a:ext uri="{FF2B5EF4-FFF2-40B4-BE49-F238E27FC236}">
                      <a16:creationId xmlns:a16="http://schemas.microsoft.com/office/drawing/2014/main" id="{8569FE55-5FC2-4B51-9004-A8ABFEF86ED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94050" y="1446213"/>
                  <a:ext cx="319088" cy="320675"/>
                </a:xfrm>
                <a:custGeom>
                  <a:avLst/>
                  <a:gdLst>
                    <a:gd name="T0" fmla="*/ 201 w 201"/>
                    <a:gd name="T1" fmla="*/ 202 h 202"/>
                    <a:gd name="T2" fmla="*/ 0 w 201"/>
                    <a:gd name="T3" fmla="*/ 202 h 202"/>
                    <a:gd name="T4" fmla="*/ 0 w 201"/>
                    <a:gd name="T5" fmla="*/ 0 h 2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1" h="202">
                      <a:moveTo>
                        <a:pt x="201" y="202"/>
                      </a:moveTo>
                      <a:lnTo>
                        <a:pt x="0" y="202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336" name="Line 54">
                  <a:extLst>
                    <a:ext uri="{FF2B5EF4-FFF2-40B4-BE49-F238E27FC236}">
                      <a16:creationId xmlns:a16="http://schemas.microsoft.com/office/drawing/2014/main" id="{BB39ED2D-B251-4075-A87C-0B709ADF68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43275" y="1528763"/>
                  <a:ext cx="93663" cy="47625"/>
                </a:xfrm>
                <a:prstGeom prst="line">
                  <a:avLst/>
                </a:pr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337" name="Line 55">
                  <a:extLst>
                    <a:ext uri="{FF2B5EF4-FFF2-40B4-BE49-F238E27FC236}">
                      <a16:creationId xmlns:a16="http://schemas.microsoft.com/office/drawing/2014/main" id="{5D59971A-5E7A-423A-878A-665A7807F9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265488" y="1598613"/>
                  <a:ext cx="49213" cy="82550"/>
                </a:xfrm>
                <a:prstGeom prst="line">
                  <a:avLst/>
                </a:pr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338" name="Oval 56">
                  <a:extLst>
                    <a:ext uri="{FF2B5EF4-FFF2-40B4-BE49-F238E27FC236}">
                      <a16:creationId xmlns:a16="http://schemas.microsoft.com/office/drawing/2014/main" id="{F70C6683-0D7F-4091-B94B-46FCD5C7895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38500" y="1676400"/>
                  <a:ext cx="36513" cy="38100"/>
                </a:xfrm>
                <a:prstGeom prst="ellipse">
                  <a:avLst/>
                </a:pr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339" name="Oval 57">
                  <a:extLst>
                    <a:ext uri="{FF2B5EF4-FFF2-40B4-BE49-F238E27FC236}">
                      <a16:creationId xmlns:a16="http://schemas.microsoft.com/office/drawing/2014/main" id="{B03C587D-5E0C-44D2-AF55-C790291865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13113" y="1568450"/>
                  <a:ext cx="36513" cy="38100"/>
                </a:xfrm>
                <a:prstGeom prst="ellipse">
                  <a:avLst/>
                </a:pr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340" name="Oval 58">
                  <a:extLst>
                    <a:ext uri="{FF2B5EF4-FFF2-40B4-BE49-F238E27FC236}">
                      <a16:creationId xmlns:a16="http://schemas.microsoft.com/office/drawing/2014/main" id="{98328B4C-F3C6-43D9-8A1D-6461CBF2113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35350" y="1498600"/>
                  <a:ext cx="36513" cy="36512"/>
                </a:xfrm>
                <a:prstGeom prst="ellipse">
                  <a:avLst/>
                </a:prstGeom>
                <a:solidFill>
                  <a:srgbClr val="DFECF6"/>
                </a:solidFill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</p:grpSp>
          <p:grpSp>
            <p:nvGrpSpPr>
              <p:cNvPr id="1025" name="Group 1024">
                <a:extLst>
                  <a:ext uri="{FF2B5EF4-FFF2-40B4-BE49-F238E27FC236}">
                    <a16:creationId xmlns:a16="http://schemas.microsoft.com/office/drawing/2014/main" id="{D4AE9126-5D57-494B-A285-F05582824DC1}"/>
                  </a:ext>
                </a:extLst>
              </p:cNvPr>
              <p:cNvGrpSpPr/>
              <p:nvPr/>
            </p:nvGrpSpPr>
            <p:grpSpPr>
              <a:xfrm>
                <a:off x="3252769" y="1922463"/>
                <a:ext cx="319088" cy="230187"/>
                <a:chOff x="3194050" y="1922463"/>
                <a:chExt cx="319088" cy="230187"/>
              </a:xfrm>
            </p:grpSpPr>
            <p:sp>
              <p:nvSpPr>
                <p:cNvPr id="966" name="Rectangle 96">
                  <a:extLst>
                    <a:ext uri="{FF2B5EF4-FFF2-40B4-BE49-F238E27FC236}">
                      <a16:creationId xmlns:a16="http://schemas.microsoft.com/office/drawing/2014/main" id="{3CA87130-3A12-44DA-8DFA-F1E850871B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94050" y="1922463"/>
                  <a:ext cx="319088" cy="230187"/>
                </a:xfrm>
                <a:prstGeom prst="rect">
                  <a:avLst/>
                </a:pr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967" name="Rectangle 97">
                  <a:extLst>
                    <a:ext uri="{FF2B5EF4-FFF2-40B4-BE49-F238E27FC236}">
                      <a16:creationId xmlns:a16="http://schemas.microsoft.com/office/drawing/2014/main" id="{7186FAD6-D74C-4307-A172-EE93DFAF70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94050" y="1963738"/>
                  <a:ext cx="319088" cy="66675"/>
                </a:xfrm>
                <a:prstGeom prst="rect">
                  <a:avLst/>
                </a:prstGeom>
                <a:solidFill>
                  <a:srgbClr val="DFECF6"/>
                </a:solidFill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968" name="Line 98">
                  <a:extLst>
                    <a:ext uri="{FF2B5EF4-FFF2-40B4-BE49-F238E27FC236}">
                      <a16:creationId xmlns:a16="http://schemas.microsoft.com/office/drawing/2014/main" id="{FE398D5A-A731-4D12-ADDF-0C307A88EA4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22625" y="2119313"/>
                  <a:ext cx="68263" cy="0"/>
                </a:xfrm>
                <a:prstGeom prst="line">
                  <a:avLst/>
                </a:pr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</p:grpSp>
          <p:grpSp>
            <p:nvGrpSpPr>
              <p:cNvPr id="1017" name="Group 1016">
                <a:extLst>
                  <a:ext uri="{FF2B5EF4-FFF2-40B4-BE49-F238E27FC236}">
                    <a16:creationId xmlns:a16="http://schemas.microsoft.com/office/drawing/2014/main" id="{A06857BC-D5F3-4062-AB42-5CDAB4E6D1B8}"/>
                  </a:ext>
                </a:extLst>
              </p:cNvPr>
              <p:cNvGrpSpPr/>
              <p:nvPr/>
            </p:nvGrpSpPr>
            <p:grpSpPr>
              <a:xfrm>
                <a:off x="3252769" y="2335213"/>
                <a:ext cx="319088" cy="293687"/>
                <a:chOff x="3194050" y="2335213"/>
                <a:chExt cx="319088" cy="293687"/>
              </a:xfrm>
            </p:grpSpPr>
            <p:sp>
              <p:nvSpPr>
                <p:cNvPr id="991" name="Rectangle 121">
                  <a:extLst>
                    <a:ext uri="{FF2B5EF4-FFF2-40B4-BE49-F238E27FC236}">
                      <a16:creationId xmlns:a16="http://schemas.microsoft.com/office/drawing/2014/main" id="{B8150055-53B4-454E-800D-E5B1D07ED02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94050" y="2335213"/>
                  <a:ext cx="319088" cy="244475"/>
                </a:xfrm>
                <a:prstGeom prst="rect">
                  <a:avLst/>
                </a:pr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992" name="Rectangle 122">
                  <a:extLst>
                    <a:ext uri="{FF2B5EF4-FFF2-40B4-BE49-F238E27FC236}">
                      <a16:creationId xmlns:a16="http://schemas.microsoft.com/office/drawing/2014/main" id="{D50DD7FB-141C-4E62-93B6-3538E725B1C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94050" y="2532063"/>
                  <a:ext cx="319088" cy="47625"/>
                </a:xfrm>
                <a:prstGeom prst="rect">
                  <a:avLst/>
                </a:prstGeom>
                <a:solidFill>
                  <a:srgbClr val="DFECF6"/>
                </a:solidFill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993" name="Rectangle 123">
                  <a:extLst>
                    <a:ext uri="{FF2B5EF4-FFF2-40B4-BE49-F238E27FC236}">
                      <a16:creationId xmlns:a16="http://schemas.microsoft.com/office/drawing/2014/main" id="{4835F960-BD25-4C5F-A45F-8A8E52A9B4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08350" y="2579688"/>
                  <a:ext cx="88900" cy="49212"/>
                </a:xfrm>
                <a:prstGeom prst="rect">
                  <a:avLst/>
                </a:pr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994" name="Line 124">
                  <a:extLst>
                    <a:ext uri="{FF2B5EF4-FFF2-40B4-BE49-F238E27FC236}">
                      <a16:creationId xmlns:a16="http://schemas.microsoft.com/office/drawing/2014/main" id="{A1369468-5869-42A7-BDA3-CE3169F4F99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82950" y="2628900"/>
                  <a:ext cx="141288" cy="0"/>
                </a:xfrm>
                <a:prstGeom prst="line">
                  <a:avLst/>
                </a:pr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995" name="Freeform 125">
                  <a:extLst>
                    <a:ext uri="{FF2B5EF4-FFF2-40B4-BE49-F238E27FC236}">
                      <a16:creationId xmlns:a16="http://schemas.microsoft.com/office/drawing/2014/main" id="{973DC0CE-F8C6-4E17-9292-FC5B71FE1A7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6125" y="2386013"/>
                  <a:ext cx="111125" cy="112712"/>
                </a:xfrm>
                <a:custGeom>
                  <a:avLst/>
                  <a:gdLst>
                    <a:gd name="T0" fmla="*/ 120 w 120"/>
                    <a:gd name="T1" fmla="*/ 60 h 120"/>
                    <a:gd name="T2" fmla="*/ 60 w 120"/>
                    <a:gd name="T3" fmla="*/ 120 h 120"/>
                    <a:gd name="T4" fmla="*/ 0 w 120"/>
                    <a:gd name="T5" fmla="*/ 60 h 120"/>
                    <a:gd name="T6" fmla="*/ 60 w 120"/>
                    <a:gd name="T7" fmla="*/ 0 h 120"/>
                    <a:gd name="T8" fmla="*/ 60 w 120"/>
                    <a:gd name="T9" fmla="*/ 60 h 120"/>
                    <a:gd name="T10" fmla="*/ 120 w 120"/>
                    <a:gd name="T11" fmla="*/ 60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20" h="120">
                      <a:moveTo>
                        <a:pt x="120" y="60"/>
                      </a:moveTo>
                      <a:cubicBezTo>
                        <a:pt x="120" y="93"/>
                        <a:pt x="93" y="120"/>
                        <a:pt x="60" y="120"/>
                      </a:cubicBezTo>
                      <a:cubicBezTo>
                        <a:pt x="27" y="120"/>
                        <a:pt x="0" y="93"/>
                        <a:pt x="0" y="60"/>
                      </a:cubicBezTo>
                      <a:cubicBezTo>
                        <a:pt x="0" y="27"/>
                        <a:pt x="27" y="0"/>
                        <a:pt x="60" y="0"/>
                      </a:cubicBezTo>
                      <a:cubicBezTo>
                        <a:pt x="60" y="60"/>
                        <a:pt x="60" y="60"/>
                        <a:pt x="60" y="60"/>
                      </a:cubicBezTo>
                      <a:lnTo>
                        <a:pt x="120" y="60"/>
                      </a:lnTo>
                      <a:close/>
                    </a:path>
                  </a:pathLst>
                </a:cu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996" name="Freeform 126">
                  <a:extLst>
                    <a:ext uri="{FF2B5EF4-FFF2-40B4-BE49-F238E27FC236}">
                      <a16:creationId xmlns:a16="http://schemas.microsoft.com/office/drawing/2014/main" id="{A6F2AEE5-B9B7-40C2-AC4E-29BBB461C1F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63913" y="2363788"/>
                  <a:ext cx="55563" cy="57150"/>
                </a:xfrm>
                <a:custGeom>
                  <a:avLst/>
                  <a:gdLst>
                    <a:gd name="T0" fmla="*/ 60 w 60"/>
                    <a:gd name="T1" fmla="*/ 60 h 60"/>
                    <a:gd name="T2" fmla="*/ 0 w 60"/>
                    <a:gd name="T3" fmla="*/ 60 h 60"/>
                    <a:gd name="T4" fmla="*/ 0 w 60"/>
                    <a:gd name="T5" fmla="*/ 0 h 60"/>
                    <a:gd name="T6" fmla="*/ 60 w 60"/>
                    <a:gd name="T7" fmla="*/ 60 h 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0" h="60">
                      <a:moveTo>
                        <a:pt x="60" y="60"/>
                      </a:moveTo>
                      <a:cubicBezTo>
                        <a:pt x="0" y="60"/>
                        <a:pt x="0" y="60"/>
                        <a:pt x="0" y="6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33" y="0"/>
                        <a:pt x="60" y="27"/>
                        <a:pt x="60" y="60"/>
                      </a:cubicBezTo>
                      <a:close/>
                    </a:path>
                  </a:pathLst>
                </a:cu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1029" name="Group 1028">
              <a:extLst>
                <a:ext uri="{FF2B5EF4-FFF2-40B4-BE49-F238E27FC236}">
                  <a16:creationId xmlns:a16="http://schemas.microsoft.com/office/drawing/2014/main" id="{BAEB13FB-C91A-47EB-A2C1-DA372A3DF69D}"/>
                </a:ext>
              </a:extLst>
            </p:cNvPr>
            <p:cNvGrpSpPr/>
            <p:nvPr/>
          </p:nvGrpSpPr>
          <p:grpSpPr>
            <a:xfrm>
              <a:off x="3783759" y="1016000"/>
              <a:ext cx="320675" cy="1544637"/>
              <a:chOff x="3783759" y="1016000"/>
              <a:chExt cx="320675" cy="1544637"/>
            </a:xfrm>
          </p:grpSpPr>
          <p:grpSp>
            <p:nvGrpSpPr>
              <p:cNvPr id="1006" name="Group 1005">
                <a:extLst>
                  <a:ext uri="{FF2B5EF4-FFF2-40B4-BE49-F238E27FC236}">
                    <a16:creationId xmlns:a16="http://schemas.microsoft.com/office/drawing/2014/main" id="{19DA8E39-97CD-4C14-89B9-5BAA7C31D6B6}"/>
                  </a:ext>
                </a:extLst>
              </p:cNvPr>
              <p:cNvGrpSpPr/>
              <p:nvPr/>
            </p:nvGrpSpPr>
            <p:grpSpPr>
              <a:xfrm>
                <a:off x="3821859" y="1446213"/>
                <a:ext cx="244475" cy="320675"/>
                <a:chOff x="3660775" y="1446213"/>
                <a:chExt cx="244475" cy="320675"/>
              </a:xfrm>
            </p:grpSpPr>
            <p:sp>
              <p:nvSpPr>
                <p:cNvPr id="341" name="Freeform 59">
                  <a:extLst>
                    <a:ext uri="{FF2B5EF4-FFF2-40B4-BE49-F238E27FC236}">
                      <a16:creationId xmlns:a16="http://schemas.microsoft.com/office/drawing/2014/main" id="{26A611C1-5B11-4C5E-8162-FC867618408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60775" y="1446213"/>
                  <a:ext cx="244475" cy="320675"/>
                </a:xfrm>
                <a:custGeom>
                  <a:avLst/>
                  <a:gdLst>
                    <a:gd name="T0" fmla="*/ 154 w 154"/>
                    <a:gd name="T1" fmla="*/ 202 h 202"/>
                    <a:gd name="T2" fmla="*/ 0 w 154"/>
                    <a:gd name="T3" fmla="*/ 202 h 202"/>
                    <a:gd name="T4" fmla="*/ 0 w 154"/>
                    <a:gd name="T5" fmla="*/ 0 h 202"/>
                    <a:gd name="T6" fmla="*/ 89 w 154"/>
                    <a:gd name="T7" fmla="*/ 0 h 202"/>
                    <a:gd name="T8" fmla="*/ 154 w 154"/>
                    <a:gd name="T9" fmla="*/ 63 h 202"/>
                    <a:gd name="T10" fmla="*/ 154 w 154"/>
                    <a:gd name="T11" fmla="*/ 202 h 2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4" h="202">
                      <a:moveTo>
                        <a:pt x="154" y="202"/>
                      </a:moveTo>
                      <a:lnTo>
                        <a:pt x="0" y="202"/>
                      </a:lnTo>
                      <a:lnTo>
                        <a:pt x="0" y="0"/>
                      </a:lnTo>
                      <a:lnTo>
                        <a:pt x="89" y="0"/>
                      </a:lnTo>
                      <a:lnTo>
                        <a:pt x="154" y="63"/>
                      </a:lnTo>
                      <a:lnTo>
                        <a:pt x="154" y="202"/>
                      </a:lnTo>
                      <a:close/>
                    </a:path>
                  </a:pathLst>
                </a:cu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342" name="Freeform 60">
                  <a:extLst>
                    <a:ext uri="{FF2B5EF4-FFF2-40B4-BE49-F238E27FC236}">
                      <a16:creationId xmlns:a16="http://schemas.microsoft.com/office/drawing/2014/main" id="{C2862FCE-7D1A-48E3-AC5B-C88956AC335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0950" y="1476375"/>
                  <a:ext cx="85725" cy="85725"/>
                </a:xfrm>
                <a:custGeom>
                  <a:avLst/>
                  <a:gdLst>
                    <a:gd name="T0" fmla="*/ 0 w 54"/>
                    <a:gd name="T1" fmla="*/ 0 h 54"/>
                    <a:gd name="T2" fmla="*/ 0 w 54"/>
                    <a:gd name="T3" fmla="*/ 54 h 54"/>
                    <a:gd name="T4" fmla="*/ 54 w 54"/>
                    <a:gd name="T5" fmla="*/ 54 h 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54" h="54">
                      <a:moveTo>
                        <a:pt x="0" y="0"/>
                      </a:moveTo>
                      <a:lnTo>
                        <a:pt x="0" y="54"/>
                      </a:lnTo>
                      <a:lnTo>
                        <a:pt x="54" y="54"/>
                      </a:lnTo>
                    </a:path>
                  </a:pathLst>
                </a:cu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343" name="Freeform 61">
                  <a:extLst>
                    <a:ext uri="{FF2B5EF4-FFF2-40B4-BE49-F238E27FC236}">
                      <a16:creationId xmlns:a16="http://schemas.microsoft.com/office/drawing/2014/main" id="{0383E1DE-6FB3-4046-B9A3-1E2B5CADCE8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08400" y="1573213"/>
                  <a:ext cx="47625" cy="47625"/>
                </a:xfrm>
                <a:custGeom>
                  <a:avLst/>
                  <a:gdLst>
                    <a:gd name="T0" fmla="*/ 26 w 51"/>
                    <a:gd name="T1" fmla="*/ 51 h 51"/>
                    <a:gd name="T2" fmla="*/ 0 w 51"/>
                    <a:gd name="T3" fmla="*/ 25 h 51"/>
                    <a:gd name="T4" fmla="*/ 26 w 51"/>
                    <a:gd name="T5" fmla="*/ 0 h 51"/>
                    <a:gd name="T6" fmla="*/ 51 w 51"/>
                    <a:gd name="T7" fmla="*/ 25 h 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1" h="51">
                      <a:moveTo>
                        <a:pt x="26" y="51"/>
                      </a:moveTo>
                      <a:cubicBezTo>
                        <a:pt x="12" y="51"/>
                        <a:pt x="0" y="39"/>
                        <a:pt x="0" y="25"/>
                      </a:cubicBezTo>
                      <a:cubicBezTo>
                        <a:pt x="0" y="11"/>
                        <a:pt x="12" y="0"/>
                        <a:pt x="26" y="0"/>
                      </a:cubicBezTo>
                      <a:cubicBezTo>
                        <a:pt x="40" y="0"/>
                        <a:pt x="51" y="11"/>
                        <a:pt x="51" y="25"/>
                      </a:cubicBezTo>
                    </a:path>
                  </a:pathLst>
                </a:cu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344" name="Freeform 62">
                  <a:extLst>
                    <a:ext uri="{FF2B5EF4-FFF2-40B4-BE49-F238E27FC236}">
                      <a16:creationId xmlns:a16="http://schemas.microsoft.com/office/drawing/2014/main" id="{1B4731DA-2EC5-4429-A357-577742EE227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08400" y="1620838"/>
                  <a:ext cx="47625" cy="47625"/>
                </a:xfrm>
                <a:custGeom>
                  <a:avLst/>
                  <a:gdLst>
                    <a:gd name="T0" fmla="*/ 26 w 51"/>
                    <a:gd name="T1" fmla="*/ 0 h 51"/>
                    <a:gd name="T2" fmla="*/ 51 w 51"/>
                    <a:gd name="T3" fmla="*/ 25 h 51"/>
                    <a:gd name="T4" fmla="*/ 26 w 51"/>
                    <a:gd name="T5" fmla="*/ 51 h 51"/>
                    <a:gd name="T6" fmla="*/ 0 w 51"/>
                    <a:gd name="T7" fmla="*/ 25 h 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1" h="51">
                      <a:moveTo>
                        <a:pt x="26" y="0"/>
                      </a:moveTo>
                      <a:cubicBezTo>
                        <a:pt x="40" y="0"/>
                        <a:pt x="51" y="11"/>
                        <a:pt x="51" y="25"/>
                      </a:cubicBezTo>
                      <a:cubicBezTo>
                        <a:pt x="51" y="39"/>
                        <a:pt x="40" y="51"/>
                        <a:pt x="26" y="51"/>
                      </a:cubicBezTo>
                      <a:cubicBezTo>
                        <a:pt x="12" y="51"/>
                        <a:pt x="0" y="39"/>
                        <a:pt x="0" y="25"/>
                      </a:cubicBezTo>
                    </a:path>
                  </a:pathLst>
                </a:cu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345" name="Line 63">
                  <a:extLst>
                    <a:ext uri="{FF2B5EF4-FFF2-40B4-BE49-F238E27FC236}">
                      <a16:creationId xmlns:a16="http://schemas.microsoft.com/office/drawing/2014/main" id="{CD7D400A-5EDA-489F-82CA-2C748FF0160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32213" y="1665288"/>
                  <a:ext cx="0" cy="15875"/>
                </a:xfrm>
                <a:prstGeom prst="line">
                  <a:avLst/>
                </a:pr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346" name="Line 64">
                  <a:extLst>
                    <a:ext uri="{FF2B5EF4-FFF2-40B4-BE49-F238E27FC236}">
                      <a16:creationId xmlns:a16="http://schemas.microsoft.com/office/drawing/2014/main" id="{29DF1CE1-2AB9-4279-B459-F6AE57DD751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32213" y="1562100"/>
                  <a:ext cx="0" cy="11112"/>
                </a:xfrm>
                <a:prstGeom prst="line">
                  <a:avLst/>
                </a:pr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347" name="Rectangle 65">
                  <a:extLst>
                    <a:ext uri="{FF2B5EF4-FFF2-40B4-BE49-F238E27FC236}">
                      <a16:creationId xmlns:a16="http://schemas.microsoft.com/office/drawing/2014/main" id="{B2C83780-512C-4EF1-94CF-BAEA70B128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60775" y="1717675"/>
                  <a:ext cx="244475" cy="49212"/>
                </a:xfrm>
                <a:prstGeom prst="rect">
                  <a:avLst/>
                </a:prstGeom>
                <a:solidFill>
                  <a:srgbClr val="DFECF6"/>
                </a:solidFill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</p:grpSp>
          <p:grpSp>
            <p:nvGrpSpPr>
              <p:cNvPr id="1007" name="Group 1006">
                <a:extLst>
                  <a:ext uri="{FF2B5EF4-FFF2-40B4-BE49-F238E27FC236}">
                    <a16:creationId xmlns:a16="http://schemas.microsoft.com/office/drawing/2014/main" id="{E5FF7CA9-EF86-4846-8E9C-164F9C369EAF}"/>
                  </a:ext>
                </a:extLst>
              </p:cNvPr>
              <p:cNvGrpSpPr/>
              <p:nvPr/>
            </p:nvGrpSpPr>
            <p:grpSpPr>
              <a:xfrm>
                <a:off x="3783759" y="1016000"/>
                <a:ext cx="320675" cy="322262"/>
                <a:chOff x="3622675" y="1016000"/>
                <a:chExt cx="320675" cy="322262"/>
              </a:xfrm>
            </p:grpSpPr>
            <p:sp>
              <p:nvSpPr>
                <p:cNvPr id="956" name="Line 34">
                  <a:extLst>
                    <a:ext uri="{FF2B5EF4-FFF2-40B4-BE49-F238E27FC236}">
                      <a16:creationId xmlns:a16="http://schemas.microsoft.com/office/drawing/2014/main" id="{F3C2D159-35A8-4DD7-BC7E-E256B99C4E3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22675" y="1016000"/>
                  <a:ext cx="320675" cy="322262"/>
                </a:xfrm>
                <a:prstGeom prst="line">
                  <a:avLst/>
                </a:pr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957" name="Freeform 35">
                  <a:extLst>
                    <a:ext uri="{FF2B5EF4-FFF2-40B4-BE49-F238E27FC236}">
                      <a16:creationId xmlns:a16="http://schemas.microsoft.com/office/drawing/2014/main" id="{89709D40-CBDF-4C26-BF44-7B67F7B85DC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16350" y="1016000"/>
                  <a:ext cx="127000" cy="125412"/>
                </a:xfrm>
                <a:custGeom>
                  <a:avLst/>
                  <a:gdLst>
                    <a:gd name="T0" fmla="*/ 0 w 80"/>
                    <a:gd name="T1" fmla="*/ 0 h 79"/>
                    <a:gd name="T2" fmla="*/ 80 w 80"/>
                    <a:gd name="T3" fmla="*/ 0 h 79"/>
                    <a:gd name="T4" fmla="*/ 80 w 80"/>
                    <a:gd name="T5" fmla="*/ 79 h 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80" h="79">
                      <a:moveTo>
                        <a:pt x="0" y="0"/>
                      </a:moveTo>
                      <a:lnTo>
                        <a:pt x="80" y="0"/>
                      </a:lnTo>
                      <a:lnTo>
                        <a:pt x="80" y="79"/>
                      </a:lnTo>
                    </a:path>
                  </a:pathLst>
                </a:cu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867" name="Freeform 73">
                  <a:extLst>
                    <a:ext uri="{FF2B5EF4-FFF2-40B4-BE49-F238E27FC236}">
                      <a16:creationId xmlns:a16="http://schemas.microsoft.com/office/drawing/2014/main" id="{DFD83660-8507-43D3-96F0-9AF084739FF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7300" y="1189038"/>
                  <a:ext cx="98425" cy="98425"/>
                </a:xfrm>
                <a:custGeom>
                  <a:avLst/>
                  <a:gdLst>
                    <a:gd name="T0" fmla="*/ 87 w 106"/>
                    <a:gd name="T1" fmla="*/ 87 h 106"/>
                    <a:gd name="T2" fmla="*/ 19 w 106"/>
                    <a:gd name="T3" fmla="*/ 87 h 106"/>
                    <a:gd name="T4" fmla="*/ 19 w 106"/>
                    <a:gd name="T5" fmla="*/ 19 h 106"/>
                    <a:gd name="T6" fmla="*/ 87 w 106"/>
                    <a:gd name="T7" fmla="*/ 19 h 106"/>
                    <a:gd name="T8" fmla="*/ 87 w 106"/>
                    <a:gd name="T9" fmla="*/ 87 h 1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6" h="106">
                      <a:moveTo>
                        <a:pt x="87" y="87"/>
                      </a:moveTo>
                      <a:cubicBezTo>
                        <a:pt x="68" y="106"/>
                        <a:pt x="38" y="106"/>
                        <a:pt x="19" y="87"/>
                      </a:cubicBezTo>
                      <a:cubicBezTo>
                        <a:pt x="0" y="68"/>
                        <a:pt x="0" y="38"/>
                        <a:pt x="19" y="19"/>
                      </a:cubicBezTo>
                      <a:cubicBezTo>
                        <a:pt x="38" y="0"/>
                        <a:pt x="68" y="0"/>
                        <a:pt x="87" y="19"/>
                      </a:cubicBezTo>
                      <a:cubicBezTo>
                        <a:pt x="106" y="38"/>
                        <a:pt x="106" y="68"/>
                        <a:pt x="87" y="87"/>
                      </a:cubicBezTo>
                      <a:close/>
                    </a:path>
                  </a:pathLst>
                </a:custGeom>
                <a:solidFill>
                  <a:srgbClr val="DFECF6"/>
                </a:solidFill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868" name="Freeform 74">
                  <a:extLst>
                    <a:ext uri="{FF2B5EF4-FFF2-40B4-BE49-F238E27FC236}">
                      <a16:creationId xmlns:a16="http://schemas.microsoft.com/office/drawing/2014/main" id="{4D421EA8-9847-4E17-AE72-02548A12E3C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71888" y="1063625"/>
                  <a:ext cx="98425" cy="98425"/>
                </a:xfrm>
                <a:custGeom>
                  <a:avLst/>
                  <a:gdLst>
                    <a:gd name="T0" fmla="*/ 87 w 106"/>
                    <a:gd name="T1" fmla="*/ 87 h 106"/>
                    <a:gd name="T2" fmla="*/ 19 w 106"/>
                    <a:gd name="T3" fmla="*/ 87 h 106"/>
                    <a:gd name="T4" fmla="*/ 19 w 106"/>
                    <a:gd name="T5" fmla="*/ 19 h 106"/>
                    <a:gd name="T6" fmla="*/ 87 w 106"/>
                    <a:gd name="T7" fmla="*/ 19 h 106"/>
                    <a:gd name="T8" fmla="*/ 87 w 106"/>
                    <a:gd name="T9" fmla="*/ 87 h 1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6" h="106">
                      <a:moveTo>
                        <a:pt x="87" y="87"/>
                      </a:moveTo>
                      <a:cubicBezTo>
                        <a:pt x="68" y="106"/>
                        <a:pt x="38" y="106"/>
                        <a:pt x="19" y="87"/>
                      </a:cubicBezTo>
                      <a:cubicBezTo>
                        <a:pt x="0" y="68"/>
                        <a:pt x="0" y="38"/>
                        <a:pt x="19" y="19"/>
                      </a:cubicBezTo>
                      <a:cubicBezTo>
                        <a:pt x="38" y="0"/>
                        <a:pt x="68" y="0"/>
                        <a:pt x="87" y="19"/>
                      </a:cubicBezTo>
                      <a:cubicBezTo>
                        <a:pt x="106" y="38"/>
                        <a:pt x="106" y="68"/>
                        <a:pt x="87" y="87"/>
                      </a:cubicBezTo>
                      <a:close/>
                    </a:path>
                  </a:pathLst>
                </a:custGeom>
                <a:solidFill>
                  <a:srgbClr val="DFECF6"/>
                </a:solidFill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</p:grpSp>
          <p:grpSp>
            <p:nvGrpSpPr>
              <p:cNvPr id="1005" name="Group 1004">
                <a:extLst>
                  <a:ext uri="{FF2B5EF4-FFF2-40B4-BE49-F238E27FC236}">
                    <a16:creationId xmlns:a16="http://schemas.microsoft.com/office/drawing/2014/main" id="{C1BDF490-D14F-4310-94C0-430E8F32D569}"/>
                  </a:ext>
                </a:extLst>
              </p:cNvPr>
              <p:cNvGrpSpPr/>
              <p:nvPr/>
            </p:nvGrpSpPr>
            <p:grpSpPr>
              <a:xfrm>
                <a:off x="3784552" y="1900238"/>
                <a:ext cx="319088" cy="274637"/>
                <a:chOff x="3624263" y="1900238"/>
                <a:chExt cx="319088" cy="274637"/>
              </a:xfrm>
            </p:grpSpPr>
            <p:sp>
              <p:nvSpPr>
                <p:cNvPr id="969" name="Rectangle 99">
                  <a:extLst>
                    <a:ext uri="{FF2B5EF4-FFF2-40B4-BE49-F238E27FC236}">
                      <a16:creationId xmlns:a16="http://schemas.microsoft.com/office/drawing/2014/main" id="{9FE9225E-C70C-425F-8F30-871D2D47A4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24263" y="1944688"/>
                  <a:ext cx="319088" cy="230187"/>
                </a:xfrm>
                <a:prstGeom prst="rect">
                  <a:avLst/>
                </a:pr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970" name="Rectangle 100">
                  <a:extLst>
                    <a:ext uri="{FF2B5EF4-FFF2-40B4-BE49-F238E27FC236}">
                      <a16:creationId xmlns:a16="http://schemas.microsoft.com/office/drawing/2014/main" id="{D5DF990A-B49E-4DCE-BFAF-EF46BEA2B0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24263" y="1944688"/>
                  <a:ext cx="319088" cy="77787"/>
                </a:xfrm>
                <a:prstGeom prst="rect">
                  <a:avLst/>
                </a:prstGeom>
                <a:solidFill>
                  <a:srgbClr val="DFECF6"/>
                </a:solidFill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971" name="Rectangle 101">
                  <a:extLst>
                    <a:ext uri="{FF2B5EF4-FFF2-40B4-BE49-F238E27FC236}">
                      <a16:creationId xmlns:a16="http://schemas.microsoft.com/office/drawing/2014/main" id="{1AE3E554-165F-4940-A41F-85D79A1EBD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05225" y="1900238"/>
                  <a:ext cx="155575" cy="44450"/>
                </a:xfrm>
                <a:prstGeom prst="rect">
                  <a:avLst/>
                </a:pr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972" name="Rectangle 102">
                  <a:extLst>
                    <a:ext uri="{FF2B5EF4-FFF2-40B4-BE49-F238E27FC236}">
                      <a16:creationId xmlns:a16="http://schemas.microsoft.com/office/drawing/2014/main" id="{34D93603-88DC-43E9-9AD1-BEAA1A3C54C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2213" y="2022475"/>
                  <a:ext cx="103188" cy="44450"/>
                </a:xfrm>
                <a:prstGeom prst="rect">
                  <a:avLst/>
                </a:pr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</p:grpSp>
          <p:grpSp>
            <p:nvGrpSpPr>
              <p:cNvPr id="1004" name="Group 1003">
                <a:extLst>
                  <a:ext uri="{FF2B5EF4-FFF2-40B4-BE49-F238E27FC236}">
                    <a16:creationId xmlns:a16="http://schemas.microsoft.com/office/drawing/2014/main" id="{2C30C49A-3DEA-4463-B9C9-CDE6A1FE1D1B}"/>
                  </a:ext>
                </a:extLst>
              </p:cNvPr>
              <p:cNvGrpSpPr/>
              <p:nvPr/>
            </p:nvGrpSpPr>
            <p:grpSpPr>
              <a:xfrm>
                <a:off x="3784553" y="2374900"/>
                <a:ext cx="319087" cy="185737"/>
                <a:chOff x="3624263" y="2374900"/>
                <a:chExt cx="319087" cy="185737"/>
              </a:xfrm>
            </p:grpSpPr>
            <p:sp>
              <p:nvSpPr>
                <p:cNvPr id="997" name="Freeform 127">
                  <a:extLst>
                    <a:ext uri="{FF2B5EF4-FFF2-40B4-BE49-F238E27FC236}">
                      <a16:creationId xmlns:a16="http://schemas.microsoft.com/office/drawing/2014/main" id="{C92BDDC0-F38F-4DFD-AC6D-55466CCDC07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87775" y="2374900"/>
                  <a:ext cx="155575" cy="185737"/>
                </a:xfrm>
                <a:custGeom>
                  <a:avLst/>
                  <a:gdLst>
                    <a:gd name="T0" fmla="*/ 167 w 167"/>
                    <a:gd name="T1" fmla="*/ 100 h 200"/>
                    <a:gd name="T2" fmla="*/ 0 w 167"/>
                    <a:gd name="T3" fmla="*/ 200 h 200"/>
                    <a:gd name="T4" fmla="*/ 95 w 167"/>
                    <a:gd name="T5" fmla="*/ 100 h 200"/>
                    <a:gd name="T6" fmla="*/ 0 w 167"/>
                    <a:gd name="T7" fmla="*/ 0 h 200"/>
                    <a:gd name="T8" fmla="*/ 167 w 167"/>
                    <a:gd name="T9" fmla="*/ 100 h 2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67" h="200">
                      <a:moveTo>
                        <a:pt x="167" y="100"/>
                      </a:moveTo>
                      <a:cubicBezTo>
                        <a:pt x="167" y="100"/>
                        <a:pt x="93" y="196"/>
                        <a:pt x="0" y="200"/>
                      </a:cubicBezTo>
                      <a:cubicBezTo>
                        <a:pt x="53" y="197"/>
                        <a:pt x="95" y="154"/>
                        <a:pt x="95" y="100"/>
                      </a:cubicBezTo>
                      <a:cubicBezTo>
                        <a:pt x="95" y="46"/>
                        <a:pt x="53" y="3"/>
                        <a:pt x="0" y="0"/>
                      </a:cubicBezTo>
                      <a:cubicBezTo>
                        <a:pt x="93" y="4"/>
                        <a:pt x="167" y="100"/>
                        <a:pt x="167" y="100"/>
                      </a:cubicBezTo>
                      <a:close/>
                    </a:path>
                  </a:pathLst>
                </a:custGeom>
                <a:solidFill>
                  <a:srgbClr val="DFECF6"/>
                </a:solidFill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998" name="Freeform 128">
                  <a:extLst>
                    <a:ext uri="{FF2B5EF4-FFF2-40B4-BE49-F238E27FC236}">
                      <a16:creationId xmlns:a16="http://schemas.microsoft.com/office/drawing/2014/main" id="{29FBED79-C080-4464-9274-4FCADA3DF4E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24263" y="2374900"/>
                  <a:ext cx="153988" cy="185737"/>
                </a:xfrm>
                <a:custGeom>
                  <a:avLst/>
                  <a:gdLst>
                    <a:gd name="T0" fmla="*/ 167 w 167"/>
                    <a:gd name="T1" fmla="*/ 200 h 200"/>
                    <a:gd name="T2" fmla="*/ 0 w 167"/>
                    <a:gd name="T3" fmla="*/ 100 h 200"/>
                    <a:gd name="T4" fmla="*/ 167 w 167"/>
                    <a:gd name="T5" fmla="*/ 0 h 200"/>
                    <a:gd name="T6" fmla="*/ 72 w 167"/>
                    <a:gd name="T7" fmla="*/ 100 h 200"/>
                    <a:gd name="T8" fmla="*/ 167 w 167"/>
                    <a:gd name="T9" fmla="*/ 200 h 2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67" h="200">
                      <a:moveTo>
                        <a:pt x="167" y="200"/>
                      </a:moveTo>
                      <a:cubicBezTo>
                        <a:pt x="74" y="196"/>
                        <a:pt x="0" y="100"/>
                        <a:pt x="0" y="100"/>
                      </a:cubicBezTo>
                      <a:cubicBezTo>
                        <a:pt x="0" y="100"/>
                        <a:pt x="74" y="4"/>
                        <a:pt x="167" y="0"/>
                      </a:cubicBezTo>
                      <a:cubicBezTo>
                        <a:pt x="114" y="3"/>
                        <a:pt x="72" y="46"/>
                        <a:pt x="72" y="100"/>
                      </a:cubicBezTo>
                      <a:cubicBezTo>
                        <a:pt x="72" y="154"/>
                        <a:pt x="114" y="197"/>
                        <a:pt x="167" y="200"/>
                      </a:cubicBezTo>
                      <a:close/>
                    </a:path>
                  </a:pathLst>
                </a:custGeom>
                <a:solidFill>
                  <a:srgbClr val="DFECF6"/>
                </a:solidFill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999" name="Freeform 129">
                  <a:extLst>
                    <a:ext uri="{FF2B5EF4-FFF2-40B4-BE49-F238E27FC236}">
                      <a16:creationId xmlns:a16="http://schemas.microsoft.com/office/drawing/2014/main" id="{58E6A128-254F-46F9-86C3-5D270D41D8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90938" y="2374900"/>
                  <a:ext cx="185738" cy="185737"/>
                </a:xfrm>
                <a:custGeom>
                  <a:avLst/>
                  <a:gdLst>
                    <a:gd name="T0" fmla="*/ 200 w 200"/>
                    <a:gd name="T1" fmla="*/ 100 h 200"/>
                    <a:gd name="T2" fmla="*/ 105 w 200"/>
                    <a:gd name="T3" fmla="*/ 200 h 200"/>
                    <a:gd name="T4" fmla="*/ 100 w 200"/>
                    <a:gd name="T5" fmla="*/ 200 h 200"/>
                    <a:gd name="T6" fmla="*/ 95 w 200"/>
                    <a:gd name="T7" fmla="*/ 200 h 200"/>
                    <a:gd name="T8" fmla="*/ 0 w 200"/>
                    <a:gd name="T9" fmla="*/ 100 h 200"/>
                    <a:gd name="T10" fmla="*/ 95 w 200"/>
                    <a:gd name="T11" fmla="*/ 0 h 200"/>
                    <a:gd name="T12" fmla="*/ 100 w 200"/>
                    <a:gd name="T13" fmla="*/ 0 h 200"/>
                    <a:gd name="T14" fmla="*/ 105 w 200"/>
                    <a:gd name="T15" fmla="*/ 0 h 200"/>
                    <a:gd name="T16" fmla="*/ 200 w 200"/>
                    <a:gd name="T17" fmla="*/ 100 h 2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00" h="200">
                      <a:moveTo>
                        <a:pt x="200" y="100"/>
                      </a:moveTo>
                      <a:cubicBezTo>
                        <a:pt x="200" y="154"/>
                        <a:pt x="158" y="197"/>
                        <a:pt x="105" y="200"/>
                      </a:cubicBezTo>
                      <a:cubicBezTo>
                        <a:pt x="103" y="200"/>
                        <a:pt x="102" y="200"/>
                        <a:pt x="100" y="200"/>
                      </a:cubicBezTo>
                      <a:cubicBezTo>
                        <a:pt x="98" y="200"/>
                        <a:pt x="97" y="200"/>
                        <a:pt x="95" y="200"/>
                      </a:cubicBezTo>
                      <a:cubicBezTo>
                        <a:pt x="42" y="197"/>
                        <a:pt x="0" y="154"/>
                        <a:pt x="0" y="100"/>
                      </a:cubicBezTo>
                      <a:cubicBezTo>
                        <a:pt x="0" y="46"/>
                        <a:pt x="42" y="3"/>
                        <a:pt x="95" y="0"/>
                      </a:cubicBezTo>
                      <a:cubicBezTo>
                        <a:pt x="97" y="0"/>
                        <a:pt x="98" y="0"/>
                        <a:pt x="100" y="0"/>
                      </a:cubicBezTo>
                      <a:cubicBezTo>
                        <a:pt x="102" y="0"/>
                        <a:pt x="103" y="0"/>
                        <a:pt x="105" y="0"/>
                      </a:cubicBezTo>
                      <a:cubicBezTo>
                        <a:pt x="158" y="3"/>
                        <a:pt x="200" y="46"/>
                        <a:pt x="200" y="100"/>
                      </a:cubicBezTo>
                      <a:close/>
                    </a:path>
                  </a:pathLst>
                </a:cu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000" name="Freeform 130">
                  <a:extLst>
                    <a:ext uri="{FF2B5EF4-FFF2-40B4-BE49-F238E27FC236}">
                      <a16:creationId xmlns:a16="http://schemas.microsoft.com/office/drawing/2014/main" id="{7A93CE2F-9173-4C4B-AC79-5BC4D9CD4A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59200" y="2420938"/>
                  <a:ext cx="47625" cy="46037"/>
                </a:xfrm>
                <a:custGeom>
                  <a:avLst/>
                  <a:gdLst>
                    <a:gd name="T0" fmla="*/ 26 w 52"/>
                    <a:gd name="T1" fmla="*/ 51 h 51"/>
                    <a:gd name="T2" fmla="*/ 0 w 52"/>
                    <a:gd name="T3" fmla="*/ 25 h 51"/>
                    <a:gd name="T4" fmla="*/ 26 w 52"/>
                    <a:gd name="T5" fmla="*/ 0 h 51"/>
                    <a:gd name="T6" fmla="*/ 52 w 52"/>
                    <a:gd name="T7" fmla="*/ 25 h 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2" h="51">
                      <a:moveTo>
                        <a:pt x="26" y="51"/>
                      </a:moveTo>
                      <a:cubicBezTo>
                        <a:pt x="12" y="51"/>
                        <a:pt x="0" y="39"/>
                        <a:pt x="0" y="25"/>
                      </a:cubicBezTo>
                      <a:cubicBezTo>
                        <a:pt x="0" y="11"/>
                        <a:pt x="12" y="0"/>
                        <a:pt x="26" y="0"/>
                      </a:cubicBezTo>
                      <a:cubicBezTo>
                        <a:pt x="40" y="0"/>
                        <a:pt x="52" y="11"/>
                        <a:pt x="52" y="25"/>
                      </a:cubicBezTo>
                    </a:path>
                  </a:pathLst>
                </a:cu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001" name="Freeform 131">
                  <a:extLst>
                    <a:ext uri="{FF2B5EF4-FFF2-40B4-BE49-F238E27FC236}">
                      <a16:creationId xmlns:a16="http://schemas.microsoft.com/office/drawing/2014/main" id="{69C6325B-03AE-4434-8330-DF21E9D9ABA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59200" y="2466975"/>
                  <a:ext cx="47625" cy="47625"/>
                </a:xfrm>
                <a:custGeom>
                  <a:avLst/>
                  <a:gdLst>
                    <a:gd name="T0" fmla="*/ 26 w 52"/>
                    <a:gd name="T1" fmla="*/ 0 h 51"/>
                    <a:gd name="T2" fmla="*/ 52 w 52"/>
                    <a:gd name="T3" fmla="*/ 25 h 51"/>
                    <a:gd name="T4" fmla="*/ 26 w 52"/>
                    <a:gd name="T5" fmla="*/ 51 h 51"/>
                    <a:gd name="T6" fmla="*/ 0 w 52"/>
                    <a:gd name="T7" fmla="*/ 25 h 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2" h="51">
                      <a:moveTo>
                        <a:pt x="26" y="0"/>
                      </a:moveTo>
                      <a:cubicBezTo>
                        <a:pt x="40" y="0"/>
                        <a:pt x="52" y="11"/>
                        <a:pt x="52" y="25"/>
                      </a:cubicBezTo>
                      <a:cubicBezTo>
                        <a:pt x="52" y="39"/>
                        <a:pt x="40" y="51"/>
                        <a:pt x="26" y="51"/>
                      </a:cubicBezTo>
                      <a:cubicBezTo>
                        <a:pt x="12" y="51"/>
                        <a:pt x="0" y="39"/>
                        <a:pt x="0" y="25"/>
                      </a:cubicBezTo>
                    </a:path>
                  </a:pathLst>
                </a:cu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002" name="Line 132">
                  <a:extLst>
                    <a:ext uri="{FF2B5EF4-FFF2-40B4-BE49-F238E27FC236}">
                      <a16:creationId xmlns:a16="http://schemas.microsoft.com/office/drawing/2014/main" id="{79FCDC2E-BC43-4DF3-95CA-1928F745A3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83013" y="2516188"/>
                  <a:ext cx="0" cy="11112"/>
                </a:xfrm>
                <a:prstGeom prst="line">
                  <a:avLst/>
                </a:pr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003" name="Line 133">
                  <a:extLst>
                    <a:ext uri="{FF2B5EF4-FFF2-40B4-BE49-F238E27FC236}">
                      <a16:creationId xmlns:a16="http://schemas.microsoft.com/office/drawing/2014/main" id="{58A15C57-1766-42D9-8273-E81760AF9AA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83013" y="2408238"/>
                  <a:ext cx="0" cy="12700"/>
                </a:xfrm>
                <a:prstGeom prst="line">
                  <a:avLst/>
                </a:prstGeom>
                <a:noFill/>
                <a:ln w="14288" cap="rnd">
                  <a:solidFill>
                    <a:srgbClr val="249DF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182880" tIns="91440" rIns="182880" bIns="9144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sz="36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</p:grpSp>
        </p:grpSp>
      </p:grpSp>
      <p:cxnSp>
        <p:nvCxnSpPr>
          <p:cNvPr id="488" name="Straight Connector 487">
            <a:extLst>
              <a:ext uri="{FF2B5EF4-FFF2-40B4-BE49-F238E27FC236}">
                <a16:creationId xmlns:a16="http://schemas.microsoft.com/office/drawing/2014/main" id="{FCE2A93C-8A79-40D1-B1EB-1E993E179B44}"/>
              </a:ext>
            </a:extLst>
          </p:cNvPr>
          <p:cNvCxnSpPr>
            <a:cxnSpLocks/>
          </p:cNvCxnSpPr>
          <p:nvPr/>
        </p:nvCxnSpPr>
        <p:spPr>
          <a:xfrm>
            <a:off x="5888802" y="6129020"/>
            <a:ext cx="414396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9" name="Straight Connector 488">
            <a:extLst>
              <a:ext uri="{FF2B5EF4-FFF2-40B4-BE49-F238E27FC236}">
                <a16:creationId xmlns:a16="http://schemas.microsoft.com/office/drawing/2014/main" id="{F32DF1BB-9971-41DA-A683-160655AFCA33}"/>
              </a:ext>
            </a:extLst>
          </p:cNvPr>
          <p:cNvCxnSpPr>
            <a:cxnSpLocks/>
          </p:cNvCxnSpPr>
          <p:nvPr/>
        </p:nvCxnSpPr>
        <p:spPr>
          <a:xfrm>
            <a:off x="5888802" y="1402080"/>
            <a:ext cx="414396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0442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roup 186">
            <a:extLst>
              <a:ext uri="{FF2B5EF4-FFF2-40B4-BE49-F238E27FC236}">
                <a16:creationId xmlns:a16="http://schemas.microsoft.com/office/drawing/2014/main" id="{5DE8BB55-EEB6-4FB8-9C6D-FBCCC6A479EA}"/>
              </a:ext>
            </a:extLst>
          </p:cNvPr>
          <p:cNvGrpSpPr/>
          <p:nvPr/>
        </p:nvGrpSpPr>
        <p:grpSpPr>
          <a:xfrm>
            <a:off x="1092003" y="1204937"/>
            <a:ext cx="1101969" cy="1092786"/>
            <a:chOff x="3048000" y="1957754"/>
            <a:chExt cx="1406769" cy="1395046"/>
          </a:xfrm>
        </p:grpSpPr>
        <p:sp>
          <p:nvSpPr>
            <p:cNvPr id="186" name="Oval 185">
              <a:extLst>
                <a:ext uri="{FF2B5EF4-FFF2-40B4-BE49-F238E27FC236}">
                  <a16:creationId xmlns:a16="http://schemas.microsoft.com/office/drawing/2014/main" id="{FDBE56D1-6FD1-4EA4-AA04-ACB63E99E191}"/>
                </a:ext>
              </a:extLst>
            </p:cNvPr>
            <p:cNvSpPr/>
            <p:nvPr/>
          </p:nvSpPr>
          <p:spPr>
            <a:xfrm>
              <a:off x="3118339" y="2016370"/>
              <a:ext cx="1336430" cy="133643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Oval 184">
              <a:extLst>
                <a:ext uri="{FF2B5EF4-FFF2-40B4-BE49-F238E27FC236}">
                  <a16:creationId xmlns:a16="http://schemas.microsoft.com/office/drawing/2014/main" id="{21D67B8E-6A09-4F27-B677-C2A7E19D6990}"/>
                </a:ext>
              </a:extLst>
            </p:cNvPr>
            <p:cNvSpPr/>
            <p:nvPr/>
          </p:nvSpPr>
          <p:spPr>
            <a:xfrm>
              <a:off x="3048000" y="1957754"/>
              <a:ext cx="1336430" cy="133643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2CCC93FB-5954-4816-BEC9-899FB9FC34AD}"/>
              </a:ext>
            </a:extLst>
          </p:cNvPr>
          <p:cNvGrpSpPr/>
          <p:nvPr/>
        </p:nvGrpSpPr>
        <p:grpSpPr>
          <a:xfrm>
            <a:off x="1092003" y="3137583"/>
            <a:ext cx="1101969" cy="1092786"/>
            <a:chOff x="3048000" y="1957754"/>
            <a:chExt cx="1406769" cy="1395046"/>
          </a:xfrm>
        </p:grpSpPr>
        <p:sp>
          <p:nvSpPr>
            <p:cNvPr id="189" name="Oval 188">
              <a:extLst>
                <a:ext uri="{FF2B5EF4-FFF2-40B4-BE49-F238E27FC236}">
                  <a16:creationId xmlns:a16="http://schemas.microsoft.com/office/drawing/2014/main" id="{1F06F824-6584-4D35-ABD8-65414D76AA88}"/>
                </a:ext>
              </a:extLst>
            </p:cNvPr>
            <p:cNvSpPr/>
            <p:nvPr/>
          </p:nvSpPr>
          <p:spPr>
            <a:xfrm>
              <a:off x="3118339" y="2016370"/>
              <a:ext cx="1336430" cy="133643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Oval 189">
              <a:extLst>
                <a:ext uri="{FF2B5EF4-FFF2-40B4-BE49-F238E27FC236}">
                  <a16:creationId xmlns:a16="http://schemas.microsoft.com/office/drawing/2014/main" id="{E911A80D-F5A0-41EB-A7AE-1646E774621E}"/>
                </a:ext>
              </a:extLst>
            </p:cNvPr>
            <p:cNvSpPr/>
            <p:nvPr/>
          </p:nvSpPr>
          <p:spPr>
            <a:xfrm>
              <a:off x="3048000" y="1957754"/>
              <a:ext cx="1336430" cy="133643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B4231C9E-DCA7-418E-84E5-5A13E20EEA52}"/>
              </a:ext>
            </a:extLst>
          </p:cNvPr>
          <p:cNvGrpSpPr/>
          <p:nvPr/>
        </p:nvGrpSpPr>
        <p:grpSpPr>
          <a:xfrm>
            <a:off x="1092003" y="5070230"/>
            <a:ext cx="1101969" cy="1092786"/>
            <a:chOff x="3048000" y="1957754"/>
            <a:chExt cx="1406769" cy="1395046"/>
          </a:xfrm>
        </p:grpSpPr>
        <p:sp>
          <p:nvSpPr>
            <p:cNvPr id="192" name="Oval 191">
              <a:extLst>
                <a:ext uri="{FF2B5EF4-FFF2-40B4-BE49-F238E27FC236}">
                  <a16:creationId xmlns:a16="http://schemas.microsoft.com/office/drawing/2014/main" id="{E73B183F-7EEB-4F9F-9E5B-00FB88E2B05C}"/>
                </a:ext>
              </a:extLst>
            </p:cNvPr>
            <p:cNvSpPr/>
            <p:nvPr/>
          </p:nvSpPr>
          <p:spPr>
            <a:xfrm>
              <a:off x="3118339" y="2016370"/>
              <a:ext cx="1336430" cy="133643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C7075DA9-126D-4D9E-8C54-3D5FABAF0546}"/>
                </a:ext>
              </a:extLst>
            </p:cNvPr>
            <p:cNvSpPr/>
            <p:nvPr/>
          </p:nvSpPr>
          <p:spPr>
            <a:xfrm>
              <a:off x="3048000" y="1957754"/>
              <a:ext cx="1336430" cy="133643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C231EF58-FA7A-40F8-9AD0-D8F15ADBAF10}"/>
              </a:ext>
            </a:extLst>
          </p:cNvPr>
          <p:cNvGrpSpPr/>
          <p:nvPr/>
        </p:nvGrpSpPr>
        <p:grpSpPr>
          <a:xfrm>
            <a:off x="2873208" y="1204937"/>
            <a:ext cx="1101969" cy="1092786"/>
            <a:chOff x="3048000" y="1957754"/>
            <a:chExt cx="1406769" cy="1395046"/>
          </a:xfrm>
        </p:grpSpPr>
        <p:sp>
          <p:nvSpPr>
            <p:cNvPr id="195" name="Oval 194">
              <a:extLst>
                <a:ext uri="{FF2B5EF4-FFF2-40B4-BE49-F238E27FC236}">
                  <a16:creationId xmlns:a16="http://schemas.microsoft.com/office/drawing/2014/main" id="{43920909-EB27-4968-936C-AAB83B68E5B2}"/>
                </a:ext>
              </a:extLst>
            </p:cNvPr>
            <p:cNvSpPr/>
            <p:nvPr/>
          </p:nvSpPr>
          <p:spPr>
            <a:xfrm>
              <a:off x="3118339" y="2016370"/>
              <a:ext cx="1336430" cy="133643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Oval 195">
              <a:extLst>
                <a:ext uri="{FF2B5EF4-FFF2-40B4-BE49-F238E27FC236}">
                  <a16:creationId xmlns:a16="http://schemas.microsoft.com/office/drawing/2014/main" id="{019EDC4E-50AD-43F3-961A-1F73404F751E}"/>
                </a:ext>
              </a:extLst>
            </p:cNvPr>
            <p:cNvSpPr/>
            <p:nvPr/>
          </p:nvSpPr>
          <p:spPr>
            <a:xfrm>
              <a:off x="3048000" y="1957754"/>
              <a:ext cx="1336430" cy="133643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3BF0703C-F8EA-460E-AE7D-BFE416439C42}"/>
              </a:ext>
            </a:extLst>
          </p:cNvPr>
          <p:cNvGrpSpPr/>
          <p:nvPr/>
        </p:nvGrpSpPr>
        <p:grpSpPr>
          <a:xfrm>
            <a:off x="2873208" y="3137583"/>
            <a:ext cx="1101969" cy="1092786"/>
            <a:chOff x="3048000" y="1957754"/>
            <a:chExt cx="1406769" cy="1395046"/>
          </a:xfrm>
        </p:grpSpPr>
        <p:sp>
          <p:nvSpPr>
            <p:cNvPr id="198" name="Oval 197">
              <a:extLst>
                <a:ext uri="{FF2B5EF4-FFF2-40B4-BE49-F238E27FC236}">
                  <a16:creationId xmlns:a16="http://schemas.microsoft.com/office/drawing/2014/main" id="{F412A4CD-9EC9-4ADD-B216-264577A643B4}"/>
                </a:ext>
              </a:extLst>
            </p:cNvPr>
            <p:cNvSpPr/>
            <p:nvPr/>
          </p:nvSpPr>
          <p:spPr>
            <a:xfrm>
              <a:off x="3118339" y="2016370"/>
              <a:ext cx="1336430" cy="133643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9" name="Oval 198">
              <a:extLst>
                <a:ext uri="{FF2B5EF4-FFF2-40B4-BE49-F238E27FC236}">
                  <a16:creationId xmlns:a16="http://schemas.microsoft.com/office/drawing/2014/main" id="{61FDA6CE-8C28-4781-8998-E175D8420DF4}"/>
                </a:ext>
              </a:extLst>
            </p:cNvPr>
            <p:cNvSpPr/>
            <p:nvPr/>
          </p:nvSpPr>
          <p:spPr>
            <a:xfrm>
              <a:off x="3048000" y="1957754"/>
              <a:ext cx="1336430" cy="133643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E92C1052-8EBB-4CB0-B7C1-C84F8D45E044}"/>
              </a:ext>
            </a:extLst>
          </p:cNvPr>
          <p:cNvGrpSpPr/>
          <p:nvPr/>
        </p:nvGrpSpPr>
        <p:grpSpPr>
          <a:xfrm>
            <a:off x="2873208" y="5070230"/>
            <a:ext cx="1101969" cy="1092786"/>
            <a:chOff x="3048000" y="1957754"/>
            <a:chExt cx="1406769" cy="1395046"/>
          </a:xfrm>
        </p:grpSpPr>
        <p:sp>
          <p:nvSpPr>
            <p:cNvPr id="201" name="Oval 200">
              <a:extLst>
                <a:ext uri="{FF2B5EF4-FFF2-40B4-BE49-F238E27FC236}">
                  <a16:creationId xmlns:a16="http://schemas.microsoft.com/office/drawing/2014/main" id="{84F67E73-C979-4954-B471-46B9BDE0E89D}"/>
                </a:ext>
              </a:extLst>
            </p:cNvPr>
            <p:cNvSpPr/>
            <p:nvPr/>
          </p:nvSpPr>
          <p:spPr>
            <a:xfrm>
              <a:off x="3118339" y="2016370"/>
              <a:ext cx="1336430" cy="133643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C0D0B0C8-D5BE-449C-A475-0230BE2A7F23}"/>
                </a:ext>
              </a:extLst>
            </p:cNvPr>
            <p:cNvSpPr/>
            <p:nvPr/>
          </p:nvSpPr>
          <p:spPr>
            <a:xfrm>
              <a:off x="3048000" y="1957754"/>
              <a:ext cx="1336430" cy="133643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F282AAB5-4686-478B-AD39-0AE88A47B071}"/>
              </a:ext>
            </a:extLst>
          </p:cNvPr>
          <p:cNvGrpSpPr/>
          <p:nvPr/>
        </p:nvGrpSpPr>
        <p:grpSpPr>
          <a:xfrm>
            <a:off x="4654413" y="1204937"/>
            <a:ext cx="1101969" cy="1092786"/>
            <a:chOff x="3048000" y="1957754"/>
            <a:chExt cx="1406769" cy="1395046"/>
          </a:xfrm>
        </p:grpSpPr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5F927377-D79E-4B1C-AB3B-5BFD8D39CFB7}"/>
                </a:ext>
              </a:extLst>
            </p:cNvPr>
            <p:cNvSpPr/>
            <p:nvPr/>
          </p:nvSpPr>
          <p:spPr>
            <a:xfrm>
              <a:off x="3118339" y="2016370"/>
              <a:ext cx="1336430" cy="133643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9FDB556E-C96B-4419-BBF0-FFB5F0E8337D}"/>
                </a:ext>
              </a:extLst>
            </p:cNvPr>
            <p:cNvSpPr/>
            <p:nvPr/>
          </p:nvSpPr>
          <p:spPr>
            <a:xfrm>
              <a:off x="3048000" y="1957754"/>
              <a:ext cx="1336430" cy="133643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982B3117-3A4A-407D-80FF-2C4D459056B3}"/>
              </a:ext>
            </a:extLst>
          </p:cNvPr>
          <p:cNvGrpSpPr/>
          <p:nvPr/>
        </p:nvGrpSpPr>
        <p:grpSpPr>
          <a:xfrm>
            <a:off x="4654413" y="3137583"/>
            <a:ext cx="1101969" cy="1092786"/>
            <a:chOff x="3048000" y="1957754"/>
            <a:chExt cx="1406769" cy="1395046"/>
          </a:xfrm>
        </p:grpSpPr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61714A39-FA97-440E-822B-90A5A6157504}"/>
                </a:ext>
              </a:extLst>
            </p:cNvPr>
            <p:cNvSpPr/>
            <p:nvPr/>
          </p:nvSpPr>
          <p:spPr>
            <a:xfrm>
              <a:off x="3118339" y="2016370"/>
              <a:ext cx="1336430" cy="133643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90B41D53-DAA2-4E97-B681-5B789987B44E}"/>
                </a:ext>
              </a:extLst>
            </p:cNvPr>
            <p:cNvSpPr/>
            <p:nvPr/>
          </p:nvSpPr>
          <p:spPr>
            <a:xfrm>
              <a:off x="3048000" y="1957754"/>
              <a:ext cx="1336430" cy="133643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5E66D55B-D94F-42CB-A3C0-2FF2DF550BC3}"/>
              </a:ext>
            </a:extLst>
          </p:cNvPr>
          <p:cNvGrpSpPr/>
          <p:nvPr/>
        </p:nvGrpSpPr>
        <p:grpSpPr>
          <a:xfrm>
            <a:off x="4654413" y="5070230"/>
            <a:ext cx="1101969" cy="1092786"/>
            <a:chOff x="3048000" y="1957754"/>
            <a:chExt cx="1406769" cy="1395046"/>
          </a:xfrm>
        </p:grpSpPr>
        <p:sp>
          <p:nvSpPr>
            <p:cNvPr id="210" name="Oval 209">
              <a:extLst>
                <a:ext uri="{FF2B5EF4-FFF2-40B4-BE49-F238E27FC236}">
                  <a16:creationId xmlns:a16="http://schemas.microsoft.com/office/drawing/2014/main" id="{7036BE52-C38F-4C7C-9B3E-54BD62C3B75E}"/>
                </a:ext>
              </a:extLst>
            </p:cNvPr>
            <p:cNvSpPr/>
            <p:nvPr/>
          </p:nvSpPr>
          <p:spPr>
            <a:xfrm>
              <a:off x="3118339" y="2016370"/>
              <a:ext cx="1336430" cy="133643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" name="Oval 210">
              <a:extLst>
                <a:ext uri="{FF2B5EF4-FFF2-40B4-BE49-F238E27FC236}">
                  <a16:creationId xmlns:a16="http://schemas.microsoft.com/office/drawing/2014/main" id="{12A6C017-BB4A-408D-94A8-3C73C8E95DD0}"/>
                </a:ext>
              </a:extLst>
            </p:cNvPr>
            <p:cNvSpPr/>
            <p:nvPr/>
          </p:nvSpPr>
          <p:spPr>
            <a:xfrm>
              <a:off x="3048000" y="1957754"/>
              <a:ext cx="1336430" cy="133643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D4A81DB0-E345-4DF9-A62B-6045B2089B46}"/>
              </a:ext>
            </a:extLst>
          </p:cNvPr>
          <p:cNvGrpSpPr/>
          <p:nvPr/>
        </p:nvGrpSpPr>
        <p:grpSpPr>
          <a:xfrm>
            <a:off x="6435618" y="1204937"/>
            <a:ext cx="1101969" cy="1092786"/>
            <a:chOff x="3048000" y="1957754"/>
            <a:chExt cx="1406769" cy="1395046"/>
          </a:xfrm>
        </p:grpSpPr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2CF63982-253E-4F4C-9200-15F8CA3FB1AE}"/>
                </a:ext>
              </a:extLst>
            </p:cNvPr>
            <p:cNvSpPr/>
            <p:nvPr/>
          </p:nvSpPr>
          <p:spPr>
            <a:xfrm>
              <a:off x="3118339" y="2016370"/>
              <a:ext cx="1336430" cy="133643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4" name="Oval 213">
              <a:extLst>
                <a:ext uri="{FF2B5EF4-FFF2-40B4-BE49-F238E27FC236}">
                  <a16:creationId xmlns:a16="http://schemas.microsoft.com/office/drawing/2014/main" id="{61E6F237-10EB-44A5-91FE-B9233D30C9AE}"/>
                </a:ext>
              </a:extLst>
            </p:cNvPr>
            <p:cNvSpPr/>
            <p:nvPr/>
          </p:nvSpPr>
          <p:spPr>
            <a:xfrm>
              <a:off x="3048000" y="1957754"/>
              <a:ext cx="1336430" cy="133643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A17C6792-0101-419B-8A29-8958E78890DB}"/>
              </a:ext>
            </a:extLst>
          </p:cNvPr>
          <p:cNvGrpSpPr/>
          <p:nvPr/>
        </p:nvGrpSpPr>
        <p:grpSpPr>
          <a:xfrm>
            <a:off x="6435618" y="3137583"/>
            <a:ext cx="1101969" cy="1092786"/>
            <a:chOff x="3048000" y="1957754"/>
            <a:chExt cx="1406769" cy="1395046"/>
          </a:xfrm>
        </p:grpSpPr>
        <p:sp>
          <p:nvSpPr>
            <p:cNvPr id="216" name="Oval 215">
              <a:extLst>
                <a:ext uri="{FF2B5EF4-FFF2-40B4-BE49-F238E27FC236}">
                  <a16:creationId xmlns:a16="http://schemas.microsoft.com/office/drawing/2014/main" id="{5D85E0B9-4E59-40F1-85E3-39D730D7EAA3}"/>
                </a:ext>
              </a:extLst>
            </p:cNvPr>
            <p:cNvSpPr/>
            <p:nvPr/>
          </p:nvSpPr>
          <p:spPr>
            <a:xfrm>
              <a:off x="3118339" y="2016370"/>
              <a:ext cx="1336430" cy="133643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DF8E8AFC-E9C8-49F4-8CD3-68E4062DA269}"/>
                </a:ext>
              </a:extLst>
            </p:cNvPr>
            <p:cNvSpPr/>
            <p:nvPr/>
          </p:nvSpPr>
          <p:spPr>
            <a:xfrm>
              <a:off x="3048000" y="1957754"/>
              <a:ext cx="1336430" cy="133643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A43BE5D5-7026-4B6D-B259-44CFE9DE67AE}"/>
              </a:ext>
            </a:extLst>
          </p:cNvPr>
          <p:cNvGrpSpPr/>
          <p:nvPr/>
        </p:nvGrpSpPr>
        <p:grpSpPr>
          <a:xfrm>
            <a:off x="6435618" y="5070230"/>
            <a:ext cx="1101969" cy="1092786"/>
            <a:chOff x="3048000" y="1957754"/>
            <a:chExt cx="1406769" cy="1395046"/>
          </a:xfrm>
        </p:grpSpPr>
        <p:sp>
          <p:nvSpPr>
            <p:cNvPr id="219" name="Oval 218">
              <a:extLst>
                <a:ext uri="{FF2B5EF4-FFF2-40B4-BE49-F238E27FC236}">
                  <a16:creationId xmlns:a16="http://schemas.microsoft.com/office/drawing/2014/main" id="{1C0886EE-AA34-444D-B536-260FCAE4C691}"/>
                </a:ext>
              </a:extLst>
            </p:cNvPr>
            <p:cNvSpPr/>
            <p:nvPr/>
          </p:nvSpPr>
          <p:spPr>
            <a:xfrm>
              <a:off x="3118339" y="2016370"/>
              <a:ext cx="1336430" cy="133643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" name="Oval 219">
              <a:extLst>
                <a:ext uri="{FF2B5EF4-FFF2-40B4-BE49-F238E27FC236}">
                  <a16:creationId xmlns:a16="http://schemas.microsoft.com/office/drawing/2014/main" id="{E208D0C1-185D-4C43-B3BD-DCB7AEDB033C}"/>
                </a:ext>
              </a:extLst>
            </p:cNvPr>
            <p:cNvSpPr/>
            <p:nvPr/>
          </p:nvSpPr>
          <p:spPr>
            <a:xfrm>
              <a:off x="3048000" y="1957754"/>
              <a:ext cx="1336430" cy="133643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F432E716-9A5D-4C76-8323-6FD0319CCA73}"/>
              </a:ext>
            </a:extLst>
          </p:cNvPr>
          <p:cNvGrpSpPr/>
          <p:nvPr/>
        </p:nvGrpSpPr>
        <p:grpSpPr>
          <a:xfrm>
            <a:off x="8216823" y="1204937"/>
            <a:ext cx="1101969" cy="1092786"/>
            <a:chOff x="3048000" y="1957754"/>
            <a:chExt cx="1406769" cy="1395046"/>
          </a:xfrm>
        </p:grpSpPr>
        <p:sp>
          <p:nvSpPr>
            <p:cNvPr id="222" name="Oval 221">
              <a:extLst>
                <a:ext uri="{FF2B5EF4-FFF2-40B4-BE49-F238E27FC236}">
                  <a16:creationId xmlns:a16="http://schemas.microsoft.com/office/drawing/2014/main" id="{32F08CC0-57EE-424C-9A2B-9A63F776BC13}"/>
                </a:ext>
              </a:extLst>
            </p:cNvPr>
            <p:cNvSpPr/>
            <p:nvPr/>
          </p:nvSpPr>
          <p:spPr>
            <a:xfrm>
              <a:off x="3118339" y="2016370"/>
              <a:ext cx="1336430" cy="133643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3" name="Oval 222">
              <a:extLst>
                <a:ext uri="{FF2B5EF4-FFF2-40B4-BE49-F238E27FC236}">
                  <a16:creationId xmlns:a16="http://schemas.microsoft.com/office/drawing/2014/main" id="{1072B001-850B-40D0-88AB-744EF542D036}"/>
                </a:ext>
              </a:extLst>
            </p:cNvPr>
            <p:cNvSpPr/>
            <p:nvPr/>
          </p:nvSpPr>
          <p:spPr>
            <a:xfrm>
              <a:off x="3048000" y="1957754"/>
              <a:ext cx="1336430" cy="133643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1D94114A-AC4F-433A-A686-DC92147E944C}"/>
              </a:ext>
            </a:extLst>
          </p:cNvPr>
          <p:cNvGrpSpPr/>
          <p:nvPr/>
        </p:nvGrpSpPr>
        <p:grpSpPr>
          <a:xfrm>
            <a:off x="8216823" y="3137583"/>
            <a:ext cx="1101969" cy="1092786"/>
            <a:chOff x="3048000" y="1957754"/>
            <a:chExt cx="1406769" cy="1395046"/>
          </a:xfrm>
        </p:grpSpPr>
        <p:sp>
          <p:nvSpPr>
            <p:cNvPr id="225" name="Oval 224">
              <a:extLst>
                <a:ext uri="{FF2B5EF4-FFF2-40B4-BE49-F238E27FC236}">
                  <a16:creationId xmlns:a16="http://schemas.microsoft.com/office/drawing/2014/main" id="{198728F2-0538-4CE8-AADD-47976DF66964}"/>
                </a:ext>
              </a:extLst>
            </p:cNvPr>
            <p:cNvSpPr/>
            <p:nvPr/>
          </p:nvSpPr>
          <p:spPr>
            <a:xfrm>
              <a:off x="3118339" y="2016370"/>
              <a:ext cx="1336430" cy="133643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" name="Oval 225">
              <a:extLst>
                <a:ext uri="{FF2B5EF4-FFF2-40B4-BE49-F238E27FC236}">
                  <a16:creationId xmlns:a16="http://schemas.microsoft.com/office/drawing/2014/main" id="{F9A9CE7C-F6B8-48A7-AA2C-A3FBD2948BAF}"/>
                </a:ext>
              </a:extLst>
            </p:cNvPr>
            <p:cNvSpPr/>
            <p:nvPr/>
          </p:nvSpPr>
          <p:spPr>
            <a:xfrm>
              <a:off x="3048000" y="1957754"/>
              <a:ext cx="1336430" cy="133643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E4A4496E-45E4-4D91-A018-1D9601597636}"/>
              </a:ext>
            </a:extLst>
          </p:cNvPr>
          <p:cNvGrpSpPr/>
          <p:nvPr/>
        </p:nvGrpSpPr>
        <p:grpSpPr>
          <a:xfrm>
            <a:off x="8216823" y="5070230"/>
            <a:ext cx="1101969" cy="1092786"/>
            <a:chOff x="3048000" y="1957754"/>
            <a:chExt cx="1406769" cy="1395046"/>
          </a:xfrm>
        </p:grpSpPr>
        <p:sp>
          <p:nvSpPr>
            <p:cNvPr id="228" name="Oval 227">
              <a:extLst>
                <a:ext uri="{FF2B5EF4-FFF2-40B4-BE49-F238E27FC236}">
                  <a16:creationId xmlns:a16="http://schemas.microsoft.com/office/drawing/2014/main" id="{65DD1802-41C7-4C34-B0CC-A9068297F2F6}"/>
                </a:ext>
              </a:extLst>
            </p:cNvPr>
            <p:cNvSpPr/>
            <p:nvPr/>
          </p:nvSpPr>
          <p:spPr>
            <a:xfrm>
              <a:off x="3118339" y="2016370"/>
              <a:ext cx="1336430" cy="133643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9" name="Oval 228">
              <a:extLst>
                <a:ext uri="{FF2B5EF4-FFF2-40B4-BE49-F238E27FC236}">
                  <a16:creationId xmlns:a16="http://schemas.microsoft.com/office/drawing/2014/main" id="{6C433543-81B5-4962-82A1-C68702D8BAB5}"/>
                </a:ext>
              </a:extLst>
            </p:cNvPr>
            <p:cNvSpPr/>
            <p:nvPr/>
          </p:nvSpPr>
          <p:spPr>
            <a:xfrm>
              <a:off x="3048000" y="1957754"/>
              <a:ext cx="1336430" cy="133643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ED89BA5E-FD02-4DF4-9F08-D94778F1F834}"/>
              </a:ext>
            </a:extLst>
          </p:cNvPr>
          <p:cNvGrpSpPr/>
          <p:nvPr/>
        </p:nvGrpSpPr>
        <p:grpSpPr>
          <a:xfrm>
            <a:off x="9998028" y="1204937"/>
            <a:ext cx="1101969" cy="1092786"/>
            <a:chOff x="3048000" y="1957754"/>
            <a:chExt cx="1406769" cy="1395046"/>
          </a:xfrm>
        </p:grpSpPr>
        <p:sp>
          <p:nvSpPr>
            <p:cNvPr id="231" name="Oval 230">
              <a:extLst>
                <a:ext uri="{FF2B5EF4-FFF2-40B4-BE49-F238E27FC236}">
                  <a16:creationId xmlns:a16="http://schemas.microsoft.com/office/drawing/2014/main" id="{71D58446-09D9-40E8-9A38-24937EDD72C8}"/>
                </a:ext>
              </a:extLst>
            </p:cNvPr>
            <p:cNvSpPr/>
            <p:nvPr/>
          </p:nvSpPr>
          <p:spPr>
            <a:xfrm>
              <a:off x="3118339" y="2016370"/>
              <a:ext cx="1336430" cy="133643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2" name="Oval 231">
              <a:extLst>
                <a:ext uri="{FF2B5EF4-FFF2-40B4-BE49-F238E27FC236}">
                  <a16:creationId xmlns:a16="http://schemas.microsoft.com/office/drawing/2014/main" id="{B7B8B576-094E-40DA-BDF0-9C64EE128B74}"/>
                </a:ext>
              </a:extLst>
            </p:cNvPr>
            <p:cNvSpPr/>
            <p:nvPr/>
          </p:nvSpPr>
          <p:spPr>
            <a:xfrm>
              <a:off x="3048000" y="1957754"/>
              <a:ext cx="1336430" cy="133643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1AE2A122-E977-4F5D-84FC-8FA170B74808}"/>
              </a:ext>
            </a:extLst>
          </p:cNvPr>
          <p:cNvGrpSpPr/>
          <p:nvPr/>
        </p:nvGrpSpPr>
        <p:grpSpPr>
          <a:xfrm>
            <a:off x="9998028" y="3137583"/>
            <a:ext cx="1101969" cy="1092786"/>
            <a:chOff x="3048000" y="1957754"/>
            <a:chExt cx="1406769" cy="1395046"/>
          </a:xfrm>
        </p:grpSpPr>
        <p:sp>
          <p:nvSpPr>
            <p:cNvPr id="234" name="Oval 233">
              <a:extLst>
                <a:ext uri="{FF2B5EF4-FFF2-40B4-BE49-F238E27FC236}">
                  <a16:creationId xmlns:a16="http://schemas.microsoft.com/office/drawing/2014/main" id="{C5169430-37D3-4AC7-B1B2-5211187E54DF}"/>
                </a:ext>
              </a:extLst>
            </p:cNvPr>
            <p:cNvSpPr/>
            <p:nvPr/>
          </p:nvSpPr>
          <p:spPr>
            <a:xfrm>
              <a:off x="3118339" y="2016370"/>
              <a:ext cx="1336430" cy="133643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5" name="Oval 234">
              <a:extLst>
                <a:ext uri="{FF2B5EF4-FFF2-40B4-BE49-F238E27FC236}">
                  <a16:creationId xmlns:a16="http://schemas.microsoft.com/office/drawing/2014/main" id="{1EA8E471-6A11-4400-8435-6F5E85C9E753}"/>
                </a:ext>
              </a:extLst>
            </p:cNvPr>
            <p:cNvSpPr/>
            <p:nvPr/>
          </p:nvSpPr>
          <p:spPr>
            <a:xfrm>
              <a:off x="3048000" y="1957754"/>
              <a:ext cx="1336430" cy="133643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035C4F8E-2396-4FAD-B162-02244E924551}"/>
              </a:ext>
            </a:extLst>
          </p:cNvPr>
          <p:cNvGrpSpPr/>
          <p:nvPr/>
        </p:nvGrpSpPr>
        <p:grpSpPr>
          <a:xfrm>
            <a:off x="9998028" y="5070230"/>
            <a:ext cx="1101969" cy="1092786"/>
            <a:chOff x="3048000" y="1957754"/>
            <a:chExt cx="1406769" cy="1395046"/>
          </a:xfrm>
        </p:grpSpPr>
        <p:sp>
          <p:nvSpPr>
            <p:cNvPr id="237" name="Oval 236">
              <a:extLst>
                <a:ext uri="{FF2B5EF4-FFF2-40B4-BE49-F238E27FC236}">
                  <a16:creationId xmlns:a16="http://schemas.microsoft.com/office/drawing/2014/main" id="{BEF242B5-AB9D-48A3-8545-DEF51CE78C17}"/>
                </a:ext>
              </a:extLst>
            </p:cNvPr>
            <p:cNvSpPr/>
            <p:nvPr/>
          </p:nvSpPr>
          <p:spPr>
            <a:xfrm>
              <a:off x="3118339" y="2016370"/>
              <a:ext cx="1336430" cy="133643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8" name="Oval 237">
              <a:extLst>
                <a:ext uri="{FF2B5EF4-FFF2-40B4-BE49-F238E27FC236}">
                  <a16:creationId xmlns:a16="http://schemas.microsoft.com/office/drawing/2014/main" id="{5965928A-FE28-488B-A0AA-90F60A3A2C17}"/>
                </a:ext>
              </a:extLst>
            </p:cNvPr>
            <p:cNvSpPr/>
            <p:nvPr/>
          </p:nvSpPr>
          <p:spPr>
            <a:xfrm>
              <a:off x="3048000" y="1957754"/>
              <a:ext cx="1336430" cy="133643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7" name="Freeform 5">
            <a:extLst>
              <a:ext uri="{FF2B5EF4-FFF2-40B4-BE49-F238E27FC236}">
                <a16:creationId xmlns:a16="http://schemas.microsoft.com/office/drawing/2014/main" id="{2BD038E3-B646-4C98-9E94-952158B0CBC0}"/>
              </a:ext>
            </a:extLst>
          </p:cNvPr>
          <p:cNvSpPr>
            <a:spLocks noEditPoints="1"/>
          </p:cNvSpPr>
          <p:nvPr/>
        </p:nvSpPr>
        <p:spPr bwMode="auto">
          <a:xfrm>
            <a:off x="1397362" y="1506511"/>
            <a:ext cx="491250" cy="489638"/>
          </a:xfrm>
          <a:custGeom>
            <a:avLst/>
            <a:gdLst>
              <a:gd name="T0" fmla="*/ 63 w 2054"/>
              <a:gd name="T1" fmla="*/ 1016 h 2048"/>
              <a:gd name="T2" fmla="*/ 729 w 2054"/>
              <a:gd name="T3" fmla="*/ 1439 h 2048"/>
              <a:gd name="T4" fmla="*/ 789 w 2054"/>
              <a:gd name="T5" fmla="*/ 2048 h 2048"/>
              <a:gd name="T6" fmla="*/ 1571 w 2054"/>
              <a:gd name="T7" fmla="*/ 1988 h 2048"/>
              <a:gd name="T8" fmla="*/ 1751 w 2054"/>
              <a:gd name="T9" fmla="*/ 1680 h 2048"/>
              <a:gd name="T10" fmla="*/ 1811 w 2054"/>
              <a:gd name="T11" fmla="*/ 1320 h 2048"/>
              <a:gd name="T12" fmla="*/ 2041 w 2054"/>
              <a:gd name="T13" fmla="*/ 1294 h 2048"/>
              <a:gd name="T14" fmla="*/ 1887 w 2054"/>
              <a:gd name="T15" fmla="*/ 843 h 2048"/>
              <a:gd name="T16" fmla="*/ 1227 w 2054"/>
              <a:gd name="T17" fmla="*/ 0 h 2048"/>
              <a:gd name="T18" fmla="*/ 406 w 2054"/>
              <a:gd name="T19" fmla="*/ 536 h 2048"/>
              <a:gd name="T20" fmla="*/ 10 w 2054"/>
              <a:gd name="T21" fmla="*/ 568 h 2048"/>
              <a:gd name="T22" fmla="*/ 111 w 2054"/>
              <a:gd name="T23" fmla="*/ 779 h 2048"/>
              <a:gd name="T24" fmla="*/ 10 w 2054"/>
              <a:gd name="T25" fmla="*/ 984 h 2048"/>
              <a:gd name="T26" fmla="*/ 977 w 2054"/>
              <a:gd name="T27" fmla="*/ 720 h 2048"/>
              <a:gd name="T28" fmla="*/ 1327 w 2054"/>
              <a:gd name="T29" fmla="*/ 780 h 2048"/>
              <a:gd name="T30" fmla="*/ 977 w 2054"/>
              <a:gd name="T31" fmla="*/ 840 h 2048"/>
              <a:gd name="T32" fmla="*/ 1207 w 2054"/>
              <a:gd name="T33" fmla="*/ 780 h 2048"/>
              <a:gd name="T34" fmla="*/ 1147 w 2054"/>
              <a:gd name="T35" fmla="*/ 1080 h 2048"/>
              <a:gd name="T36" fmla="*/ 1147 w 2054"/>
              <a:gd name="T37" fmla="*/ 480 h 2048"/>
              <a:gd name="T38" fmla="*/ 731 w 2054"/>
              <a:gd name="T39" fmla="*/ 720 h 2048"/>
              <a:gd name="T40" fmla="*/ 1567 w 2054"/>
              <a:gd name="T41" fmla="*/ 780 h 2048"/>
              <a:gd name="T42" fmla="*/ 731 w 2054"/>
              <a:gd name="T43" fmla="*/ 840 h 2048"/>
              <a:gd name="T44" fmla="*/ 1147 w 2054"/>
              <a:gd name="T45" fmla="*/ 1080 h 2048"/>
              <a:gd name="T46" fmla="*/ 1687 w 2054"/>
              <a:gd name="T47" fmla="*/ 780 h 2048"/>
              <a:gd name="T48" fmla="*/ 610 w 2054"/>
              <a:gd name="T49" fmla="*/ 720 h 2048"/>
              <a:gd name="T50" fmla="*/ 509 w 2054"/>
              <a:gd name="T51" fmla="*/ 612 h 2048"/>
              <a:gd name="T52" fmla="*/ 1227 w 2054"/>
              <a:gd name="T53" fmla="*/ 120 h 2048"/>
              <a:gd name="T54" fmla="*/ 1767 w 2054"/>
              <a:gd name="T55" fmla="*/ 854 h 2048"/>
              <a:gd name="T56" fmla="*/ 1902 w 2054"/>
              <a:gd name="T57" fmla="*/ 1200 h 2048"/>
              <a:gd name="T58" fmla="*/ 1691 w 2054"/>
              <a:gd name="T59" fmla="*/ 1260 h 2048"/>
              <a:gd name="T60" fmla="*/ 1511 w 2054"/>
              <a:gd name="T61" fmla="*/ 1560 h 2048"/>
              <a:gd name="T62" fmla="*/ 1451 w 2054"/>
              <a:gd name="T63" fmla="*/ 1928 h 2048"/>
              <a:gd name="T64" fmla="*/ 849 w 2054"/>
              <a:gd name="T65" fmla="*/ 1405 h 2048"/>
              <a:gd name="T66" fmla="*/ 508 w 2054"/>
              <a:gd name="T67" fmla="*/ 944 h 2048"/>
              <a:gd name="T68" fmla="*/ 610 w 2054"/>
              <a:gd name="T69" fmla="*/ 840 h 2048"/>
              <a:gd name="T70" fmla="*/ 395 w 2054"/>
              <a:gd name="T71" fmla="*/ 656 h 2048"/>
              <a:gd name="T72" fmla="*/ 395 w 2054"/>
              <a:gd name="T73" fmla="*/ 896 h 2048"/>
              <a:gd name="T74" fmla="*/ 233 w 2054"/>
              <a:gd name="T75" fmla="*/ 814 h 2048"/>
              <a:gd name="T76" fmla="*/ 174 w 2054"/>
              <a:gd name="T77" fmla="*/ 656 h 20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2054" h="2048">
                <a:moveTo>
                  <a:pt x="10" y="984"/>
                </a:moveTo>
                <a:cubicBezTo>
                  <a:pt x="20" y="1004"/>
                  <a:pt x="41" y="1016"/>
                  <a:pt x="63" y="1016"/>
                </a:cubicBezTo>
                <a:cubicBezTo>
                  <a:pt x="403" y="1016"/>
                  <a:pt x="403" y="1016"/>
                  <a:pt x="403" y="1016"/>
                </a:cubicBezTo>
                <a:cubicBezTo>
                  <a:pt x="459" y="1190"/>
                  <a:pt x="574" y="1340"/>
                  <a:pt x="729" y="1439"/>
                </a:cubicBezTo>
                <a:cubicBezTo>
                  <a:pt x="729" y="1650"/>
                  <a:pt x="729" y="1984"/>
                  <a:pt x="729" y="1988"/>
                </a:cubicBezTo>
                <a:cubicBezTo>
                  <a:pt x="729" y="2021"/>
                  <a:pt x="756" y="2048"/>
                  <a:pt x="789" y="2048"/>
                </a:cubicBezTo>
                <a:cubicBezTo>
                  <a:pt x="1511" y="2048"/>
                  <a:pt x="1511" y="2048"/>
                  <a:pt x="1511" y="2048"/>
                </a:cubicBezTo>
                <a:cubicBezTo>
                  <a:pt x="1544" y="2048"/>
                  <a:pt x="1571" y="2021"/>
                  <a:pt x="1571" y="1988"/>
                </a:cubicBezTo>
                <a:cubicBezTo>
                  <a:pt x="1571" y="1680"/>
                  <a:pt x="1571" y="1680"/>
                  <a:pt x="1571" y="1680"/>
                </a:cubicBezTo>
                <a:cubicBezTo>
                  <a:pt x="1751" y="1680"/>
                  <a:pt x="1751" y="1680"/>
                  <a:pt x="1751" y="1680"/>
                </a:cubicBezTo>
                <a:cubicBezTo>
                  <a:pt x="1784" y="1680"/>
                  <a:pt x="1811" y="1653"/>
                  <a:pt x="1811" y="1620"/>
                </a:cubicBezTo>
                <a:cubicBezTo>
                  <a:pt x="1811" y="1320"/>
                  <a:pt x="1811" y="1320"/>
                  <a:pt x="1811" y="1320"/>
                </a:cubicBezTo>
                <a:cubicBezTo>
                  <a:pt x="1991" y="1320"/>
                  <a:pt x="1991" y="1320"/>
                  <a:pt x="1991" y="1320"/>
                </a:cubicBezTo>
                <a:cubicBezTo>
                  <a:pt x="2011" y="1320"/>
                  <a:pt x="2030" y="1310"/>
                  <a:pt x="2041" y="1294"/>
                </a:cubicBezTo>
                <a:cubicBezTo>
                  <a:pt x="2052" y="1277"/>
                  <a:pt x="2054" y="1256"/>
                  <a:pt x="2047" y="1238"/>
                </a:cubicBezTo>
                <a:cubicBezTo>
                  <a:pt x="1887" y="843"/>
                  <a:pt x="1887" y="843"/>
                  <a:pt x="1887" y="843"/>
                </a:cubicBezTo>
                <a:cubicBezTo>
                  <a:pt x="1887" y="660"/>
                  <a:pt x="1887" y="660"/>
                  <a:pt x="1887" y="660"/>
                </a:cubicBezTo>
                <a:cubicBezTo>
                  <a:pt x="1887" y="296"/>
                  <a:pt x="1591" y="0"/>
                  <a:pt x="1227" y="0"/>
                </a:cubicBezTo>
                <a:cubicBezTo>
                  <a:pt x="1147" y="0"/>
                  <a:pt x="1147" y="0"/>
                  <a:pt x="1147" y="0"/>
                </a:cubicBezTo>
                <a:cubicBezTo>
                  <a:pt x="811" y="0"/>
                  <a:pt x="512" y="216"/>
                  <a:pt x="406" y="536"/>
                </a:cubicBezTo>
                <a:cubicBezTo>
                  <a:pt x="63" y="536"/>
                  <a:pt x="63" y="536"/>
                  <a:pt x="63" y="536"/>
                </a:cubicBezTo>
                <a:cubicBezTo>
                  <a:pt x="41" y="536"/>
                  <a:pt x="21" y="548"/>
                  <a:pt x="10" y="568"/>
                </a:cubicBezTo>
                <a:cubicBezTo>
                  <a:pt x="0" y="587"/>
                  <a:pt x="1" y="611"/>
                  <a:pt x="13" y="629"/>
                </a:cubicBezTo>
                <a:cubicBezTo>
                  <a:pt x="111" y="779"/>
                  <a:pt x="111" y="779"/>
                  <a:pt x="111" y="779"/>
                </a:cubicBezTo>
                <a:cubicBezTo>
                  <a:pt x="13" y="922"/>
                  <a:pt x="13" y="922"/>
                  <a:pt x="13" y="922"/>
                </a:cubicBezTo>
                <a:cubicBezTo>
                  <a:pt x="1" y="941"/>
                  <a:pt x="0" y="965"/>
                  <a:pt x="10" y="984"/>
                </a:cubicBezTo>
                <a:close/>
                <a:moveTo>
                  <a:pt x="1147" y="720"/>
                </a:moveTo>
                <a:cubicBezTo>
                  <a:pt x="977" y="720"/>
                  <a:pt x="977" y="720"/>
                  <a:pt x="977" y="720"/>
                </a:cubicBezTo>
                <a:cubicBezTo>
                  <a:pt x="1002" y="650"/>
                  <a:pt x="1069" y="600"/>
                  <a:pt x="1147" y="600"/>
                </a:cubicBezTo>
                <a:cubicBezTo>
                  <a:pt x="1246" y="600"/>
                  <a:pt x="1327" y="681"/>
                  <a:pt x="1327" y="780"/>
                </a:cubicBezTo>
                <a:cubicBezTo>
                  <a:pt x="1327" y="879"/>
                  <a:pt x="1246" y="960"/>
                  <a:pt x="1147" y="960"/>
                </a:cubicBezTo>
                <a:cubicBezTo>
                  <a:pt x="1069" y="960"/>
                  <a:pt x="1002" y="910"/>
                  <a:pt x="977" y="840"/>
                </a:cubicBezTo>
                <a:cubicBezTo>
                  <a:pt x="1147" y="840"/>
                  <a:pt x="1147" y="840"/>
                  <a:pt x="1147" y="840"/>
                </a:cubicBezTo>
                <a:cubicBezTo>
                  <a:pt x="1180" y="840"/>
                  <a:pt x="1207" y="813"/>
                  <a:pt x="1207" y="780"/>
                </a:cubicBezTo>
                <a:cubicBezTo>
                  <a:pt x="1207" y="747"/>
                  <a:pt x="1180" y="720"/>
                  <a:pt x="1147" y="720"/>
                </a:cubicBezTo>
                <a:close/>
                <a:moveTo>
                  <a:pt x="1147" y="1080"/>
                </a:moveTo>
                <a:cubicBezTo>
                  <a:pt x="1312" y="1080"/>
                  <a:pt x="1447" y="945"/>
                  <a:pt x="1447" y="780"/>
                </a:cubicBezTo>
                <a:cubicBezTo>
                  <a:pt x="1447" y="615"/>
                  <a:pt x="1312" y="480"/>
                  <a:pt x="1147" y="480"/>
                </a:cubicBezTo>
                <a:cubicBezTo>
                  <a:pt x="1002" y="480"/>
                  <a:pt x="881" y="583"/>
                  <a:pt x="853" y="720"/>
                </a:cubicBezTo>
                <a:cubicBezTo>
                  <a:pt x="731" y="720"/>
                  <a:pt x="731" y="720"/>
                  <a:pt x="731" y="720"/>
                </a:cubicBezTo>
                <a:cubicBezTo>
                  <a:pt x="760" y="517"/>
                  <a:pt x="936" y="360"/>
                  <a:pt x="1147" y="360"/>
                </a:cubicBezTo>
                <a:cubicBezTo>
                  <a:pt x="1379" y="360"/>
                  <a:pt x="1567" y="548"/>
                  <a:pt x="1567" y="780"/>
                </a:cubicBezTo>
                <a:cubicBezTo>
                  <a:pt x="1567" y="1012"/>
                  <a:pt x="1379" y="1200"/>
                  <a:pt x="1147" y="1200"/>
                </a:cubicBezTo>
                <a:cubicBezTo>
                  <a:pt x="936" y="1200"/>
                  <a:pt x="760" y="1043"/>
                  <a:pt x="731" y="840"/>
                </a:cubicBezTo>
                <a:cubicBezTo>
                  <a:pt x="853" y="840"/>
                  <a:pt x="853" y="840"/>
                  <a:pt x="853" y="840"/>
                </a:cubicBezTo>
                <a:cubicBezTo>
                  <a:pt x="881" y="977"/>
                  <a:pt x="1002" y="1080"/>
                  <a:pt x="1147" y="1080"/>
                </a:cubicBezTo>
                <a:close/>
                <a:moveTo>
                  <a:pt x="1147" y="1320"/>
                </a:moveTo>
                <a:cubicBezTo>
                  <a:pt x="1445" y="1320"/>
                  <a:pt x="1687" y="1078"/>
                  <a:pt x="1687" y="780"/>
                </a:cubicBezTo>
                <a:cubicBezTo>
                  <a:pt x="1687" y="482"/>
                  <a:pt x="1445" y="240"/>
                  <a:pt x="1147" y="240"/>
                </a:cubicBezTo>
                <a:cubicBezTo>
                  <a:pt x="870" y="240"/>
                  <a:pt x="640" y="450"/>
                  <a:pt x="610" y="720"/>
                </a:cubicBezTo>
                <a:cubicBezTo>
                  <a:pt x="579" y="720"/>
                  <a:pt x="579" y="720"/>
                  <a:pt x="579" y="720"/>
                </a:cubicBezTo>
                <a:cubicBezTo>
                  <a:pt x="509" y="612"/>
                  <a:pt x="509" y="612"/>
                  <a:pt x="509" y="612"/>
                </a:cubicBezTo>
                <a:cubicBezTo>
                  <a:pt x="584" y="325"/>
                  <a:pt x="849" y="120"/>
                  <a:pt x="1147" y="120"/>
                </a:cubicBezTo>
                <a:cubicBezTo>
                  <a:pt x="1227" y="120"/>
                  <a:pt x="1227" y="120"/>
                  <a:pt x="1227" y="120"/>
                </a:cubicBezTo>
                <a:cubicBezTo>
                  <a:pt x="1525" y="120"/>
                  <a:pt x="1767" y="362"/>
                  <a:pt x="1767" y="660"/>
                </a:cubicBezTo>
                <a:cubicBezTo>
                  <a:pt x="1767" y="854"/>
                  <a:pt x="1767" y="854"/>
                  <a:pt x="1767" y="854"/>
                </a:cubicBezTo>
                <a:cubicBezTo>
                  <a:pt x="1767" y="862"/>
                  <a:pt x="1769" y="870"/>
                  <a:pt x="1772" y="877"/>
                </a:cubicBezTo>
                <a:cubicBezTo>
                  <a:pt x="1902" y="1200"/>
                  <a:pt x="1902" y="1200"/>
                  <a:pt x="1902" y="1200"/>
                </a:cubicBezTo>
                <a:cubicBezTo>
                  <a:pt x="1751" y="1200"/>
                  <a:pt x="1751" y="1200"/>
                  <a:pt x="1751" y="1200"/>
                </a:cubicBezTo>
                <a:cubicBezTo>
                  <a:pt x="1718" y="1200"/>
                  <a:pt x="1691" y="1227"/>
                  <a:pt x="1691" y="1260"/>
                </a:cubicBezTo>
                <a:cubicBezTo>
                  <a:pt x="1691" y="1560"/>
                  <a:pt x="1691" y="1560"/>
                  <a:pt x="1691" y="1560"/>
                </a:cubicBezTo>
                <a:cubicBezTo>
                  <a:pt x="1511" y="1560"/>
                  <a:pt x="1511" y="1560"/>
                  <a:pt x="1511" y="1560"/>
                </a:cubicBezTo>
                <a:cubicBezTo>
                  <a:pt x="1478" y="1560"/>
                  <a:pt x="1451" y="1587"/>
                  <a:pt x="1451" y="1620"/>
                </a:cubicBezTo>
                <a:cubicBezTo>
                  <a:pt x="1451" y="1928"/>
                  <a:pt x="1451" y="1928"/>
                  <a:pt x="1451" y="1928"/>
                </a:cubicBezTo>
                <a:cubicBezTo>
                  <a:pt x="849" y="1928"/>
                  <a:pt x="849" y="1928"/>
                  <a:pt x="849" y="1928"/>
                </a:cubicBezTo>
                <a:cubicBezTo>
                  <a:pt x="849" y="1814"/>
                  <a:pt x="849" y="1562"/>
                  <a:pt x="849" y="1405"/>
                </a:cubicBezTo>
                <a:cubicBezTo>
                  <a:pt x="849" y="1383"/>
                  <a:pt x="838" y="1364"/>
                  <a:pt x="819" y="1353"/>
                </a:cubicBezTo>
                <a:cubicBezTo>
                  <a:pt x="664" y="1264"/>
                  <a:pt x="552" y="1116"/>
                  <a:pt x="508" y="944"/>
                </a:cubicBezTo>
                <a:cubicBezTo>
                  <a:pt x="579" y="840"/>
                  <a:pt x="579" y="840"/>
                  <a:pt x="579" y="840"/>
                </a:cubicBezTo>
                <a:cubicBezTo>
                  <a:pt x="610" y="840"/>
                  <a:pt x="610" y="840"/>
                  <a:pt x="610" y="840"/>
                </a:cubicBezTo>
                <a:cubicBezTo>
                  <a:pt x="640" y="1110"/>
                  <a:pt x="870" y="1320"/>
                  <a:pt x="1147" y="1320"/>
                </a:cubicBezTo>
                <a:close/>
                <a:moveTo>
                  <a:pt x="395" y="656"/>
                </a:moveTo>
                <a:cubicBezTo>
                  <a:pt x="475" y="779"/>
                  <a:pt x="475" y="779"/>
                  <a:pt x="475" y="779"/>
                </a:cubicBezTo>
                <a:cubicBezTo>
                  <a:pt x="395" y="896"/>
                  <a:pt x="395" y="896"/>
                  <a:pt x="395" y="896"/>
                </a:cubicBezTo>
                <a:cubicBezTo>
                  <a:pt x="176" y="896"/>
                  <a:pt x="176" y="896"/>
                  <a:pt x="176" y="896"/>
                </a:cubicBezTo>
                <a:cubicBezTo>
                  <a:pt x="233" y="814"/>
                  <a:pt x="233" y="814"/>
                  <a:pt x="233" y="814"/>
                </a:cubicBezTo>
                <a:cubicBezTo>
                  <a:pt x="246" y="794"/>
                  <a:pt x="246" y="767"/>
                  <a:pt x="233" y="747"/>
                </a:cubicBezTo>
                <a:cubicBezTo>
                  <a:pt x="174" y="656"/>
                  <a:pt x="174" y="656"/>
                  <a:pt x="174" y="656"/>
                </a:cubicBezTo>
                <a:lnTo>
                  <a:pt x="395" y="65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8" name="Freeform 6">
            <a:extLst>
              <a:ext uri="{FF2B5EF4-FFF2-40B4-BE49-F238E27FC236}">
                <a16:creationId xmlns:a16="http://schemas.microsoft.com/office/drawing/2014/main" id="{C034F666-7FF0-44F1-BF5C-8C54CBC077F9}"/>
              </a:ext>
            </a:extLst>
          </p:cNvPr>
          <p:cNvSpPr>
            <a:spLocks noEditPoints="1"/>
          </p:cNvSpPr>
          <p:nvPr/>
        </p:nvSpPr>
        <p:spPr bwMode="auto">
          <a:xfrm>
            <a:off x="3236573" y="1506511"/>
            <a:ext cx="430338" cy="489638"/>
          </a:xfrm>
          <a:custGeom>
            <a:avLst/>
            <a:gdLst>
              <a:gd name="T0" fmla="*/ 1800 w 1800"/>
              <a:gd name="T1" fmla="*/ 1144 h 2048"/>
              <a:gd name="T2" fmla="*/ 1080 w 1800"/>
              <a:gd name="T3" fmla="*/ 180 h 2048"/>
              <a:gd name="T4" fmla="*/ 720 w 1800"/>
              <a:gd name="T5" fmla="*/ 180 h 2048"/>
              <a:gd name="T6" fmla="*/ 0 w 1800"/>
              <a:gd name="T7" fmla="*/ 1144 h 2048"/>
              <a:gd name="T8" fmla="*/ 840 w 1800"/>
              <a:gd name="T9" fmla="*/ 1926 h 2048"/>
              <a:gd name="T10" fmla="*/ 479 w 1800"/>
              <a:gd name="T11" fmla="*/ 1654 h 2048"/>
              <a:gd name="T12" fmla="*/ 840 w 1800"/>
              <a:gd name="T13" fmla="*/ 1926 h 2048"/>
              <a:gd name="T14" fmla="*/ 900 w 1800"/>
              <a:gd name="T15" fmla="*/ 600 h 2048"/>
              <a:gd name="T16" fmla="*/ 900 w 1800"/>
              <a:gd name="T17" fmla="*/ 1688 h 2048"/>
              <a:gd name="T18" fmla="*/ 960 w 1800"/>
              <a:gd name="T19" fmla="*/ 1926 h 2048"/>
              <a:gd name="T20" fmla="*/ 1321 w 1800"/>
              <a:gd name="T21" fmla="*/ 1654 h 2048"/>
              <a:gd name="T22" fmla="*/ 960 w 1800"/>
              <a:gd name="T23" fmla="*/ 1926 h 2048"/>
              <a:gd name="T24" fmla="*/ 1406 w 1800"/>
              <a:gd name="T25" fmla="*/ 1569 h 2048"/>
              <a:gd name="T26" fmla="*/ 1678 w 1800"/>
              <a:gd name="T27" fmla="*/ 1204 h 2048"/>
              <a:gd name="T28" fmla="*/ 1678 w 1800"/>
              <a:gd name="T29" fmla="*/ 1084 h 2048"/>
              <a:gd name="T30" fmla="*/ 1406 w 1800"/>
              <a:gd name="T31" fmla="*/ 719 h 2048"/>
              <a:gd name="T32" fmla="*/ 1678 w 1800"/>
              <a:gd name="T33" fmla="*/ 1084 h 2048"/>
              <a:gd name="T34" fmla="*/ 1321 w 1800"/>
              <a:gd name="T35" fmla="*/ 634 h 2048"/>
              <a:gd name="T36" fmla="*/ 960 w 1800"/>
              <a:gd name="T37" fmla="*/ 362 h 2048"/>
              <a:gd name="T38" fmla="*/ 900 w 1800"/>
              <a:gd name="T39" fmla="*/ 120 h 2048"/>
              <a:gd name="T40" fmla="*/ 900 w 1800"/>
              <a:gd name="T41" fmla="*/ 240 h 2048"/>
              <a:gd name="T42" fmla="*/ 900 w 1800"/>
              <a:gd name="T43" fmla="*/ 120 h 2048"/>
              <a:gd name="T44" fmla="*/ 840 w 1800"/>
              <a:gd name="T45" fmla="*/ 483 h 2048"/>
              <a:gd name="T46" fmla="*/ 393 w 1800"/>
              <a:gd name="T47" fmla="*/ 548 h 2048"/>
              <a:gd name="T48" fmla="*/ 308 w 1800"/>
              <a:gd name="T49" fmla="*/ 633 h 2048"/>
              <a:gd name="T50" fmla="*/ 243 w 1800"/>
              <a:gd name="T51" fmla="*/ 1084 h 2048"/>
              <a:gd name="T52" fmla="*/ 308 w 1800"/>
              <a:gd name="T53" fmla="*/ 633 h 2048"/>
              <a:gd name="T54" fmla="*/ 394 w 1800"/>
              <a:gd name="T55" fmla="*/ 1569 h 2048"/>
              <a:gd name="T56" fmla="*/ 122 w 1800"/>
              <a:gd name="T57" fmla="*/ 1204 h 2048"/>
              <a:gd name="T58" fmla="*/ 1038 w 1800"/>
              <a:gd name="T59" fmla="*/ 1032 h 2048"/>
              <a:gd name="T60" fmla="*/ 672 w 1800"/>
              <a:gd name="T61" fmla="*/ 836 h 2048"/>
              <a:gd name="T62" fmla="*/ 592 w 1800"/>
              <a:gd name="T63" fmla="*/ 916 h 2048"/>
              <a:gd name="T64" fmla="*/ 788 w 1800"/>
              <a:gd name="T65" fmla="*/ 1283 h 2048"/>
              <a:gd name="T66" fmla="*/ 1197 w 1800"/>
              <a:gd name="T67" fmla="*/ 1441 h 2048"/>
              <a:gd name="T68" fmla="*/ 1038 w 1800"/>
              <a:gd name="T69" fmla="*/ 1032 h 2048"/>
              <a:gd name="T70" fmla="*/ 779 w 1800"/>
              <a:gd name="T71" fmla="*/ 1024 h 2048"/>
              <a:gd name="T72" fmla="*/ 1020 w 1800"/>
              <a:gd name="T73" fmla="*/ 1264 h 20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800" h="2048">
                <a:moveTo>
                  <a:pt x="900" y="2048"/>
                </a:moveTo>
                <a:cubicBezTo>
                  <a:pt x="1400" y="2048"/>
                  <a:pt x="1800" y="1640"/>
                  <a:pt x="1800" y="1144"/>
                </a:cubicBezTo>
                <a:cubicBezTo>
                  <a:pt x="1800" y="707"/>
                  <a:pt x="1488" y="334"/>
                  <a:pt x="1063" y="255"/>
                </a:cubicBezTo>
                <a:cubicBezTo>
                  <a:pt x="1074" y="232"/>
                  <a:pt x="1080" y="207"/>
                  <a:pt x="1080" y="180"/>
                </a:cubicBezTo>
                <a:cubicBezTo>
                  <a:pt x="1080" y="81"/>
                  <a:pt x="999" y="0"/>
                  <a:pt x="900" y="0"/>
                </a:cubicBezTo>
                <a:cubicBezTo>
                  <a:pt x="801" y="0"/>
                  <a:pt x="720" y="81"/>
                  <a:pt x="720" y="180"/>
                </a:cubicBezTo>
                <a:cubicBezTo>
                  <a:pt x="720" y="207"/>
                  <a:pt x="726" y="232"/>
                  <a:pt x="736" y="255"/>
                </a:cubicBezTo>
                <a:cubicBezTo>
                  <a:pt x="312" y="334"/>
                  <a:pt x="0" y="707"/>
                  <a:pt x="0" y="1144"/>
                </a:cubicBezTo>
                <a:cubicBezTo>
                  <a:pt x="0" y="1642"/>
                  <a:pt x="403" y="2048"/>
                  <a:pt x="900" y="2048"/>
                </a:cubicBezTo>
                <a:close/>
                <a:moveTo>
                  <a:pt x="840" y="1926"/>
                </a:moveTo>
                <a:cubicBezTo>
                  <a:pt x="670" y="1913"/>
                  <a:pt x="515" y="1845"/>
                  <a:pt x="393" y="1740"/>
                </a:cubicBezTo>
                <a:cubicBezTo>
                  <a:pt x="479" y="1654"/>
                  <a:pt x="479" y="1654"/>
                  <a:pt x="479" y="1654"/>
                </a:cubicBezTo>
                <a:cubicBezTo>
                  <a:pt x="582" y="1741"/>
                  <a:pt x="707" y="1793"/>
                  <a:pt x="840" y="1805"/>
                </a:cubicBezTo>
                <a:lnTo>
                  <a:pt x="840" y="1926"/>
                </a:lnTo>
                <a:close/>
                <a:moveTo>
                  <a:pt x="360" y="1144"/>
                </a:moveTo>
                <a:cubicBezTo>
                  <a:pt x="360" y="844"/>
                  <a:pt x="602" y="600"/>
                  <a:pt x="900" y="600"/>
                </a:cubicBezTo>
                <a:cubicBezTo>
                  <a:pt x="1198" y="600"/>
                  <a:pt x="1440" y="844"/>
                  <a:pt x="1440" y="1144"/>
                </a:cubicBezTo>
                <a:cubicBezTo>
                  <a:pt x="1440" y="1444"/>
                  <a:pt x="1198" y="1688"/>
                  <a:pt x="900" y="1688"/>
                </a:cubicBezTo>
                <a:cubicBezTo>
                  <a:pt x="602" y="1688"/>
                  <a:pt x="360" y="1444"/>
                  <a:pt x="360" y="1144"/>
                </a:cubicBezTo>
                <a:close/>
                <a:moveTo>
                  <a:pt x="960" y="1926"/>
                </a:moveTo>
                <a:cubicBezTo>
                  <a:pt x="960" y="1805"/>
                  <a:pt x="960" y="1805"/>
                  <a:pt x="960" y="1805"/>
                </a:cubicBezTo>
                <a:cubicBezTo>
                  <a:pt x="1093" y="1793"/>
                  <a:pt x="1218" y="1741"/>
                  <a:pt x="1321" y="1654"/>
                </a:cubicBezTo>
                <a:cubicBezTo>
                  <a:pt x="1407" y="1740"/>
                  <a:pt x="1407" y="1740"/>
                  <a:pt x="1407" y="1740"/>
                </a:cubicBezTo>
                <a:cubicBezTo>
                  <a:pt x="1284" y="1845"/>
                  <a:pt x="1130" y="1913"/>
                  <a:pt x="960" y="1926"/>
                </a:cubicBezTo>
                <a:close/>
                <a:moveTo>
                  <a:pt x="1491" y="1655"/>
                </a:moveTo>
                <a:cubicBezTo>
                  <a:pt x="1406" y="1569"/>
                  <a:pt x="1406" y="1569"/>
                  <a:pt x="1406" y="1569"/>
                </a:cubicBezTo>
                <a:cubicBezTo>
                  <a:pt x="1493" y="1465"/>
                  <a:pt x="1545" y="1338"/>
                  <a:pt x="1557" y="1204"/>
                </a:cubicBezTo>
                <a:cubicBezTo>
                  <a:pt x="1678" y="1204"/>
                  <a:pt x="1678" y="1204"/>
                  <a:pt x="1678" y="1204"/>
                </a:cubicBezTo>
                <a:cubicBezTo>
                  <a:pt x="1665" y="1375"/>
                  <a:pt x="1597" y="1532"/>
                  <a:pt x="1491" y="1655"/>
                </a:cubicBezTo>
                <a:close/>
                <a:moveTo>
                  <a:pt x="1678" y="1084"/>
                </a:moveTo>
                <a:cubicBezTo>
                  <a:pt x="1557" y="1084"/>
                  <a:pt x="1557" y="1084"/>
                  <a:pt x="1557" y="1084"/>
                </a:cubicBezTo>
                <a:cubicBezTo>
                  <a:pt x="1545" y="950"/>
                  <a:pt x="1493" y="823"/>
                  <a:pt x="1406" y="719"/>
                </a:cubicBezTo>
                <a:cubicBezTo>
                  <a:pt x="1491" y="633"/>
                  <a:pt x="1491" y="633"/>
                  <a:pt x="1491" y="633"/>
                </a:cubicBezTo>
                <a:cubicBezTo>
                  <a:pt x="1597" y="756"/>
                  <a:pt x="1665" y="913"/>
                  <a:pt x="1678" y="1084"/>
                </a:cubicBezTo>
                <a:close/>
                <a:moveTo>
                  <a:pt x="1407" y="548"/>
                </a:moveTo>
                <a:cubicBezTo>
                  <a:pt x="1321" y="634"/>
                  <a:pt x="1321" y="634"/>
                  <a:pt x="1321" y="634"/>
                </a:cubicBezTo>
                <a:cubicBezTo>
                  <a:pt x="1218" y="547"/>
                  <a:pt x="1093" y="495"/>
                  <a:pt x="960" y="483"/>
                </a:cubicBezTo>
                <a:cubicBezTo>
                  <a:pt x="960" y="362"/>
                  <a:pt x="960" y="362"/>
                  <a:pt x="960" y="362"/>
                </a:cubicBezTo>
                <a:cubicBezTo>
                  <a:pt x="1130" y="375"/>
                  <a:pt x="1284" y="443"/>
                  <a:pt x="1407" y="548"/>
                </a:cubicBezTo>
                <a:close/>
                <a:moveTo>
                  <a:pt x="900" y="120"/>
                </a:moveTo>
                <a:cubicBezTo>
                  <a:pt x="933" y="120"/>
                  <a:pt x="960" y="147"/>
                  <a:pt x="960" y="180"/>
                </a:cubicBezTo>
                <a:cubicBezTo>
                  <a:pt x="960" y="213"/>
                  <a:pt x="933" y="240"/>
                  <a:pt x="900" y="240"/>
                </a:cubicBezTo>
                <a:cubicBezTo>
                  <a:pt x="867" y="240"/>
                  <a:pt x="840" y="213"/>
                  <a:pt x="840" y="180"/>
                </a:cubicBezTo>
                <a:cubicBezTo>
                  <a:pt x="840" y="147"/>
                  <a:pt x="867" y="120"/>
                  <a:pt x="900" y="120"/>
                </a:cubicBezTo>
                <a:close/>
                <a:moveTo>
                  <a:pt x="840" y="362"/>
                </a:moveTo>
                <a:cubicBezTo>
                  <a:pt x="840" y="483"/>
                  <a:pt x="840" y="483"/>
                  <a:pt x="840" y="483"/>
                </a:cubicBezTo>
                <a:cubicBezTo>
                  <a:pt x="707" y="495"/>
                  <a:pt x="582" y="547"/>
                  <a:pt x="479" y="634"/>
                </a:cubicBezTo>
                <a:cubicBezTo>
                  <a:pt x="393" y="548"/>
                  <a:pt x="393" y="548"/>
                  <a:pt x="393" y="548"/>
                </a:cubicBezTo>
                <a:cubicBezTo>
                  <a:pt x="515" y="443"/>
                  <a:pt x="670" y="375"/>
                  <a:pt x="840" y="362"/>
                </a:cubicBezTo>
                <a:close/>
                <a:moveTo>
                  <a:pt x="308" y="633"/>
                </a:moveTo>
                <a:cubicBezTo>
                  <a:pt x="394" y="719"/>
                  <a:pt x="394" y="719"/>
                  <a:pt x="394" y="719"/>
                </a:cubicBezTo>
                <a:cubicBezTo>
                  <a:pt x="307" y="823"/>
                  <a:pt x="255" y="950"/>
                  <a:pt x="243" y="1084"/>
                </a:cubicBezTo>
                <a:cubicBezTo>
                  <a:pt x="122" y="1084"/>
                  <a:pt x="122" y="1084"/>
                  <a:pt x="122" y="1084"/>
                </a:cubicBezTo>
                <a:cubicBezTo>
                  <a:pt x="135" y="913"/>
                  <a:pt x="203" y="756"/>
                  <a:pt x="308" y="633"/>
                </a:cubicBezTo>
                <a:close/>
                <a:moveTo>
                  <a:pt x="243" y="1204"/>
                </a:moveTo>
                <a:cubicBezTo>
                  <a:pt x="255" y="1338"/>
                  <a:pt x="307" y="1465"/>
                  <a:pt x="394" y="1569"/>
                </a:cubicBezTo>
                <a:cubicBezTo>
                  <a:pt x="308" y="1655"/>
                  <a:pt x="308" y="1655"/>
                  <a:pt x="308" y="1655"/>
                </a:cubicBezTo>
                <a:cubicBezTo>
                  <a:pt x="203" y="1532"/>
                  <a:pt x="135" y="1375"/>
                  <a:pt x="122" y="1204"/>
                </a:cubicBezTo>
                <a:lnTo>
                  <a:pt x="243" y="1204"/>
                </a:lnTo>
                <a:close/>
                <a:moveTo>
                  <a:pt x="1038" y="1032"/>
                </a:moveTo>
                <a:cubicBezTo>
                  <a:pt x="1033" y="1021"/>
                  <a:pt x="1023" y="1011"/>
                  <a:pt x="1012" y="1005"/>
                </a:cubicBezTo>
                <a:cubicBezTo>
                  <a:pt x="672" y="836"/>
                  <a:pt x="672" y="836"/>
                  <a:pt x="672" y="836"/>
                </a:cubicBezTo>
                <a:cubicBezTo>
                  <a:pt x="649" y="824"/>
                  <a:pt x="621" y="829"/>
                  <a:pt x="603" y="847"/>
                </a:cubicBezTo>
                <a:cubicBezTo>
                  <a:pt x="585" y="865"/>
                  <a:pt x="580" y="893"/>
                  <a:pt x="592" y="916"/>
                </a:cubicBezTo>
                <a:cubicBezTo>
                  <a:pt x="761" y="1256"/>
                  <a:pt x="761" y="1256"/>
                  <a:pt x="761" y="1256"/>
                </a:cubicBezTo>
                <a:cubicBezTo>
                  <a:pt x="767" y="1267"/>
                  <a:pt x="777" y="1277"/>
                  <a:pt x="788" y="1283"/>
                </a:cubicBezTo>
                <a:cubicBezTo>
                  <a:pt x="1128" y="1452"/>
                  <a:pt x="1128" y="1452"/>
                  <a:pt x="1128" y="1452"/>
                </a:cubicBezTo>
                <a:cubicBezTo>
                  <a:pt x="1151" y="1464"/>
                  <a:pt x="1179" y="1459"/>
                  <a:pt x="1197" y="1441"/>
                </a:cubicBezTo>
                <a:cubicBezTo>
                  <a:pt x="1215" y="1423"/>
                  <a:pt x="1220" y="1395"/>
                  <a:pt x="1208" y="1372"/>
                </a:cubicBezTo>
                <a:lnTo>
                  <a:pt x="1038" y="1032"/>
                </a:lnTo>
                <a:close/>
                <a:moveTo>
                  <a:pt x="860" y="1184"/>
                </a:moveTo>
                <a:cubicBezTo>
                  <a:pt x="779" y="1024"/>
                  <a:pt x="779" y="1024"/>
                  <a:pt x="779" y="1024"/>
                </a:cubicBezTo>
                <a:cubicBezTo>
                  <a:pt x="940" y="1104"/>
                  <a:pt x="940" y="1104"/>
                  <a:pt x="940" y="1104"/>
                </a:cubicBezTo>
                <a:cubicBezTo>
                  <a:pt x="1020" y="1264"/>
                  <a:pt x="1020" y="1264"/>
                  <a:pt x="1020" y="1264"/>
                </a:cubicBezTo>
                <a:lnTo>
                  <a:pt x="860" y="118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9" name="Freeform 7">
            <a:extLst>
              <a:ext uri="{FF2B5EF4-FFF2-40B4-BE49-F238E27FC236}">
                <a16:creationId xmlns:a16="http://schemas.microsoft.com/office/drawing/2014/main" id="{7BC835AE-69F1-4124-B7A3-C75F81ECD549}"/>
              </a:ext>
            </a:extLst>
          </p:cNvPr>
          <p:cNvSpPr>
            <a:spLocks noEditPoints="1"/>
          </p:cNvSpPr>
          <p:nvPr/>
        </p:nvSpPr>
        <p:spPr bwMode="auto">
          <a:xfrm>
            <a:off x="4953719" y="1506511"/>
            <a:ext cx="432242" cy="489638"/>
          </a:xfrm>
          <a:custGeom>
            <a:avLst/>
            <a:gdLst>
              <a:gd name="T0" fmla="*/ 1800 w 1808"/>
              <a:gd name="T1" fmla="*/ 1144 h 2048"/>
              <a:gd name="T2" fmla="*/ 1737 w 1808"/>
              <a:gd name="T3" fmla="*/ 583 h 2048"/>
              <a:gd name="T4" fmla="*/ 1483 w 1808"/>
              <a:gd name="T5" fmla="*/ 328 h 2048"/>
              <a:gd name="T6" fmla="*/ 1080 w 1808"/>
              <a:gd name="T7" fmla="*/ 259 h 2048"/>
              <a:gd name="T8" fmla="*/ 1140 w 1808"/>
              <a:gd name="T9" fmla="*/ 120 h 2048"/>
              <a:gd name="T10" fmla="*/ 1140 w 1808"/>
              <a:gd name="T11" fmla="*/ 0 h 2048"/>
              <a:gd name="T12" fmla="*/ 600 w 1808"/>
              <a:gd name="T13" fmla="*/ 60 h 2048"/>
              <a:gd name="T14" fmla="*/ 720 w 1808"/>
              <a:gd name="T15" fmla="*/ 120 h 2048"/>
              <a:gd name="T16" fmla="*/ 404 w 1808"/>
              <a:gd name="T17" fmla="*/ 390 h 2048"/>
              <a:gd name="T18" fmla="*/ 88 w 1808"/>
              <a:gd name="T19" fmla="*/ 328 h 2048"/>
              <a:gd name="T20" fmla="*/ 150 w 1808"/>
              <a:gd name="T21" fmla="*/ 645 h 2048"/>
              <a:gd name="T22" fmla="*/ 900 w 1808"/>
              <a:gd name="T23" fmla="*/ 2048 h 2048"/>
              <a:gd name="T24" fmla="*/ 1653 w 1808"/>
              <a:gd name="T25" fmla="*/ 413 h 2048"/>
              <a:gd name="T26" fmla="*/ 1588 w 1808"/>
              <a:gd name="T27" fmla="*/ 562 h 2048"/>
              <a:gd name="T28" fmla="*/ 1568 w 1808"/>
              <a:gd name="T29" fmla="*/ 413 h 2048"/>
              <a:gd name="T30" fmla="*/ 960 w 1808"/>
              <a:gd name="T31" fmla="*/ 120 h 2048"/>
              <a:gd name="T32" fmla="*/ 900 w 1808"/>
              <a:gd name="T33" fmla="*/ 240 h 2048"/>
              <a:gd name="T34" fmla="*/ 840 w 1808"/>
              <a:gd name="T35" fmla="*/ 120 h 2048"/>
              <a:gd name="T36" fmla="*/ 258 w 1808"/>
              <a:gd name="T37" fmla="*/ 413 h 2048"/>
              <a:gd name="T38" fmla="*/ 224 w 1808"/>
              <a:gd name="T39" fmla="*/ 549 h 2048"/>
              <a:gd name="T40" fmla="*/ 173 w 1808"/>
              <a:gd name="T41" fmla="*/ 413 h 2048"/>
              <a:gd name="T42" fmla="*/ 1680 w 1808"/>
              <a:gd name="T43" fmla="*/ 1144 h 2048"/>
              <a:gd name="T44" fmla="*/ 120 w 1808"/>
              <a:gd name="T45" fmla="*/ 1144 h 2048"/>
              <a:gd name="T46" fmla="*/ 900 w 1808"/>
              <a:gd name="T47" fmla="*/ 1804 h 2048"/>
              <a:gd name="T48" fmla="*/ 900 w 1808"/>
              <a:gd name="T49" fmla="*/ 480 h 2048"/>
              <a:gd name="T50" fmla="*/ 900 w 1808"/>
              <a:gd name="T51" fmla="*/ 1804 h 2048"/>
              <a:gd name="T52" fmla="*/ 1236 w 1808"/>
              <a:gd name="T53" fmla="*/ 719 h 2048"/>
              <a:gd name="T54" fmla="*/ 1197 w 1808"/>
              <a:gd name="T55" fmla="*/ 843 h 2048"/>
              <a:gd name="T56" fmla="*/ 1321 w 1808"/>
              <a:gd name="T57" fmla="*/ 804 h 2048"/>
              <a:gd name="T58" fmla="*/ 1380 w 1808"/>
              <a:gd name="T59" fmla="*/ 1084 h 2048"/>
              <a:gd name="T60" fmla="*/ 1380 w 1808"/>
              <a:gd name="T61" fmla="*/ 1204 h 2048"/>
              <a:gd name="T62" fmla="*/ 1343 w 1808"/>
              <a:gd name="T63" fmla="*/ 1453 h 2048"/>
              <a:gd name="T64" fmla="*/ 1080 w 1808"/>
              <a:gd name="T65" fmla="*/ 1144 h 2048"/>
              <a:gd name="T66" fmla="*/ 960 w 1808"/>
              <a:gd name="T67" fmla="*/ 604 h 2048"/>
              <a:gd name="T68" fmla="*/ 960 w 1808"/>
              <a:gd name="T69" fmla="*/ 1144 h 2048"/>
              <a:gd name="T70" fmla="*/ 840 w 1808"/>
              <a:gd name="T71" fmla="*/ 1144 h 2048"/>
              <a:gd name="T72" fmla="*/ 479 w 1808"/>
              <a:gd name="T73" fmla="*/ 804 h 2048"/>
              <a:gd name="T74" fmla="*/ 603 w 1808"/>
              <a:gd name="T75" fmla="*/ 843 h 2048"/>
              <a:gd name="T76" fmla="*/ 564 w 1808"/>
              <a:gd name="T77" fmla="*/ 719 h 2048"/>
              <a:gd name="T78" fmla="*/ 840 w 1808"/>
              <a:gd name="T79" fmla="*/ 975 h 2048"/>
              <a:gd name="T80" fmla="*/ 900 w 1808"/>
              <a:gd name="T81" fmla="*/ 1324 h 2048"/>
              <a:gd name="T82" fmla="*/ 1264 w 1808"/>
              <a:gd name="T83" fmla="*/ 1543 h 2048"/>
              <a:gd name="T84" fmla="*/ 960 w 1808"/>
              <a:gd name="T85" fmla="*/ 1624 h 2048"/>
              <a:gd name="T86" fmla="*/ 840 w 1808"/>
              <a:gd name="T87" fmla="*/ 1624 h 2048"/>
              <a:gd name="T88" fmla="*/ 563 w 1808"/>
              <a:gd name="T89" fmla="*/ 1566 h 2048"/>
              <a:gd name="T90" fmla="*/ 603 w 1808"/>
              <a:gd name="T91" fmla="*/ 1441 h 2048"/>
              <a:gd name="T92" fmla="*/ 478 w 1808"/>
              <a:gd name="T93" fmla="*/ 1481 h 2048"/>
              <a:gd name="T94" fmla="*/ 420 w 1808"/>
              <a:gd name="T95" fmla="*/ 1204 h 2048"/>
              <a:gd name="T96" fmla="*/ 420 w 1808"/>
              <a:gd name="T97" fmla="*/ 1084 h 2048"/>
              <a:gd name="T98" fmla="*/ 479 w 1808"/>
              <a:gd name="T99" fmla="*/ 804 h 20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1808" h="2048">
                <a:moveTo>
                  <a:pt x="900" y="2048"/>
                </a:moveTo>
                <a:cubicBezTo>
                  <a:pt x="1396" y="2048"/>
                  <a:pt x="1800" y="1643"/>
                  <a:pt x="1800" y="1144"/>
                </a:cubicBezTo>
                <a:cubicBezTo>
                  <a:pt x="1800" y="967"/>
                  <a:pt x="1749" y="800"/>
                  <a:pt x="1660" y="660"/>
                </a:cubicBezTo>
                <a:cubicBezTo>
                  <a:pt x="1737" y="583"/>
                  <a:pt x="1737" y="583"/>
                  <a:pt x="1737" y="583"/>
                </a:cubicBezTo>
                <a:cubicBezTo>
                  <a:pt x="1808" y="513"/>
                  <a:pt x="1808" y="399"/>
                  <a:pt x="1737" y="328"/>
                </a:cubicBezTo>
                <a:cubicBezTo>
                  <a:pt x="1667" y="258"/>
                  <a:pt x="1553" y="258"/>
                  <a:pt x="1483" y="328"/>
                </a:cubicBezTo>
                <a:cubicBezTo>
                  <a:pt x="1411" y="401"/>
                  <a:pt x="1411" y="401"/>
                  <a:pt x="1411" y="401"/>
                </a:cubicBezTo>
                <a:cubicBezTo>
                  <a:pt x="1313" y="332"/>
                  <a:pt x="1201" y="283"/>
                  <a:pt x="1080" y="259"/>
                </a:cubicBezTo>
                <a:cubicBezTo>
                  <a:pt x="1080" y="120"/>
                  <a:pt x="1080" y="120"/>
                  <a:pt x="1080" y="120"/>
                </a:cubicBezTo>
                <a:cubicBezTo>
                  <a:pt x="1140" y="120"/>
                  <a:pt x="1140" y="120"/>
                  <a:pt x="1140" y="120"/>
                </a:cubicBezTo>
                <a:cubicBezTo>
                  <a:pt x="1173" y="120"/>
                  <a:pt x="1200" y="94"/>
                  <a:pt x="1200" y="60"/>
                </a:cubicBezTo>
                <a:cubicBezTo>
                  <a:pt x="1200" y="27"/>
                  <a:pt x="1173" y="0"/>
                  <a:pt x="1140" y="0"/>
                </a:cubicBezTo>
                <a:cubicBezTo>
                  <a:pt x="660" y="0"/>
                  <a:pt x="660" y="0"/>
                  <a:pt x="660" y="0"/>
                </a:cubicBezTo>
                <a:cubicBezTo>
                  <a:pt x="627" y="0"/>
                  <a:pt x="600" y="27"/>
                  <a:pt x="600" y="60"/>
                </a:cubicBezTo>
                <a:cubicBezTo>
                  <a:pt x="600" y="94"/>
                  <a:pt x="627" y="120"/>
                  <a:pt x="660" y="120"/>
                </a:cubicBezTo>
                <a:cubicBezTo>
                  <a:pt x="720" y="120"/>
                  <a:pt x="720" y="120"/>
                  <a:pt x="720" y="120"/>
                </a:cubicBezTo>
                <a:cubicBezTo>
                  <a:pt x="720" y="259"/>
                  <a:pt x="720" y="259"/>
                  <a:pt x="720" y="259"/>
                </a:cubicBezTo>
                <a:cubicBezTo>
                  <a:pt x="605" y="282"/>
                  <a:pt x="499" y="328"/>
                  <a:pt x="404" y="390"/>
                </a:cubicBezTo>
                <a:cubicBezTo>
                  <a:pt x="342" y="328"/>
                  <a:pt x="342" y="328"/>
                  <a:pt x="342" y="328"/>
                </a:cubicBezTo>
                <a:cubicBezTo>
                  <a:pt x="272" y="258"/>
                  <a:pt x="158" y="258"/>
                  <a:pt x="88" y="328"/>
                </a:cubicBezTo>
                <a:cubicBezTo>
                  <a:pt x="18" y="399"/>
                  <a:pt x="18" y="513"/>
                  <a:pt x="88" y="583"/>
                </a:cubicBezTo>
                <a:cubicBezTo>
                  <a:pt x="150" y="645"/>
                  <a:pt x="150" y="645"/>
                  <a:pt x="150" y="645"/>
                </a:cubicBezTo>
                <a:cubicBezTo>
                  <a:pt x="55" y="788"/>
                  <a:pt x="0" y="960"/>
                  <a:pt x="0" y="1144"/>
                </a:cubicBezTo>
                <a:cubicBezTo>
                  <a:pt x="0" y="1643"/>
                  <a:pt x="404" y="2048"/>
                  <a:pt x="900" y="2048"/>
                </a:cubicBezTo>
                <a:close/>
                <a:moveTo>
                  <a:pt x="1568" y="413"/>
                </a:moveTo>
                <a:cubicBezTo>
                  <a:pt x="1591" y="390"/>
                  <a:pt x="1629" y="390"/>
                  <a:pt x="1653" y="413"/>
                </a:cubicBezTo>
                <a:cubicBezTo>
                  <a:pt x="1676" y="437"/>
                  <a:pt x="1676" y="475"/>
                  <a:pt x="1653" y="498"/>
                </a:cubicBezTo>
                <a:cubicBezTo>
                  <a:pt x="1588" y="562"/>
                  <a:pt x="1588" y="562"/>
                  <a:pt x="1588" y="562"/>
                </a:cubicBezTo>
                <a:cubicBezTo>
                  <a:pt x="1562" y="532"/>
                  <a:pt x="1535" y="503"/>
                  <a:pt x="1505" y="476"/>
                </a:cubicBezTo>
                <a:lnTo>
                  <a:pt x="1568" y="413"/>
                </a:lnTo>
                <a:close/>
                <a:moveTo>
                  <a:pt x="840" y="120"/>
                </a:moveTo>
                <a:cubicBezTo>
                  <a:pt x="960" y="120"/>
                  <a:pt x="960" y="120"/>
                  <a:pt x="960" y="120"/>
                </a:cubicBezTo>
                <a:cubicBezTo>
                  <a:pt x="960" y="243"/>
                  <a:pt x="960" y="243"/>
                  <a:pt x="960" y="243"/>
                </a:cubicBezTo>
                <a:cubicBezTo>
                  <a:pt x="940" y="241"/>
                  <a:pt x="920" y="240"/>
                  <a:pt x="900" y="240"/>
                </a:cubicBezTo>
                <a:cubicBezTo>
                  <a:pt x="880" y="240"/>
                  <a:pt x="860" y="241"/>
                  <a:pt x="840" y="243"/>
                </a:cubicBezTo>
                <a:lnTo>
                  <a:pt x="840" y="120"/>
                </a:lnTo>
                <a:close/>
                <a:moveTo>
                  <a:pt x="173" y="413"/>
                </a:moveTo>
                <a:cubicBezTo>
                  <a:pt x="196" y="390"/>
                  <a:pt x="234" y="390"/>
                  <a:pt x="258" y="413"/>
                </a:cubicBezTo>
                <a:cubicBezTo>
                  <a:pt x="308" y="464"/>
                  <a:pt x="308" y="464"/>
                  <a:pt x="308" y="464"/>
                </a:cubicBezTo>
                <a:cubicBezTo>
                  <a:pt x="278" y="490"/>
                  <a:pt x="250" y="519"/>
                  <a:pt x="224" y="549"/>
                </a:cubicBezTo>
                <a:cubicBezTo>
                  <a:pt x="173" y="498"/>
                  <a:pt x="173" y="498"/>
                  <a:pt x="173" y="498"/>
                </a:cubicBezTo>
                <a:cubicBezTo>
                  <a:pt x="149" y="475"/>
                  <a:pt x="149" y="437"/>
                  <a:pt x="173" y="413"/>
                </a:cubicBezTo>
                <a:close/>
                <a:moveTo>
                  <a:pt x="900" y="360"/>
                </a:moveTo>
                <a:cubicBezTo>
                  <a:pt x="1330" y="360"/>
                  <a:pt x="1680" y="712"/>
                  <a:pt x="1680" y="1144"/>
                </a:cubicBezTo>
                <a:cubicBezTo>
                  <a:pt x="1680" y="1577"/>
                  <a:pt x="1330" y="1928"/>
                  <a:pt x="900" y="1928"/>
                </a:cubicBezTo>
                <a:cubicBezTo>
                  <a:pt x="470" y="1928"/>
                  <a:pt x="120" y="1577"/>
                  <a:pt x="120" y="1144"/>
                </a:cubicBezTo>
                <a:cubicBezTo>
                  <a:pt x="120" y="712"/>
                  <a:pt x="470" y="360"/>
                  <a:pt x="900" y="360"/>
                </a:cubicBezTo>
                <a:close/>
                <a:moveTo>
                  <a:pt x="900" y="1804"/>
                </a:moveTo>
                <a:cubicBezTo>
                  <a:pt x="1263" y="1804"/>
                  <a:pt x="1560" y="1509"/>
                  <a:pt x="1560" y="1144"/>
                </a:cubicBezTo>
                <a:cubicBezTo>
                  <a:pt x="1560" y="780"/>
                  <a:pt x="1265" y="480"/>
                  <a:pt x="900" y="480"/>
                </a:cubicBezTo>
                <a:cubicBezTo>
                  <a:pt x="535" y="480"/>
                  <a:pt x="240" y="780"/>
                  <a:pt x="240" y="1144"/>
                </a:cubicBezTo>
                <a:cubicBezTo>
                  <a:pt x="240" y="1508"/>
                  <a:pt x="536" y="1804"/>
                  <a:pt x="900" y="1804"/>
                </a:cubicBezTo>
                <a:close/>
                <a:moveTo>
                  <a:pt x="960" y="604"/>
                </a:moveTo>
                <a:cubicBezTo>
                  <a:pt x="1064" y="615"/>
                  <a:pt x="1159" y="657"/>
                  <a:pt x="1236" y="719"/>
                </a:cubicBezTo>
                <a:cubicBezTo>
                  <a:pt x="1197" y="759"/>
                  <a:pt x="1197" y="759"/>
                  <a:pt x="1197" y="759"/>
                </a:cubicBezTo>
                <a:cubicBezTo>
                  <a:pt x="1174" y="782"/>
                  <a:pt x="1174" y="820"/>
                  <a:pt x="1197" y="843"/>
                </a:cubicBezTo>
                <a:cubicBezTo>
                  <a:pt x="1220" y="867"/>
                  <a:pt x="1258" y="867"/>
                  <a:pt x="1282" y="843"/>
                </a:cubicBezTo>
                <a:cubicBezTo>
                  <a:pt x="1321" y="804"/>
                  <a:pt x="1321" y="804"/>
                  <a:pt x="1321" y="804"/>
                </a:cubicBezTo>
                <a:cubicBezTo>
                  <a:pt x="1384" y="883"/>
                  <a:pt x="1425" y="979"/>
                  <a:pt x="1437" y="1084"/>
                </a:cubicBezTo>
                <a:cubicBezTo>
                  <a:pt x="1380" y="1084"/>
                  <a:pt x="1380" y="1084"/>
                  <a:pt x="1380" y="1084"/>
                </a:cubicBezTo>
                <a:cubicBezTo>
                  <a:pt x="1347" y="1084"/>
                  <a:pt x="1320" y="1111"/>
                  <a:pt x="1320" y="1144"/>
                </a:cubicBezTo>
                <a:cubicBezTo>
                  <a:pt x="1320" y="1178"/>
                  <a:pt x="1347" y="1204"/>
                  <a:pt x="1380" y="1204"/>
                </a:cubicBezTo>
                <a:cubicBezTo>
                  <a:pt x="1437" y="1204"/>
                  <a:pt x="1437" y="1204"/>
                  <a:pt x="1437" y="1204"/>
                </a:cubicBezTo>
                <a:cubicBezTo>
                  <a:pt x="1426" y="1296"/>
                  <a:pt x="1393" y="1381"/>
                  <a:pt x="1343" y="1453"/>
                </a:cubicBezTo>
                <a:cubicBezTo>
                  <a:pt x="1067" y="1211"/>
                  <a:pt x="1067" y="1211"/>
                  <a:pt x="1067" y="1211"/>
                </a:cubicBezTo>
                <a:cubicBezTo>
                  <a:pt x="1075" y="1190"/>
                  <a:pt x="1080" y="1168"/>
                  <a:pt x="1080" y="1144"/>
                </a:cubicBezTo>
                <a:cubicBezTo>
                  <a:pt x="1080" y="1066"/>
                  <a:pt x="1030" y="1000"/>
                  <a:pt x="960" y="975"/>
                </a:cubicBezTo>
                <a:lnTo>
                  <a:pt x="960" y="604"/>
                </a:lnTo>
                <a:close/>
                <a:moveTo>
                  <a:pt x="900" y="1084"/>
                </a:moveTo>
                <a:cubicBezTo>
                  <a:pt x="933" y="1084"/>
                  <a:pt x="960" y="1111"/>
                  <a:pt x="960" y="1144"/>
                </a:cubicBezTo>
                <a:cubicBezTo>
                  <a:pt x="960" y="1178"/>
                  <a:pt x="933" y="1204"/>
                  <a:pt x="900" y="1204"/>
                </a:cubicBezTo>
                <a:cubicBezTo>
                  <a:pt x="867" y="1204"/>
                  <a:pt x="840" y="1178"/>
                  <a:pt x="840" y="1144"/>
                </a:cubicBezTo>
                <a:cubicBezTo>
                  <a:pt x="840" y="1111"/>
                  <a:pt x="867" y="1084"/>
                  <a:pt x="900" y="1084"/>
                </a:cubicBezTo>
                <a:close/>
                <a:moveTo>
                  <a:pt x="479" y="804"/>
                </a:moveTo>
                <a:cubicBezTo>
                  <a:pt x="518" y="843"/>
                  <a:pt x="518" y="843"/>
                  <a:pt x="518" y="843"/>
                </a:cubicBezTo>
                <a:cubicBezTo>
                  <a:pt x="542" y="867"/>
                  <a:pt x="580" y="867"/>
                  <a:pt x="603" y="843"/>
                </a:cubicBezTo>
                <a:cubicBezTo>
                  <a:pt x="626" y="820"/>
                  <a:pt x="626" y="782"/>
                  <a:pt x="603" y="759"/>
                </a:cubicBezTo>
                <a:cubicBezTo>
                  <a:pt x="564" y="719"/>
                  <a:pt x="564" y="719"/>
                  <a:pt x="564" y="719"/>
                </a:cubicBezTo>
                <a:cubicBezTo>
                  <a:pt x="641" y="657"/>
                  <a:pt x="736" y="615"/>
                  <a:pt x="840" y="604"/>
                </a:cubicBezTo>
                <a:cubicBezTo>
                  <a:pt x="840" y="975"/>
                  <a:pt x="840" y="975"/>
                  <a:pt x="840" y="975"/>
                </a:cubicBezTo>
                <a:cubicBezTo>
                  <a:pt x="770" y="1000"/>
                  <a:pt x="720" y="1066"/>
                  <a:pt x="720" y="1144"/>
                </a:cubicBezTo>
                <a:cubicBezTo>
                  <a:pt x="720" y="1244"/>
                  <a:pt x="801" y="1324"/>
                  <a:pt x="900" y="1324"/>
                </a:cubicBezTo>
                <a:cubicBezTo>
                  <a:pt x="932" y="1324"/>
                  <a:pt x="962" y="1316"/>
                  <a:pt x="988" y="1301"/>
                </a:cubicBezTo>
                <a:cubicBezTo>
                  <a:pt x="1264" y="1543"/>
                  <a:pt x="1264" y="1543"/>
                  <a:pt x="1264" y="1543"/>
                </a:cubicBezTo>
                <a:cubicBezTo>
                  <a:pt x="1182" y="1618"/>
                  <a:pt x="1077" y="1668"/>
                  <a:pt x="960" y="1681"/>
                </a:cubicBezTo>
                <a:cubicBezTo>
                  <a:pt x="960" y="1624"/>
                  <a:pt x="960" y="1624"/>
                  <a:pt x="960" y="1624"/>
                </a:cubicBezTo>
                <a:cubicBezTo>
                  <a:pt x="960" y="1591"/>
                  <a:pt x="933" y="1564"/>
                  <a:pt x="900" y="1564"/>
                </a:cubicBezTo>
                <a:cubicBezTo>
                  <a:pt x="867" y="1564"/>
                  <a:pt x="840" y="1591"/>
                  <a:pt x="840" y="1624"/>
                </a:cubicBezTo>
                <a:cubicBezTo>
                  <a:pt x="840" y="1681"/>
                  <a:pt x="840" y="1681"/>
                  <a:pt x="840" y="1681"/>
                </a:cubicBezTo>
                <a:cubicBezTo>
                  <a:pt x="736" y="1670"/>
                  <a:pt x="641" y="1628"/>
                  <a:pt x="563" y="1566"/>
                </a:cubicBezTo>
                <a:cubicBezTo>
                  <a:pt x="603" y="1526"/>
                  <a:pt x="603" y="1526"/>
                  <a:pt x="603" y="1526"/>
                </a:cubicBezTo>
                <a:cubicBezTo>
                  <a:pt x="626" y="1503"/>
                  <a:pt x="626" y="1465"/>
                  <a:pt x="603" y="1441"/>
                </a:cubicBezTo>
                <a:cubicBezTo>
                  <a:pt x="580" y="1418"/>
                  <a:pt x="542" y="1418"/>
                  <a:pt x="518" y="1441"/>
                </a:cubicBezTo>
                <a:cubicBezTo>
                  <a:pt x="478" y="1481"/>
                  <a:pt x="478" y="1481"/>
                  <a:pt x="478" y="1481"/>
                </a:cubicBezTo>
                <a:cubicBezTo>
                  <a:pt x="416" y="1404"/>
                  <a:pt x="375" y="1308"/>
                  <a:pt x="363" y="1204"/>
                </a:cubicBezTo>
                <a:cubicBezTo>
                  <a:pt x="420" y="1204"/>
                  <a:pt x="420" y="1204"/>
                  <a:pt x="420" y="1204"/>
                </a:cubicBezTo>
                <a:cubicBezTo>
                  <a:pt x="453" y="1204"/>
                  <a:pt x="480" y="1178"/>
                  <a:pt x="480" y="1144"/>
                </a:cubicBezTo>
                <a:cubicBezTo>
                  <a:pt x="480" y="1111"/>
                  <a:pt x="453" y="1084"/>
                  <a:pt x="420" y="1084"/>
                </a:cubicBezTo>
                <a:cubicBezTo>
                  <a:pt x="363" y="1084"/>
                  <a:pt x="363" y="1084"/>
                  <a:pt x="363" y="1084"/>
                </a:cubicBezTo>
                <a:cubicBezTo>
                  <a:pt x="375" y="979"/>
                  <a:pt x="416" y="883"/>
                  <a:pt x="479" y="80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0" name="Freeform 8">
            <a:extLst>
              <a:ext uri="{FF2B5EF4-FFF2-40B4-BE49-F238E27FC236}">
                <a16:creationId xmlns:a16="http://schemas.microsoft.com/office/drawing/2014/main" id="{1BBB554A-6720-4A47-9CD7-2288806470D2}"/>
              </a:ext>
            </a:extLst>
          </p:cNvPr>
          <p:cNvSpPr>
            <a:spLocks noEditPoints="1"/>
          </p:cNvSpPr>
          <p:nvPr/>
        </p:nvSpPr>
        <p:spPr bwMode="auto">
          <a:xfrm>
            <a:off x="6775581" y="1506511"/>
            <a:ext cx="489638" cy="489638"/>
          </a:xfrm>
          <a:custGeom>
            <a:avLst/>
            <a:gdLst>
              <a:gd name="T0" fmla="*/ 2048 w 2048"/>
              <a:gd name="T1" fmla="*/ 420 h 2048"/>
              <a:gd name="T2" fmla="*/ 1681 w 2048"/>
              <a:gd name="T3" fmla="*/ 240 h 2048"/>
              <a:gd name="T4" fmla="*/ 1504 w 2048"/>
              <a:gd name="T5" fmla="*/ 0 h 2048"/>
              <a:gd name="T6" fmla="*/ 1327 w 2048"/>
              <a:gd name="T7" fmla="*/ 240 h 2048"/>
              <a:gd name="T8" fmla="*/ 1163 w 2048"/>
              <a:gd name="T9" fmla="*/ 103 h 2048"/>
              <a:gd name="T10" fmla="*/ 885 w 2048"/>
              <a:gd name="T11" fmla="*/ 103 h 2048"/>
              <a:gd name="T12" fmla="*/ 721 w 2048"/>
              <a:gd name="T13" fmla="*/ 240 h 2048"/>
              <a:gd name="T14" fmla="*/ 544 w 2048"/>
              <a:gd name="T15" fmla="*/ 0 h 2048"/>
              <a:gd name="T16" fmla="*/ 367 w 2048"/>
              <a:gd name="T17" fmla="*/ 240 h 2048"/>
              <a:gd name="T18" fmla="*/ 0 w 2048"/>
              <a:gd name="T19" fmla="*/ 420 h 2048"/>
              <a:gd name="T20" fmla="*/ 60 w 2048"/>
              <a:gd name="T21" fmla="*/ 2048 h 2048"/>
              <a:gd name="T22" fmla="*/ 2048 w 2048"/>
              <a:gd name="T23" fmla="*/ 1988 h 2048"/>
              <a:gd name="T24" fmla="*/ 1504 w 2048"/>
              <a:gd name="T25" fmla="*/ 120 h 2048"/>
              <a:gd name="T26" fmla="*/ 1560 w 2048"/>
              <a:gd name="T27" fmla="*/ 240 h 2048"/>
              <a:gd name="T28" fmla="*/ 1473 w 2048"/>
              <a:gd name="T29" fmla="*/ 157 h 2048"/>
              <a:gd name="T30" fmla="*/ 1024 w 2048"/>
              <a:gd name="T31" fmla="*/ 120 h 2048"/>
              <a:gd name="T32" fmla="*/ 1080 w 2048"/>
              <a:gd name="T33" fmla="*/ 240 h 2048"/>
              <a:gd name="T34" fmla="*/ 993 w 2048"/>
              <a:gd name="T35" fmla="*/ 157 h 2048"/>
              <a:gd name="T36" fmla="*/ 544 w 2048"/>
              <a:gd name="T37" fmla="*/ 120 h 2048"/>
              <a:gd name="T38" fmla="*/ 600 w 2048"/>
              <a:gd name="T39" fmla="*/ 240 h 2048"/>
              <a:gd name="T40" fmla="*/ 513 w 2048"/>
              <a:gd name="T41" fmla="*/ 157 h 2048"/>
              <a:gd name="T42" fmla="*/ 120 w 2048"/>
              <a:gd name="T43" fmla="*/ 1928 h 2048"/>
              <a:gd name="T44" fmla="*/ 1928 w 2048"/>
              <a:gd name="T45" fmla="*/ 848 h 2048"/>
              <a:gd name="T46" fmla="*/ 1928 w 2048"/>
              <a:gd name="T47" fmla="*/ 728 h 2048"/>
              <a:gd name="T48" fmla="*/ 120 w 2048"/>
              <a:gd name="T49" fmla="*/ 420 h 2048"/>
              <a:gd name="T50" fmla="*/ 367 w 2048"/>
              <a:gd name="T51" fmla="*/ 360 h 2048"/>
              <a:gd name="T52" fmla="*/ 604 w 2048"/>
              <a:gd name="T53" fmla="*/ 544 h 2048"/>
              <a:gd name="T54" fmla="*/ 488 w 2048"/>
              <a:gd name="T55" fmla="*/ 360 h 2048"/>
              <a:gd name="T56" fmla="*/ 1024 w 2048"/>
              <a:gd name="T57" fmla="*/ 604 h 2048"/>
              <a:gd name="T58" fmla="*/ 1024 w 2048"/>
              <a:gd name="T59" fmla="*/ 484 h 2048"/>
              <a:gd name="T60" fmla="*/ 1327 w 2048"/>
              <a:gd name="T61" fmla="*/ 360 h 2048"/>
              <a:gd name="T62" fmla="*/ 1564 w 2048"/>
              <a:gd name="T63" fmla="*/ 544 h 2048"/>
              <a:gd name="T64" fmla="*/ 1448 w 2048"/>
              <a:gd name="T65" fmla="*/ 360 h 2048"/>
              <a:gd name="T66" fmla="*/ 1928 w 2048"/>
              <a:gd name="T67" fmla="*/ 420 h 2048"/>
              <a:gd name="T68" fmla="*/ 382 w 2048"/>
              <a:gd name="T69" fmla="*/ 1706 h 2048"/>
              <a:gd name="T70" fmla="*/ 826 w 2048"/>
              <a:gd name="T71" fmla="*/ 1346 h 2048"/>
              <a:gd name="T72" fmla="*/ 1479 w 2048"/>
              <a:gd name="T73" fmla="*/ 1088 h 2048"/>
              <a:gd name="T74" fmla="*/ 1324 w 2048"/>
              <a:gd name="T75" fmla="*/ 1028 h 2048"/>
              <a:gd name="T76" fmla="*/ 1624 w 2048"/>
              <a:gd name="T77" fmla="*/ 968 h 2048"/>
              <a:gd name="T78" fmla="*/ 1684 w 2048"/>
              <a:gd name="T79" fmla="*/ 1268 h 2048"/>
              <a:gd name="T80" fmla="*/ 1564 w 2048"/>
              <a:gd name="T81" fmla="*/ 1268 h 2048"/>
              <a:gd name="T82" fmla="*/ 1066 w 2048"/>
              <a:gd name="T83" fmla="*/ 1670 h 2048"/>
              <a:gd name="T84" fmla="*/ 784 w 2048"/>
              <a:gd name="T85" fmla="*/ 1473 h 2048"/>
              <a:gd name="T86" fmla="*/ 382 w 2048"/>
              <a:gd name="T87" fmla="*/ 1790 h 2048"/>
              <a:gd name="T88" fmla="*/ 240 w 2048"/>
              <a:gd name="T89" fmla="*/ 1028 h 2048"/>
              <a:gd name="T90" fmla="*/ 544 w 2048"/>
              <a:gd name="T91" fmla="*/ 968 h 2048"/>
              <a:gd name="T92" fmla="*/ 544 w 2048"/>
              <a:gd name="T93" fmla="*/ 1088 h 2048"/>
              <a:gd name="T94" fmla="*/ 240 w 2048"/>
              <a:gd name="T95" fmla="*/ 1028 h 2048"/>
              <a:gd name="T96" fmla="*/ 300 w 2048"/>
              <a:gd name="T97" fmla="*/ 1208 h 2048"/>
              <a:gd name="T98" fmla="*/ 604 w 2048"/>
              <a:gd name="T99" fmla="*/ 1268 h 2048"/>
              <a:gd name="T100" fmla="*/ 300 w 2048"/>
              <a:gd name="T101" fmla="*/ 1328 h 2048"/>
              <a:gd name="T102" fmla="*/ 1504 w 2048"/>
              <a:gd name="T103" fmla="*/ 1448 h 2048"/>
              <a:gd name="T104" fmla="*/ 1808 w 2048"/>
              <a:gd name="T105" fmla="*/ 1508 h 2048"/>
              <a:gd name="T106" fmla="*/ 1504 w 2048"/>
              <a:gd name="T107" fmla="*/ 1568 h 2048"/>
              <a:gd name="T108" fmla="*/ 1504 w 2048"/>
              <a:gd name="T109" fmla="*/ 1448 h 2048"/>
              <a:gd name="T110" fmla="*/ 1748 w 2048"/>
              <a:gd name="T111" fmla="*/ 1808 h 2048"/>
              <a:gd name="T112" fmla="*/ 1444 w 2048"/>
              <a:gd name="T113" fmla="*/ 1748 h 2048"/>
              <a:gd name="T114" fmla="*/ 1748 w 2048"/>
              <a:gd name="T115" fmla="*/ 1688 h 20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2048" h="2048">
                <a:moveTo>
                  <a:pt x="2048" y="1988"/>
                </a:moveTo>
                <a:cubicBezTo>
                  <a:pt x="2048" y="420"/>
                  <a:pt x="2048" y="420"/>
                  <a:pt x="2048" y="420"/>
                </a:cubicBezTo>
                <a:cubicBezTo>
                  <a:pt x="2048" y="321"/>
                  <a:pt x="1967" y="240"/>
                  <a:pt x="1868" y="240"/>
                </a:cubicBezTo>
                <a:cubicBezTo>
                  <a:pt x="1681" y="240"/>
                  <a:pt x="1681" y="240"/>
                  <a:pt x="1681" y="240"/>
                </a:cubicBezTo>
                <a:cubicBezTo>
                  <a:pt x="1675" y="189"/>
                  <a:pt x="1662" y="142"/>
                  <a:pt x="1643" y="103"/>
                </a:cubicBezTo>
                <a:cubicBezTo>
                  <a:pt x="1609" y="37"/>
                  <a:pt x="1560" y="0"/>
                  <a:pt x="1504" y="0"/>
                </a:cubicBezTo>
                <a:cubicBezTo>
                  <a:pt x="1448" y="0"/>
                  <a:pt x="1399" y="37"/>
                  <a:pt x="1365" y="103"/>
                </a:cubicBezTo>
                <a:cubicBezTo>
                  <a:pt x="1346" y="142"/>
                  <a:pt x="1333" y="189"/>
                  <a:pt x="1327" y="240"/>
                </a:cubicBezTo>
                <a:cubicBezTo>
                  <a:pt x="1201" y="240"/>
                  <a:pt x="1201" y="240"/>
                  <a:pt x="1201" y="240"/>
                </a:cubicBezTo>
                <a:cubicBezTo>
                  <a:pt x="1195" y="189"/>
                  <a:pt x="1182" y="142"/>
                  <a:pt x="1163" y="103"/>
                </a:cubicBezTo>
                <a:cubicBezTo>
                  <a:pt x="1129" y="37"/>
                  <a:pt x="1080" y="0"/>
                  <a:pt x="1024" y="0"/>
                </a:cubicBezTo>
                <a:cubicBezTo>
                  <a:pt x="968" y="0"/>
                  <a:pt x="919" y="37"/>
                  <a:pt x="885" y="103"/>
                </a:cubicBezTo>
                <a:cubicBezTo>
                  <a:pt x="866" y="142"/>
                  <a:pt x="853" y="189"/>
                  <a:pt x="847" y="240"/>
                </a:cubicBezTo>
                <a:cubicBezTo>
                  <a:pt x="721" y="240"/>
                  <a:pt x="721" y="240"/>
                  <a:pt x="721" y="240"/>
                </a:cubicBezTo>
                <a:cubicBezTo>
                  <a:pt x="715" y="189"/>
                  <a:pt x="702" y="142"/>
                  <a:pt x="683" y="103"/>
                </a:cubicBezTo>
                <a:cubicBezTo>
                  <a:pt x="649" y="37"/>
                  <a:pt x="600" y="0"/>
                  <a:pt x="544" y="0"/>
                </a:cubicBezTo>
                <a:cubicBezTo>
                  <a:pt x="488" y="0"/>
                  <a:pt x="439" y="37"/>
                  <a:pt x="405" y="103"/>
                </a:cubicBezTo>
                <a:cubicBezTo>
                  <a:pt x="386" y="142"/>
                  <a:pt x="373" y="189"/>
                  <a:pt x="367" y="240"/>
                </a:cubicBezTo>
                <a:cubicBezTo>
                  <a:pt x="180" y="240"/>
                  <a:pt x="180" y="240"/>
                  <a:pt x="180" y="240"/>
                </a:cubicBezTo>
                <a:cubicBezTo>
                  <a:pt x="81" y="240"/>
                  <a:pt x="0" y="321"/>
                  <a:pt x="0" y="420"/>
                </a:cubicBezTo>
                <a:cubicBezTo>
                  <a:pt x="0" y="1988"/>
                  <a:pt x="0" y="1988"/>
                  <a:pt x="0" y="1988"/>
                </a:cubicBezTo>
                <a:cubicBezTo>
                  <a:pt x="0" y="2021"/>
                  <a:pt x="27" y="2048"/>
                  <a:pt x="60" y="2048"/>
                </a:cubicBezTo>
                <a:cubicBezTo>
                  <a:pt x="1988" y="2048"/>
                  <a:pt x="1988" y="2048"/>
                  <a:pt x="1988" y="2048"/>
                </a:cubicBezTo>
                <a:cubicBezTo>
                  <a:pt x="2021" y="2048"/>
                  <a:pt x="2048" y="2021"/>
                  <a:pt x="2048" y="1988"/>
                </a:cubicBezTo>
                <a:close/>
                <a:moveTo>
                  <a:pt x="1473" y="157"/>
                </a:moveTo>
                <a:cubicBezTo>
                  <a:pt x="1488" y="126"/>
                  <a:pt x="1502" y="120"/>
                  <a:pt x="1504" y="120"/>
                </a:cubicBezTo>
                <a:cubicBezTo>
                  <a:pt x="1506" y="120"/>
                  <a:pt x="1520" y="126"/>
                  <a:pt x="1535" y="157"/>
                </a:cubicBezTo>
                <a:cubicBezTo>
                  <a:pt x="1547" y="180"/>
                  <a:pt x="1555" y="209"/>
                  <a:pt x="1560" y="240"/>
                </a:cubicBezTo>
                <a:cubicBezTo>
                  <a:pt x="1448" y="240"/>
                  <a:pt x="1448" y="240"/>
                  <a:pt x="1448" y="240"/>
                </a:cubicBezTo>
                <a:cubicBezTo>
                  <a:pt x="1453" y="209"/>
                  <a:pt x="1461" y="180"/>
                  <a:pt x="1473" y="157"/>
                </a:cubicBezTo>
                <a:close/>
                <a:moveTo>
                  <a:pt x="993" y="157"/>
                </a:moveTo>
                <a:cubicBezTo>
                  <a:pt x="1008" y="126"/>
                  <a:pt x="1022" y="120"/>
                  <a:pt x="1024" y="120"/>
                </a:cubicBezTo>
                <a:cubicBezTo>
                  <a:pt x="1026" y="120"/>
                  <a:pt x="1040" y="126"/>
                  <a:pt x="1055" y="157"/>
                </a:cubicBezTo>
                <a:cubicBezTo>
                  <a:pt x="1067" y="180"/>
                  <a:pt x="1075" y="209"/>
                  <a:pt x="1080" y="240"/>
                </a:cubicBezTo>
                <a:cubicBezTo>
                  <a:pt x="968" y="240"/>
                  <a:pt x="968" y="240"/>
                  <a:pt x="968" y="240"/>
                </a:cubicBezTo>
                <a:cubicBezTo>
                  <a:pt x="973" y="209"/>
                  <a:pt x="981" y="180"/>
                  <a:pt x="993" y="157"/>
                </a:cubicBezTo>
                <a:close/>
                <a:moveTo>
                  <a:pt x="513" y="157"/>
                </a:moveTo>
                <a:cubicBezTo>
                  <a:pt x="528" y="126"/>
                  <a:pt x="542" y="120"/>
                  <a:pt x="544" y="120"/>
                </a:cubicBezTo>
                <a:cubicBezTo>
                  <a:pt x="546" y="120"/>
                  <a:pt x="560" y="126"/>
                  <a:pt x="575" y="157"/>
                </a:cubicBezTo>
                <a:cubicBezTo>
                  <a:pt x="587" y="180"/>
                  <a:pt x="595" y="209"/>
                  <a:pt x="600" y="240"/>
                </a:cubicBezTo>
                <a:cubicBezTo>
                  <a:pt x="488" y="240"/>
                  <a:pt x="488" y="240"/>
                  <a:pt x="488" y="240"/>
                </a:cubicBezTo>
                <a:cubicBezTo>
                  <a:pt x="493" y="209"/>
                  <a:pt x="501" y="180"/>
                  <a:pt x="513" y="157"/>
                </a:cubicBezTo>
                <a:close/>
                <a:moveTo>
                  <a:pt x="1928" y="1928"/>
                </a:moveTo>
                <a:cubicBezTo>
                  <a:pt x="120" y="1928"/>
                  <a:pt x="120" y="1928"/>
                  <a:pt x="120" y="1928"/>
                </a:cubicBezTo>
                <a:cubicBezTo>
                  <a:pt x="120" y="848"/>
                  <a:pt x="120" y="848"/>
                  <a:pt x="120" y="848"/>
                </a:cubicBezTo>
                <a:cubicBezTo>
                  <a:pt x="1928" y="848"/>
                  <a:pt x="1928" y="848"/>
                  <a:pt x="1928" y="848"/>
                </a:cubicBezTo>
                <a:lnTo>
                  <a:pt x="1928" y="1928"/>
                </a:lnTo>
                <a:close/>
                <a:moveTo>
                  <a:pt x="1928" y="728"/>
                </a:moveTo>
                <a:cubicBezTo>
                  <a:pt x="120" y="728"/>
                  <a:pt x="120" y="728"/>
                  <a:pt x="120" y="728"/>
                </a:cubicBezTo>
                <a:cubicBezTo>
                  <a:pt x="120" y="420"/>
                  <a:pt x="120" y="420"/>
                  <a:pt x="120" y="420"/>
                </a:cubicBezTo>
                <a:cubicBezTo>
                  <a:pt x="120" y="387"/>
                  <a:pt x="147" y="360"/>
                  <a:pt x="180" y="360"/>
                </a:cubicBezTo>
                <a:cubicBezTo>
                  <a:pt x="367" y="360"/>
                  <a:pt x="367" y="360"/>
                  <a:pt x="367" y="360"/>
                </a:cubicBezTo>
                <a:cubicBezTo>
                  <a:pt x="383" y="503"/>
                  <a:pt x="454" y="604"/>
                  <a:pt x="544" y="604"/>
                </a:cubicBezTo>
                <a:cubicBezTo>
                  <a:pt x="577" y="604"/>
                  <a:pt x="604" y="577"/>
                  <a:pt x="604" y="544"/>
                </a:cubicBezTo>
                <a:cubicBezTo>
                  <a:pt x="604" y="511"/>
                  <a:pt x="577" y="484"/>
                  <a:pt x="544" y="484"/>
                </a:cubicBezTo>
                <a:cubicBezTo>
                  <a:pt x="533" y="482"/>
                  <a:pt x="500" y="441"/>
                  <a:pt x="488" y="360"/>
                </a:cubicBezTo>
                <a:cubicBezTo>
                  <a:pt x="847" y="360"/>
                  <a:pt x="847" y="360"/>
                  <a:pt x="847" y="360"/>
                </a:cubicBezTo>
                <a:cubicBezTo>
                  <a:pt x="863" y="503"/>
                  <a:pt x="934" y="604"/>
                  <a:pt x="1024" y="604"/>
                </a:cubicBezTo>
                <a:cubicBezTo>
                  <a:pt x="1057" y="604"/>
                  <a:pt x="1084" y="577"/>
                  <a:pt x="1084" y="544"/>
                </a:cubicBezTo>
                <a:cubicBezTo>
                  <a:pt x="1084" y="511"/>
                  <a:pt x="1057" y="484"/>
                  <a:pt x="1024" y="484"/>
                </a:cubicBezTo>
                <a:cubicBezTo>
                  <a:pt x="1013" y="482"/>
                  <a:pt x="980" y="441"/>
                  <a:pt x="968" y="360"/>
                </a:cubicBezTo>
                <a:cubicBezTo>
                  <a:pt x="1327" y="360"/>
                  <a:pt x="1327" y="360"/>
                  <a:pt x="1327" y="360"/>
                </a:cubicBezTo>
                <a:cubicBezTo>
                  <a:pt x="1343" y="503"/>
                  <a:pt x="1414" y="604"/>
                  <a:pt x="1504" y="604"/>
                </a:cubicBezTo>
                <a:cubicBezTo>
                  <a:pt x="1537" y="604"/>
                  <a:pt x="1564" y="577"/>
                  <a:pt x="1564" y="544"/>
                </a:cubicBezTo>
                <a:cubicBezTo>
                  <a:pt x="1564" y="511"/>
                  <a:pt x="1537" y="484"/>
                  <a:pt x="1504" y="484"/>
                </a:cubicBezTo>
                <a:cubicBezTo>
                  <a:pt x="1493" y="482"/>
                  <a:pt x="1460" y="441"/>
                  <a:pt x="1448" y="360"/>
                </a:cubicBezTo>
                <a:cubicBezTo>
                  <a:pt x="1868" y="360"/>
                  <a:pt x="1868" y="360"/>
                  <a:pt x="1868" y="360"/>
                </a:cubicBezTo>
                <a:cubicBezTo>
                  <a:pt x="1901" y="360"/>
                  <a:pt x="1928" y="387"/>
                  <a:pt x="1928" y="420"/>
                </a:cubicBezTo>
                <a:lnTo>
                  <a:pt x="1928" y="728"/>
                </a:lnTo>
                <a:close/>
                <a:moveTo>
                  <a:pt x="382" y="1706"/>
                </a:moveTo>
                <a:cubicBezTo>
                  <a:pt x="742" y="1346"/>
                  <a:pt x="742" y="1346"/>
                  <a:pt x="742" y="1346"/>
                </a:cubicBezTo>
                <a:cubicBezTo>
                  <a:pt x="765" y="1322"/>
                  <a:pt x="803" y="1322"/>
                  <a:pt x="826" y="1346"/>
                </a:cubicBezTo>
                <a:cubicBezTo>
                  <a:pt x="1024" y="1543"/>
                  <a:pt x="1024" y="1543"/>
                  <a:pt x="1024" y="1543"/>
                </a:cubicBezTo>
                <a:cubicBezTo>
                  <a:pt x="1479" y="1088"/>
                  <a:pt x="1479" y="1088"/>
                  <a:pt x="1479" y="1088"/>
                </a:cubicBezTo>
                <a:cubicBezTo>
                  <a:pt x="1384" y="1088"/>
                  <a:pt x="1384" y="1088"/>
                  <a:pt x="1384" y="1088"/>
                </a:cubicBezTo>
                <a:cubicBezTo>
                  <a:pt x="1351" y="1088"/>
                  <a:pt x="1324" y="1061"/>
                  <a:pt x="1324" y="1028"/>
                </a:cubicBezTo>
                <a:cubicBezTo>
                  <a:pt x="1324" y="995"/>
                  <a:pt x="1351" y="968"/>
                  <a:pt x="1384" y="968"/>
                </a:cubicBezTo>
                <a:cubicBezTo>
                  <a:pt x="1624" y="968"/>
                  <a:pt x="1624" y="968"/>
                  <a:pt x="1624" y="968"/>
                </a:cubicBezTo>
                <a:cubicBezTo>
                  <a:pt x="1657" y="968"/>
                  <a:pt x="1684" y="995"/>
                  <a:pt x="1684" y="1028"/>
                </a:cubicBezTo>
                <a:cubicBezTo>
                  <a:pt x="1684" y="1268"/>
                  <a:pt x="1684" y="1268"/>
                  <a:pt x="1684" y="1268"/>
                </a:cubicBezTo>
                <a:cubicBezTo>
                  <a:pt x="1684" y="1301"/>
                  <a:pt x="1657" y="1328"/>
                  <a:pt x="1624" y="1328"/>
                </a:cubicBezTo>
                <a:cubicBezTo>
                  <a:pt x="1591" y="1328"/>
                  <a:pt x="1564" y="1301"/>
                  <a:pt x="1564" y="1268"/>
                </a:cubicBezTo>
                <a:cubicBezTo>
                  <a:pt x="1564" y="1173"/>
                  <a:pt x="1564" y="1173"/>
                  <a:pt x="1564" y="1173"/>
                </a:cubicBezTo>
                <a:cubicBezTo>
                  <a:pt x="1066" y="1670"/>
                  <a:pt x="1066" y="1670"/>
                  <a:pt x="1066" y="1670"/>
                </a:cubicBezTo>
                <a:cubicBezTo>
                  <a:pt x="1043" y="1694"/>
                  <a:pt x="1005" y="1694"/>
                  <a:pt x="982" y="1670"/>
                </a:cubicBezTo>
                <a:cubicBezTo>
                  <a:pt x="784" y="1473"/>
                  <a:pt x="784" y="1473"/>
                  <a:pt x="784" y="1473"/>
                </a:cubicBezTo>
                <a:cubicBezTo>
                  <a:pt x="466" y="1790"/>
                  <a:pt x="466" y="1790"/>
                  <a:pt x="466" y="1790"/>
                </a:cubicBezTo>
                <a:cubicBezTo>
                  <a:pt x="443" y="1814"/>
                  <a:pt x="405" y="1814"/>
                  <a:pt x="382" y="1790"/>
                </a:cubicBezTo>
                <a:cubicBezTo>
                  <a:pt x="358" y="1767"/>
                  <a:pt x="358" y="1729"/>
                  <a:pt x="382" y="1706"/>
                </a:cubicBezTo>
                <a:close/>
                <a:moveTo>
                  <a:pt x="240" y="1028"/>
                </a:moveTo>
                <a:cubicBezTo>
                  <a:pt x="240" y="995"/>
                  <a:pt x="267" y="968"/>
                  <a:pt x="300" y="968"/>
                </a:cubicBezTo>
                <a:cubicBezTo>
                  <a:pt x="544" y="968"/>
                  <a:pt x="544" y="968"/>
                  <a:pt x="544" y="968"/>
                </a:cubicBezTo>
                <a:cubicBezTo>
                  <a:pt x="577" y="968"/>
                  <a:pt x="604" y="995"/>
                  <a:pt x="604" y="1028"/>
                </a:cubicBezTo>
                <a:cubicBezTo>
                  <a:pt x="604" y="1061"/>
                  <a:pt x="577" y="1088"/>
                  <a:pt x="544" y="1088"/>
                </a:cubicBezTo>
                <a:cubicBezTo>
                  <a:pt x="300" y="1088"/>
                  <a:pt x="300" y="1088"/>
                  <a:pt x="300" y="1088"/>
                </a:cubicBezTo>
                <a:cubicBezTo>
                  <a:pt x="267" y="1088"/>
                  <a:pt x="240" y="1061"/>
                  <a:pt x="240" y="1028"/>
                </a:cubicBezTo>
                <a:close/>
                <a:moveTo>
                  <a:pt x="240" y="1268"/>
                </a:moveTo>
                <a:cubicBezTo>
                  <a:pt x="240" y="1235"/>
                  <a:pt x="267" y="1208"/>
                  <a:pt x="300" y="1208"/>
                </a:cubicBezTo>
                <a:cubicBezTo>
                  <a:pt x="544" y="1208"/>
                  <a:pt x="544" y="1208"/>
                  <a:pt x="544" y="1208"/>
                </a:cubicBezTo>
                <a:cubicBezTo>
                  <a:pt x="577" y="1208"/>
                  <a:pt x="604" y="1235"/>
                  <a:pt x="604" y="1268"/>
                </a:cubicBezTo>
                <a:cubicBezTo>
                  <a:pt x="604" y="1301"/>
                  <a:pt x="577" y="1328"/>
                  <a:pt x="544" y="1328"/>
                </a:cubicBezTo>
                <a:cubicBezTo>
                  <a:pt x="300" y="1328"/>
                  <a:pt x="300" y="1328"/>
                  <a:pt x="300" y="1328"/>
                </a:cubicBezTo>
                <a:cubicBezTo>
                  <a:pt x="267" y="1328"/>
                  <a:pt x="240" y="1301"/>
                  <a:pt x="240" y="1268"/>
                </a:cubicBezTo>
                <a:close/>
                <a:moveTo>
                  <a:pt x="1504" y="1448"/>
                </a:moveTo>
                <a:cubicBezTo>
                  <a:pt x="1748" y="1448"/>
                  <a:pt x="1748" y="1448"/>
                  <a:pt x="1748" y="1448"/>
                </a:cubicBezTo>
                <a:cubicBezTo>
                  <a:pt x="1781" y="1448"/>
                  <a:pt x="1808" y="1475"/>
                  <a:pt x="1808" y="1508"/>
                </a:cubicBezTo>
                <a:cubicBezTo>
                  <a:pt x="1808" y="1541"/>
                  <a:pt x="1781" y="1568"/>
                  <a:pt x="1748" y="1568"/>
                </a:cubicBezTo>
                <a:cubicBezTo>
                  <a:pt x="1504" y="1568"/>
                  <a:pt x="1504" y="1568"/>
                  <a:pt x="1504" y="1568"/>
                </a:cubicBezTo>
                <a:cubicBezTo>
                  <a:pt x="1471" y="1568"/>
                  <a:pt x="1444" y="1541"/>
                  <a:pt x="1444" y="1508"/>
                </a:cubicBezTo>
                <a:cubicBezTo>
                  <a:pt x="1444" y="1475"/>
                  <a:pt x="1471" y="1448"/>
                  <a:pt x="1504" y="1448"/>
                </a:cubicBezTo>
                <a:close/>
                <a:moveTo>
                  <a:pt x="1808" y="1748"/>
                </a:moveTo>
                <a:cubicBezTo>
                  <a:pt x="1808" y="1781"/>
                  <a:pt x="1781" y="1808"/>
                  <a:pt x="1748" y="1808"/>
                </a:cubicBezTo>
                <a:cubicBezTo>
                  <a:pt x="1504" y="1808"/>
                  <a:pt x="1504" y="1808"/>
                  <a:pt x="1504" y="1808"/>
                </a:cubicBezTo>
                <a:cubicBezTo>
                  <a:pt x="1471" y="1808"/>
                  <a:pt x="1444" y="1781"/>
                  <a:pt x="1444" y="1748"/>
                </a:cubicBezTo>
                <a:cubicBezTo>
                  <a:pt x="1444" y="1715"/>
                  <a:pt x="1471" y="1688"/>
                  <a:pt x="1504" y="1688"/>
                </a:cubicBezTo>
                <a:cubicBezTo>
                  <a:pt x="1748" y="1688"/>
                  <a:pt x="1748" y="1688"/>
                  <a:pt x="1748" y="1688"/>
                </a:cubicBezTo>
                <a:cubicBezTo>
                  <a:pt x="1781" y="1688"/>
                  <a:pt x="1808" y="1715"/>
                  <a:pt x="1808" y="174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1" name="Freeform 9">
            <a:extLst>
              <a:ext uri="{FF2B5EF4-FFF2-40B4-BE49-F238E27FC236}">
                <a16:creationId xmlns:a16="http://schemas.microsoft.com/office/drawing/2014/main" id="{C82727E3-913C-4D53-A139-F186346FA1E0}"/>
              </a:ext>
            </a:extLst>
          </p:cNvPr>
          <p:cNvSpPr>
            <a:spLocks noEditPoints="1"/>
          </p:cNvSpPr>
          <p:nvPr/>
        </p:nvSpPr>
        <p:spPr bwMode="auto">
          <a:xfrm>
            <a:off x="8495292" y="1506511"/>
            <a:ext cx="489932" cy="489638"/>
          </a:xfrm>
          <a:custGeom>
            <a:avLst/>
            <a:gdLst>
              <a:gd name="T0" fmla="*/ 545 w 2049"/>
              <a:gd name="T1" fmla="*/ 1084 h 2048"/>
              <a:gd name="T2" fmla="*/ 545 w 2049"/>
              <a:gd name="T3" fmla="*/ 1204 h 2048"/>
              <a:gd name="T4" fmla="*/ 1025 w 2049"/>
              <a:gd name="T5" fmla="*/ 480 h 2048"/>
              <a:gd name="T6" fmla="*/ 1205 w 2049"/>
              <a:gd name="T7" fmla="*/ 420 h 2048"/>
              <a:gd name="T8" fmla="*/ 1085 w 2049"/>
              <a:gd name="T9" fmla="*/ 360 h 2048"/>
              <a:gd name="T10" fmla="*/ 1025 w 2049"/>
              <a:gd name="T11" fmla="*/ 240 h 2048"/>
              <a:gd name="T12" fmla="*/ 965 w 2049"/>
              <a:gd name="T13" fmla="*/ 420 h 2048"/>
              <a:gd name="T14" fmla="*/ 217 w 2049"/>
              <a:gd name="T15" fmla="*/ 1564 h 2048"/>
              <a:gd name="T16" fmla="*/ 1 w 2049"/>
              <a:gd name="T17" fmla="*/ 1504 h 2048"/>
              <a:gd name="T18" fmla="*/ 61 w 2049"/>
              <a:gd name="T19" fmla="*/ 1084 h 2048"/>
              <a:gd name="T20" fmla="*/ 219 w 2049"/>
              <a:gd name="T21" fmla="*/ 837 h 2048"/>
              <a:gd name="T22" fmla="*/ 1 w 2049"/>
              <a:gd name="T23" fmla="*/ 666 h 2048"/>
              <a:gd name="T24" fmla="*/ 576 w 2049"/>
              <a:gd name="T25" fmla="*/ 532 h 2048"/>
              <a:gd name="T26" fmla="*/ 605 w 2049"/>
              <a:gd name="T27" fmla="*/ 420 h 2048"/>
              <a:gd name="T28" fmla="*/ 1445 w 2049"/>
              <a:gd name="T29" fmla="*/ 420 h 2048"/>
              <a:gd name="T30" fmla="*/ 1868 w 2049"/>
              <a:gd name="T31" fmla="*/ 915 h 2048"/>
              <a:gd name="T32" fmla="*/ 1989 w 2049"/>
              <a:gd name="T33" fmla="*/ 720 h 2048"/>
              <a:gd name="T34" fmla="*/ 1908 w 2049"/>
              <a:gd name="T35" fmla="*/ 1034 h 2048"/>
              <a:gd name="T36" fmla="*/ 1565 w 2049"/>
              <a:gd name="T37" fmla="*/ 1832 h 2048"/>
              <a:gd name="T38" fmla="*/ 1505 w 2049"/>
              <a:gd name="T39" fmla="*/ 2048 h 2048"/>
              <a:gd name="T40" fmla="*/ 1223 w 2049"/>
              <a:gd name="T41" fmla="*/ 2030 h 2048"/>
              <a:gd name="T42" fmla="*/ 930 w 2049"/>
              <a:gd name="T43" fmla="*/ 1928 h 2048"/>
              <a:gd name="T44" fmla="*/ 785 w 2049"/>
              <a:gd name="T45" fmla="*/ 2048 h 2048"/>
              <a:gd name="T46" fmla="*/ 485 w 2049"/>
              <a:gd name="T47" fmla="*/ 1988 h 2048"/>
              <a:gd name="T48" fmla="*/ 217 w 2049"/>
              <a:gd name="T49" fmla="*/ 1564 h 2048"/>
              <a:gd name="T50" fmla="*/ 1025 w 2049"/>
              <a:gd name="T51" fmla="*/ 720 h 2048"/>
              <a:gd name="T52" fmla="*/ 1025 w 2049"/>
              <a:gd name="T53" fmla="*/ 120 h 2048"/>
              <a:gd name="T54" fmla="*/ 306 w 2049"/>
              <a:gd name="T55" fmla="*/ 1477 h 2048"/>
              <a:gd name="T56" fmla="*/ 605 w 2049"/>
              <a:gd name="T57" fmla="*/ 1796 h 2048"/>
              <a:gd name="T58" fmla="*/ 760 w 2049"/>
              <a:gd name="T59" fmla="*/ 1928 h 2048"/>
              <a:gd name="T60" fmla="*/ 905 w 2049"/>
              <a:gd name="T61" fmla="*/ 1808 h 2048"/>
              <a:gd name="T62" fmla="*/ 1187 w 2049"/>
              <a:gd name="T63" fmla="*/ 1826 h 2048"/>
              <a:gd name="T64" fmla="*/ 1445 w 2049"/>
              <a:gd name="T65" fmla="*/ 1928 h 2048"/>
              <a:gd name="T66" fmla="*/ 1478 w 2049"/>
              <a:gd name="T67" fmla="*/ 1743 h 2048"/>
              <a:gd name="T68" fmla="*/ 1389 w 2049"/>
              <a:gd name="T69" fmla="*/ 629 h 2048"/>
              <a:gd name="T70" fmla="*/ 1385 w 2049"/>
              <a:gd name="T71" fmla="*/ 720 h 2048"/>
              <a:gd name="T72" fmla="*/ 1385 w 2049"/>
              <a:gd name="T73" fmla="*/ 840 h 2048"/>
              <a:gd name="T74" fmla="*/ 605 w 2049"/>
              <a:gd name="T75" fmla="*/ 780 h 2048"/>
              <a:gd name="T76" fmla="*/ 731 w 2049"/>
              <a:gd name="T77" fmla="*/ 720 h 2048"/>
              <a:gd name="T78" fmla="*/ 597 w 2049"/>
              <a:gd name="T79" fmla="*/ 653 h 2048"/>
              <a:gd name="T80" fmla="*/ 162 w 2049"/>
              <a:gd name="T81" fmla="*/ 655 h 2048"/>
              <a:gd name="T82" fmla="*/ 360 w 2049"/>
              <a:gd name="T83" fmla="*/ 809 h 2048"/>
              <a:gd name="T84" fmla="*/ 243 w 2049"/>
              <a:gd name="T85" fmla="*/ 1149 h 2048"/>
              <a:gd name="T86" fmla="*/ 121 w 2049"/>
              <a:gd name="T87" fmla="*/ 1204 h 2048"/>
              <a:gd name="T88" fmla="*/ 253 w 2049"/>
              <a:gd name="T89" fmla="*/ 1444 h 20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049" h="2048">
                <a:moveTo>
                  <a:pt x="485" y="1144"/>
                </a:moveTo>
                <a:cubicBezTo>
                  <a:pt x="485" y="1111"/>
                  <a:pt x="512" y="1084"/>
                  <a:pt x="545" y="1084"/>
                </a:cubicBezTo>
                <a:cubicBezTo>
                  <a:pt x="578" y="1084"/>
                  <a:pt x="605" y="1111"/>
                  <a:pt x="605" y="1144"/>
                </a:cubicBezTo>
                <a:cubicBezTo>
                  <a:pt x="605" y="1177"/>
                  <a:pt x="578" y="1204"/>
                  <a:pt x="545" y="1204"/>
                </a:cubicBezTo>
                <a:cubicBezTo>
                  <a:pt x="512" y="1204"/>
                  <a:pt x="485" y="1177"/>
                  <a:pt x="485" y="1144"/>
                </a:cubicBezTo>
                <a:close/>
                <a:moveTo>
                  <a:pt x="1025" y="480"/>
                </a:moveTo>
                <a:cubicBezTo>
                  <a:pt x="1145" y="480"/>
                  <a:pt x="1145" y="480"/>
                  <a:pt x="1145" y="480"/>
                </a:cubicBezTo>
                <a:cubicBezTo>
                  <a:pt x="1178" y="480"/>
                  <a:pt x="1205" y="453"/>
                  <a:pt x="1205" y="420"/>
                </a:cubicBezTo>
                <a:cubicBezTo>
                  <a:pt x="1205" y="387"/>
                  <a:pt x="1178" y="360"/>
                  <a:pt x="1145" y="360"/>
                </a:cubicBezTo>
                <a:cubicBezTo>
                  <a:pt x="1085" y="360"/>
                  <a:pt x="1085" y="360"/>
                  <a:pt x="1085" y="360"/>
                </a:cubicBezTo>
                <a:cubicBezTo>
                  <a:pt x="1085" y="300"/>
                  <a:pt x="1085" y="300"/>
                  <a:pt x="1085" y="300"/>
                </a:cubicBezTo>
                <a:cubicBezTo>
                  <a:pt x="1085" y="267"/>
                  <a:pt x="1058" y="240"/>
                  <a:pt x="1025" y="240"/>
                </a:cubicBezTo>
                <a:cubicBezTo>
                  <a:pt x="992" y="240"/>
                  <a:pt x="965" y="267"/>
                  <a:pt x="965" y="300"/>
                </a:cubicBezTo>
                <a:cubicBezTo>
                  <a:pt x="965" y="420"/>
                  <a:pt x="965" y="420"/>
                  <a:pt x="965" y="420"/>
                </a:cubicBezTo>
                <a:cubicBezTo>
                  <a:pt x="965" y="453"/>
                  <a:pt x="992" y="480"/>
                  <a:pt x="1025" y="480"/>
                </a:cubicBezTo>
                <a:close/>
                <a:moveTo>
                  <a:pt x="217" y="1564"/>
                </a:moveTo>
                <a:cubicBezTo>
                  <a:pt x="61" y="1564"/>
                  <a:pt x="61" y="1564"/>
                  <a:pt x="61" y="1564"/>
                </a:cubicBezTo>
                <a:cubicBezTo>
                  <a:pt x="28" y="1564"/>
                  <a:pt x="1" y="1537"/>
                  <a:pt x="1" y="1504"/>
                </a:cubicBezTo>
                <a:cubicBezTo>
                  <a:pt x="1" y="1144"/>
                  <a:pt x="1" y="1144"/>
                  <a:pt x="1" y="1144"/>
                </a:cubicBezTo>
                <a:cubicBezTo>
                  <a:pt x="1" y="1111"/>
                  <a:pt x="28" y="1084"/>
                  <a:pt x="61" y="1084"/>
                </a:cubicBezTo>
                <a:cubicBezTo>
                  <a:pt x="131" y="1084"/>
                  <a:pt x="131" y="1084"/>
                  <a:pt x="131" y="1084"/>
                </a:cubicBezTo>
                <a:cubicBezTo>
                  <a:pt x="146" y="997"/>
                  <a:pt x="176" y="912"/>
                  <a:pt x="219" y="837"/>
                </a:cubicBezTo>
                <a:cubicBezTo>
                  <a:pt x="28" y="710"/>
                  <a:pt x="28" y="710"/>
                  <a:pt x="28" y="710"/>
                </a:cubicBezTo>
                <a:cubicBezTo>
                  <a:pt x="13" y="700"/>
                  <a:pt x="3" y="684"/>
                  <a:pt x="1" y="666"/>
                </a:cubicBezTo>
                <a:cubicBezTo>
                  <a:pt x="0" y="648"/>
                  <a:pt x="6" y="630"/>
                  <a:pt x="19" y="618"/>
                </a:cubicBezTo>
                <a:cubicBezTo>
                  <a:pt x="164" y="472"/>
                  <a:pt x="391" y="436"/>
                  <a:pt x="576" y="532"/>
                </a:cubicBezTo>
                <a:cubicBezTo>
                  <a:pt x="589" y="527"/>
                  <a:pt x="603" y="522"/>
                  <a:pt x="616" y="517"/>
                </a:cubicBezTo>
                <a:cubicBezTo>
                  <a:pt x="609" y="486"/>
                  <a:pt x="605" y="453"/>
                  <a:pt x="605" y="420"/>
                </a:cubicBezTo>
                <a:cubicBezTo>
                  <a:pt x="605" y="188"/>
                  <a:pt x="793" y="0"/>
                  <a:pt x="1025" y="0"/>
                </a:cubicBezTo>
                <a:cubicBezTo>
                  <a:pt x="1257" y="0"/>
                  <a:pt x="1445" y="188"/>
                  <a:pt x="1445" y="420"/>
                </a:cubicBezTo>
                <a:cubicBezTo>
                  <a:pt x="1445" y="453"/>
                  <a:pt x="1441" y="486"/>
                  <a:pt x="1434" y="517"/>
                </a:cubicBezTo>
                <a:cubicBezTo>
                  <a:pt x="1622" y="581"/>
                  <a:pt x="1784" y="723"/>
                  <a:pt x="1868" y="915"/>
                </a:cubicBezTo>
                <a:cubicBezTo>
                  <a:pt x="1906" y="882"/>
                  <a:pt x="1929" y="833"/>
                  <a:pt x="1929" y="780"/>
                </a:cubicBezTo>
                <a:cubicBezTo>
                  <a:pt x="1929" y="747"/>
                  <a:pt x="1956" y="720"/>
                  <a:pt x="1989" y="720"/>
                </a:cubicBezTo>
                <a:cubicBezTo>
                  <a:pt x="2022" y="720"/>
                  <a:pt x="2049" y="747"/>
                  <a:pt x="2049" y="780"/>
                </a:cubicBezTo>
                <a:cubicBezTo>
                  <a:pt x="2049" y="885"/>
                  <a:pt x="1995" y="980"/>
                  <a:pt x="1908" y="1034"/>
                </a:cubicBezTo>
                <a:cubicBezTo>
                  <a:pt x="1922" y="1090"/>
                  <a:pt x="1929" y="1147"/>
                  <a:pt x="1929" y="1204"/>
                </a:cubicBezTo>
                <a:cubicBezTo>
                  <a:pt x="1929" y="1467"/>
                  <a:pt x="1783" y="1705"/>
                  <a:pt x="1565" y="1832"/>
                </a:cubicBezTo>
                <a:cubicBezTo>
                  <a:pt x="1565" y="1988"/>
                  <a:pt x="1565" y="1988"/>
                  <a:pt x="1565" y="1988"/>
                </a:cubicBezTo>
                <a:cubicBezTo>
                  <a:pt x="1565" y="2021"/>
                  <a:pt x="1538" y="2048"/>
                  <a:pt x="1505" y="2048"/>
                </a:cubicBezTo>
                <a:cubicBezTo>
                  <a:pt x="1265" y="2048"/>
                  <a:pt x="1265" y="2048"/>
                  <a:pt x="1265" y="2048"/>
                </a:cubicBezTo>
                <a:cubicBezTo>
                  <a:pt x="1249" y="2048"/>
                  <a:pt x="1234" y="2042"/>
                  <a:pt x="1223" y="2030"/>
                </a:cubicBezTo>
                <a:cubicBezTo>
                  <a:pt x="1120" y="1928"/>
                  <a:pt x="1120" y="1928"/>
                  <a:pt x="1120" y="1928"/>
                </a:cubicBezTo>
                <a:cubicBezTo>
                  <a:pt x="930" y="1928"/>
                  <a:pt x="930" y="1928"/>
                  <a:pt x="930" y="1928"/>
                </a:cubicBezTo>
                <a:cubicBezTo>
                  <a:pt x="827" y="2030"/>
                  <a:pt x="827" y="2030"/>
                  <a:pt x="827" y="2030"/>
                </a:cubicBezTo>
                <a:cubicBezTo>
                  <a:pt x="816" y="2042"/>
                  <a:pt x="801" y="2048"/>
                  <a:pt x="785" y="2048"/>
                </a:cubicBezTo>
                <a:cubicBezTo>
                  <a:pt x="545" y="2048"/>
                  <a:pt x="545" y="2048"/>
                  <a:pt x="545" y="2048"/>
                </a:cubicBezTo>
                <a:cubicBezTo>
                  <a:pt x="512" y="2048"/>
                  <a:pt x="485" y="2021"/>
                  <a:pt x="485" y="1988"/>
                </a:cubicBezTo>
                <a:cubicBezTo>
                  <a:pt x="485" y="1832"/>
                  <a:pt x="485" y="1832"/>
                  <a:pt x="485" y="1832"/>
                </a:cubicBezTo>
                <a:cubicBezTo>
                  <a:pt x="375" y="1768"/>
                  <a:pt x="281" y="1674"/>
                  <a:pt x="217" y="1564"/>
                </a:cubicBezTo>
                <a:close/>
                <a:moveTo>
                  <a:pt x="725" y="420"/>
                </a:moveTo>
                <a:cubicBezTo>
                  <a:pt x="725" y="585"/>
                  <a:pt x="860" y="720"/>
                  <a:pt x="1025" y="720"/>
                </a:cubicBezTo>
                <a:cubicBezTo>
                  <a:pt x="1190" y="720"/>
                  <a:pt x="1325" y="585"/>
                  <a:pt x="1325" y="420"/>
                </a:cubicBezTo>
                <a:cubicBezTo>
                  <a:pt x="1325" y="255"/>
                  <a:pt x="1190" y="120"/>
                  <a:pt x="1025" y="120"/>
                </a:cubicBezTo>
                <a:cubicBezTo>
                  <a:pt x="860" y="120"/>
                  <a:pt x="725" y="255"/>
                  <a:pt x="725" y="420"/>
                </a:cubicBezTo>
                <a:close/>
                <a:moveTo>
                  <a:pt x="306" y="1477"/>
                </a:moveTo>
                <a:cubicBezTo>
                  <a:pt x="364" y="1589"/>
                  <a:pt x="460" y="1685"/>
                  <a:pt x="572" y="1743"/>
                </a:cubicBezTo>
                <a:cubicBezTo>
                  <a:pt x="592" y="1753"/>
                  <a:pt x="605" y="1774"/>
                  <a:pt x="605" y="1796"/>
                </a:cubicBezTo>
                <a:cubicBezTo>
                  <a:pt x="605" y="1928"/>
                  <a:pt x="605" y="1928"/>
                  <a:pt x="605" y="1928"/>
                </a:cubicBezTo>
                <a:cubicBezTo>
                  <a:pt x="760" y="1928"/>
                  <a:pt x="760" y="1928"/>
                  <a:pt x="760" y="1928"/>
                </a:cubicBezTo>
                <a:cubicBezTo>
                  <a:pt x="863" y="1826"/>
                  <a:pt x="863" y="1826"/>
                  <a:pt x="863" y="1826"/>
                </a:cubicBezTo>
                <a:cubicBezTo>
                  <a:pt x="874" y="1814"/>
                  <a:pt x="889" y="1808"/>
                  <a:pt x="905" y="1808"/>
                </a:cubicBezTo>
                <a:cubicBezTo>
                  <a:pt x="1145" y="1808"/>
                  <a:pt x="1145" y="1808"/>
                  <a:pt x="1145" y="1808"/>
                </a:cubicBezTo>
                <a:cubicBezTo>
                  <a:pt x="1161" y="1808"/>
                  <a:pt x="1176" y="1814"/>
                  <a:pt x="1187" y="1826"/>
                </a:cubicBezTo>
                <a:cubicBezTo>
                  <a:pt x="1290" y="1928"/>
                  <a:pt x="1290" y="1928"/>
                  <a:pt x="1290" y="1928"/>
                </a:cubicBezTo>
                <a:cubicBezTo>
                  <a:pt x="1445" y="1928"/>
                  <a:pt x="1445" y="1928"/>
                  <a:pt x="1445" y="1928"/>
                </a:cubicBezTo>
                <a:cubicBezTo>
                  <a:pt x="1445" y="1796"/>
                  <a:pt x="1445" y="1796"/>
                  <a:pt x="1445" y="1796"/>
                </a:cubicBezTo>
                <a:cubicBezTo>
                  <a:pt x="1445" y="1774"/>
                  <a:pt x="1458" y="1753"/>
                  <a:pt x="1478" y="1743"/>
                </a:cubicBezTo>
                <a:cubicBezTo>
                  <a:pt x="1679" y="1640"/>
                  <a:pt x="1809" y="1428"/>
                  <a:pt x="1809" y="1204"/>
                </a:cubicBezTo>
                <a:cubicBezTo>
                  <a:pt x="1809" y="943"/>
                  <a:pt x="1635" y="708"/>
                  <a:pt x="1389" y="629"/>
                </a:cubicBezTo>
                <a:cubicBezTo>
                  <a:pt x="1370" y="662"/>
                  <a:pt x="1346" y="693"/>
                  <a:pt x="1319" y="720"/>
                </a:cubicBezTo>
                <a:cubicBezTo>
                  <a:pt x="1385" y="720"/>
                  <a:pt x="1385" y="720"/>
                  <a:pt x="1385" y="720"/>
                </a:cubicBezTo>
                <a:cubicBezTo>
                  <a:pt x="1418" y="720"/>
                  <a:pt x="1445" y="747"/>
                  <a:pt x="1445" y="780"/>
                </a:cubicBezTo>
                <a:cubicBezTo>
                  <a:pt x="1445" y="813"/>
                  <a:pt x="1418" y="840"/>
                  <a:pt x="1385" y="840"/>
                </a:cubicBezTo>
                <a:cubicBezTo>
                  <a:pt x="665" y="840"/>
                  <a:pt x="665" y="840"/>
                  <a:pt x="665" y="840"/>
                </a:cubicBezTo>
                <a:cubicBezTo>
                  <a:pt x="632" y="840"/>
                  <a:pt x="605" y="813"/>
                  <a:pt x="605" y="780"/>
                </a:cubicBezTo>
                <a:cubicBezTo>
                  <a:pt x="605" y="747"/>
                  <a:pt x="632" y="720"/>
                  <a:pt x="665" y="720"/>
                </a:cubicBezTo>
                <a:cubicBezTo>
                  <a:pt x="731" y="720"/>
                  <a:pt x="731" y="720"/>
                  <a:pt x="731" y="720"/>
                </a:cubicBezTo>
                <a:cubicBezTo>
                  <a:pt x="704" y="693"/>
                  <a:pt x="680" y="662"/>
                  <a:pt x="661" y="629"/>
                </a:cubicBezTo>
                <a:cubicBezTo>
                  <a:pt x="639" y="636"/>
                  <a:pt x="618" y="644"/>
                  <a:pt x="597" y="653"/>
                </a:cubicBezTo>
                <a:cubicBezTo>
                  <a:pt x="579" y="662"/>
                  <a:pt x="558" y="660"/>
                  <a:pt x="541" y="650"/>
                </a:cubicBezTo>
                <a:cubicBezTo>
                  <a:pt x="424" y="579"/>
                  <a:pt x="275" y="583"/>
                  <a:pt x="162" y="655"/>
                </a:cubicBezTo>
                <a:cubicBezTo>
                  <a:pt x="334" y="770"/>
                  <a:pt x="334" y="770"/>
                  <a:pt x="334" y="770"/>
                </a:cubicBezTo>
                <a:cubicBezTo>
                  <a:pt x="348" y="779"/>
                  <a:pt x="357" y="793"/>
                  <a:pt x="360" y="809"/>
                </a:cubicBezTo>
                <a:cubicBezTo>
                  <a:pt x="363" y="825"/>
                  <a:pt x="360" y="841"/>
                  <a:pt x="350" y="855"/>
                </a:cubicBezTo>
                <a:cubicBezTo>
                  <a:pt x="291" y="939"/>
                  <a:pt x="253" y="1044"/>
                  <a:pt x="243" y="1149"/>
                </a:cubicBezTo>
                <a:cubicBezTo>
                  <a:pt x="241" y="1180"/>
                  <a:pt x="215" y="1204"/>
                  <a:pt x="184" y="1204"/>
                </a:cubicBezTo>
                <a:cubicBezTo>
                  <a:pt x="121" y="1204"/>
                  <a:pt x="121" y="1204"/>
                  <a:pt x="121" y="1204"/>
                </a:cubicBezTo>
                <a:cubicBezTo>
                  <a:pt x="121" y="1444"/>
                  <a:pt x="121" y="1444"/>
                  <a:pt x="121" y="1444"/>
                </a:cubicBezTo>
                <a:cubicBezTo>
                  <a:pt x="253" y="1444"/>
                  <a:pt x="253" y="1444"/>
                  <a:pt x="253" y="1444"/>
                </a:cubicBezTo>
                <a:cubicBezTo>
                  <a:pt x="275" y="1444"/>
                  <a:pt x="296" y="1457"/>
                  <a:pt x="306" y="147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2" name="Freeform 10">
            <a:extLst>
              <a:ext uri="{FF2B5EF4-FFF2-40B4-BE49-F238E27FC236}">
                <a16:creationId xmlns:a16="http://schemas.microsoft.com/office/drawing/2014/main" id="{8D642B30-B285-4E09-88B3-25E19CBC78C6}"/>
              </a:ext>
            </a:extLst>
          </p:cNvPr>
          <p:cNvSpPr>
            <a:spLocks noEditPoints="1"/>
          </p:cNvSpPr>
          <p:nvPr/>
        </p:nvSpPr>
        <p:spPr bwMode="auto">
          <a:xfrm>
            <a:off x="10306220" y="1506511"/>
            <a:ext cx="430486" cy="489638"/>
          </a:xfrm>
          <a:custGeom>
            <a:avLst/>
            <a:gdLst>
              <a:gd name="T0" fmla="*/ 137 w 1800"/>
              <a:gd name="T1" fmla="*/ 1334 h 2048"/>
              <a:gd name="T2" fmla="*/ 495 w 1800"/>
              <a:gd name="T3" fmla="*/ 1804 h 2048"/>
              <a:gd name="T4" fmla="*/ 1305 w 1800"/>
              <a:gd name="T5" fmla="*/ 1804 h 2048"/>
              <a:gd name="T6" fmla="*/ 1663 w 1800"/>
              <a:gd name="T7" fmla="*/ 1334 h 2048"/>
              <a:gd name="T8" fmla="*/ 1661 w 1800"/>
              <a:gd name="T9" fmla="*/ 712 h 2048"/>
              <a:gd name="T10" fmla="*/ 1305 w 1800"/>
              <a:gd name="T11" fmla="*/ 246 h 2048"/>
              <a:gd name="T12" fmla="*/ 495 w 1800"/>
              <a:gd name="T13" fmla="*/ 246 h 2048"/>
              <a:gd name="T14" fmla="*/ 139 w 1800"/>
              <a:gd name="T15" fmla="*/ 712 h 2048"/>
              <a:gd name="T16" fmla="*/ 960 w 1800"/>
              <a:gd name="T17" fmla="*/ 123 h 2048"/>
              <a:gd name="T18" fmla="*/ 1264 w 1800"/>
              <a:gd name="T19" fmla="*/ 364 h 2048"/>
              <a:gd name="T20" fmla="*/ 1556 w 1800"/>
              <a:gd name="T21" fmla="*/ 643 h 2048"/>
              <a:gd name="T22" fmla="*/ 1206 w 1800"/>
              <a:gd name="T23" fmla="*/ 660 h 2048"/>
              <a:gd name="T24" fmla="*/ 1200 w 1800"/>
              <a:gd name="T25" fmla="*/ 569 h 2048"/>
              <a:gd name="T26" fmla="*/ 1115 w 1800"/>
              <a:gd name="T27" fmla="*/ 484 h 2048"/>
              <a:gd name="T28" fmla="*/ 1124 w 1800"/>
              <a:gd name="T29" fmla="*/ 748 h 2048"/>
              <a:gd name="T30" fmla="*/ 1140 w 1800"/>
              <a:gd name="T31" fmla="*/ 964 h 2048"/>
              <a:gd name="T32" fmla="*/ 1380 w 1800"/>
              <a:gd name="T33" fmla="*/ 724 h 2048"/>
              <a:gd name="T34" fmla="*/ 1380 w 1800"/>
              <a:gd name="T35" fmla="*/ 1324 h 2048"/>
              <a:gd name="T36" fmla="*/ 1380 w 1800"/>
              <a:gd name="T37" fmla="*/ 1444 h 2048"/>
              <a:gd name="T38" fmla="*/ 1560 w 1800"/>
              <a:gd name="T39" fmla="*/ 1444 h 2048"/>
              <a:gd name="T40" fmla="*/ 1197 w 1800"/>
              <a:gd name="T41" fmla="*/ 1730 h 2048"/>
              <a:gd name="T42" fmla="*/ 960 w 1800"/>
              <a:gd name="T43" fmla="*/ 123 h 2048"/>
              <a:gd name="T44" fmla="*/ 600 w 1800"/>
              <a:gd name="T45" fmla="*/ 904 h 2048"/>
              <a:gd name="T46" fmla="*/ 720 w 1800"/>
              <a:gd name="T47" fmla="*/ 904 h 2048"/>
              <a:gd name="T48" fmla="*/ 715 w 1800"/>
              <a:gd name="T49" fmla="*/ 652 h 2048"/>
              <a:gd name="T50" fmla="*/ 582 w 1800"/>
              <a:gd name="T51" fmla="*/ 484 h 2048"/>
              <a:gd name="T52" fmla="*/ 598 w 1800"/>
              <a:gd name="T53" fmla="*/ 625 h 2048"/>
              <a:gd name="T54" fmla="*/ 420 w 1800"/>
              <a:gd name="T55" fmla="*/ 604 h 2048"/>
              <a:gd name="T56" fmla="*/ 240 w 1800"/>
              <a:gd name="T57" fmla="*/ 604 h 2048"/>
              <a:gd name="T58" fmla="*/ 543 w 1800"/>
              <a:gd name="T59" fmla="*/ 364 h 2048"/>
              <a:gd name="T60" fmla="*/ 603 w 1800"/>
              <a:gd name="T61" fmla="*/ 312 h 2048"/>
              <a:gd name="T62" fmla="*/ 840 w 1800"/>
              <a:gd name="T63" fmla="*/ 1925 h 2048"/>
              <a:gd name="T64" fmla="*/ 530 w 1800"/>
              <a:gd name="T65" fmla="*/ 1679 h 2048"/>
              <a:gd name="T66" fmla="*/ 243 w 1800"/>
              <a:gd name="T67" fmla="*/ 1405 h 2048"/>
              <a:gd name="T68" fmla="*/ 480 w 1800"/>
              <a:gd name="T69" fmla="*/ 1384 h 2048"/>
              <a:gd name="T70" fmla="*/ 120 w 1800"/>
              <a:gd name="T71" fmla="*/ 1024 h 2048"/>
              <a:gd name="T72" fmla="*/ 1260 w 1800"/>
              <a:gd name="T73" fmla="*/ 1564 h 2048"/>
              <a:gd name="T74" fmla="*/ 1080 w 1800"/>
              <a:gd name="T75" fmla="*/ 1264 h 2048"/>
              <a:gd name="T76" fmla="*/ 1320 w 1800"/>
              <a:gd name="T77" fmla="*/ 1024 h 2048"/>
              <a:gd name="T78" fmla="*/ 1440 w 1800"/>
              <a:gd name="T79" fmla="*/ 1024 h 2048"/>
              <a:gd name="T80" fmla="*/ 1200 w 1800"/>
              <a:gd name="T81" fmla="*/ 1264 h 2048"/>
              <a:gd name="T82" fmla="*/ 1260 w 1800"/>
              <a:gd name="T83" fmla="*/ 1444 h 2048"/>
              <a:gd name="T84" fmla="*/ 1260 w 1800"/>
              <a:gd name="T85" fmla="*/ 1564 h 2048"/>
              <a:gd name="T86" fmla="*/ 420 w 1800"/>
              <a:gd name="T87" fmla="*/ 964 h 2048"/>
              <a:gd name="T88" fmla="*/ 540 w 1800"/>
              <a:gd name="T89" fmla="*/ 1084 h 2048"/>
              <a:gd name="T90" fmla="*/ 720 w 1800"/>
              <a:gd name="T91" fmla="*/ 1384 h 2048"/>
              <a:gd name="T92" fmla="*/ 480 w 1800"/>
              <a:gd name="T93" fmla="*/ 1504 h 2048"/>
              <a:gd name="T94" fmla="*/ 600 w 1800"/>
              <a:gd name="T95" fmla="*/ 1384 h 2048"/>
              <a:gd name="T96" fmla="*/ 540 w 1800"/>
              <a:gd name="T97" fmla="*/ 1204 h 20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800" h="2048">
                <a:moveTo>
                  <a:pt x="0" y="1024"/>
                </a:moveTo>
                <a:cubicBezTo>
                  <a:pt x="0" y="1147"/>
                  <a:pt x="53" y="1257"/>
                  <a:pt x="137" y="1334"/>
                </a:cubicBezTo>
                <a:cubicBezTo>
                  <a:pt x="126" y="1369"/>
                  <a:pt x="120" y="1406"/>
                  <a:pt x="120" y="1444"/>
                </a:cubicBezTo>
                <a:cubicBezTo>
                  <a:pt x="120" y="1649"/>
                  <a:pt x="291" y="1812"/>
                  <a:pt x="495" y="1804"/>
                </a:cubicBezTo>
                <a:cubicBezTo>
                  <a:pt x="546" y="1985"/>
                  <a:pt x="712" y="2048"/>
                  <a:pt x="900" y="2048"/>
                </a:cubicBezTo>
                <a:cubicBezTo>
                  <a:pt x="1088" y="2048"/>
                  <a:pt x="1254" y="1985"/>
                  <a:pt x="1305" y="1804"/>
                </a:cubicBezTo>
                <a:cubicBezTo>
                  <a:pt x="1510" y="1812"/>
                  <a:pt x="1680" y="1648"/>
                  <a:pt x="1680" y="1444"/>
                </a:cubicBezTo>
                <a:cubicBezTo>
                  <a:pt x="1680" y="1406"/>
                  <a:pt x="1674" y="1369"/>
                  <a:pt x="1663" y="1334"/>
                </a:cubicBezTo>
                <a:cubicBezTo>
                  <a:pt x="1747" y="1257"/>
                  <a:pt x="1800" y="1147"/>
                  <a:pt x="1800" y="1024"/>
                </a:cubicBezTo>
                <a:cubicBezTo>
                  <a:pt x="1800" y="900"/>
                  <a:pt x="1746" y="789"/>
                  <a:pt x="1661" y="712"/>
                </a:cubicBezTo>
                <a:cubicBezTo>
                  <a:pt x="1674" y="677"/>
                  <a:pt x="1680" y="641"/>
                  <a:pt x="1680" y="604"/>
                </a:cubicBezTo>
                <a:cubicBezTo>
                  <a:pt x="1680" y="419"/>
                  <a:pt x="1516" y="265"/>
                  <a:pt x="1305" y="246"/>
                </a:cubicBezTo>
                <a:cubicBezTo>
                  <a:pt x="1256" y="64"/>
                  <a:pt x="1089" y="0"/>
                  <a:pt x="900" y="0"/>
                </a:cubicBezTo>
                <a:cubicBezTo>
                  <a:pt x="711" y="0"/>
                  <a:pt x="544" y="63"/>
                  <a:pt x="495" y="246"/>
                </a:cubicBezTo>
                <a:cubicBezTo>
                  <a:pt x="284" y="266"/>
                  <a:pt x="120" y="419"/>
                  <a:pt x="120" y="604"/>
                </a:cubicBezTo>
                <a:cubicBezTo>
                  <a:pt x="120" y="641"/>
                  <a:pt x="126" y="677"/>
                  <a:pt x="139" y="712"/>
                </a:cubicBezTo>
                <a:cubicBezTo>
                  <a:pt x="54" y="789"/>
                  <a:pt x="0" y="900"/>
                  <a:pt x="0" y="1024"/>
                </a:cubicBezTo>
                <a:close/>
                <a:moveTo>
                  <a:pt x="960" y="123"/>
                </a:moveTo>
                <a:cubicBezTo>
                  <a:pt x="1120" y="137"/>
                  <a:pt x="1182" y="210"/>
                  <a:pt x="1197" y="313"/>
                </a:cubicBezTo>
                <a:cubicBezTo>
                  <a:pt x="1201" y="344"/>
                  <a:pt x="1230" y="368"/>
                  <a:pt x="1264" y="364"/>
                </a:cubicBezTo>
                <a:cubicBezTo>
                  <a:pt x="1428" y="366"/>
                  <a:pt x="1560" y="473"/>
                  <a:pt x="1560" y="604"/>
                </a:cubicBezTo>
                <a:cubicBezTo>
                  <a:pt x="1560" y="617"/>
                  <a:pt x="1559" y="630"/>
                  <a:pt x="1556" y="643"/>
                </a:cubicBezTo>
                <a:cubicBezTo>
                  <a:pt x="1502" y="618"/>
                  <a:pt x="1443" y="604"/>
                  <a:pt x="1380" y="604"/>
                </a:cubicBezTo>
                <a:cubicBezTo>
                  <a:pt x="1315" y="604"/>
                  <a:pt x="1255" y="625"/>
                  <a:pt x="1206" y="660"/>
                </a:cubicBezTo>
                <a:cubicBezTo>
                  <a:pt x="1191" y="649"/>
                  <a:pt x="1186" y="633"/>
                  <a:pt x="1184" y="625"/>
                </a:cubicBezTo>
                <a:cubicBezTo>
                  <a:pt x="1181" y="616"/>
                  <a:pt x="1178" y="590"/>
                  <a:pt x="1200" y="569"/>
                </a:cubicBezTo>
                <a:cubicBezTo>
                  <a:pt x="1223" y="546"/>
                  <a:pt x="1223" y="508"/>
                  <a:pt x="1200" y="484"/>
                </a:cubicBezTo>
                <a:cubicBezTo>
                  <a:pt x="1176" y="461"/>
                  <a:pt x="1138" y="461"/>
                  <a:pt x="1115" y="484"/>
                </a:cubicBezTo>
                <a:cubicBezTo>
                  <a:pt x="1070" y="529"/>
                  <a:pt x="1053" y="592"/>
                  <a:pt x="1067" y="653"/>
                </a:cubicBezTo>
                <a:cubicBezTo>
                  <a:pt x="1076" y="691"/>
                  <a:pt x="1096" y="723"/>
                  <a:pt x="1124" y="748"/>
                </a:cubicBezTo>
                <a:cubicBezTo>
                  <a:pt x="1096" y="793"/>
                  <a:pt x="1080" y="847"/>
                  <a:pt x="1080" y="904"/>
                </a:cubicBezTo>
                <a:cubicBezTo>
                  <a:pt x="1080" y="937"/>
                  <a:pt x="1107" y="964"/>
                  <a:pt x="1140" y="964"/>
                </a:cubicBezTo>
                <a:cubicBezTo>
                  <a:pt x="1173" y="964"/>
                  <a:pt x="1200" y="937"/>
                  <a:pt x="1200" y="904"/>
                </a:cubicBezTo>
                <a:cubicBezTo>
                  <a:pt x="1200" y="805"/>
                  <a:pt x="1281" y="724"/>
                  <a:pt x="1380" y="724"/>
                </a:cubicBezTo>
                <a:cubicBezTo>
                  <a:pt x="1545" y="724"/>
                  <a:pt x="1680" y="859"/>
                  <a:pt x="1680" y="1024"/>
                </a:cubicBezTo>
                <a:cubicBezTo>
                  <a:pt x="1680" y="1189"/>
                  <a:pt x="1545" y="1324"/>
                  <a:pt x="1380" y="1324"/>
                </a:cubicBezTo>
                <a:cubicBezTo>
                  <a:pt x="1347" y="1324"/>
                  <a:pt x="1320" y="1351"/>
                  <a:pt x="1320" y="1384"/>
                </a:cubicBezTo>
                <a:cubicBezTo>
                  <a:pt x="1320" y="1417"/>
                  <a:pt x="1347" y="1444"/>
                  <a:pt x="1380" y="1444"/>
                </a:cubicBezTo>
                <a:cubicBezTo>
                  <a:pt x="1443" y="1444"/>
                  <a:pt x="1503" y="1430"/>
                  <a:pt x="1557" y="1405"/>
                </a:cubicBezTo>
                <a:cubicBezTo>
                  <a:pt x="1559" y="1418"/>
                  <a:pt x="1560" y="1431"/>
                  <a:pt x="1560" y="1444"/>
                </a:cubicBezTo>
                <a:cubicBezTo>
                  <a:pt x="1560" y="1597"/>
                  <a:pt x="1417" y="1711"/>
                  <a:pt x="1270" y="1679"/>
                </a:cubicBezTo>
                <a:cubicBezTo>
                  <a:pt x="1235" y="1671"/>
                  <a:pt x="1202" y="1695"/>
                  <a:pt x="1197" y="1730"/>
                </a:cubicBezTo>
                <a:cubicBezTo>
                  <a:pt x="1184" y="1836"/>
                  <a:pt x="1123" y="1910"/>
                  <a:pt x="960" y="1925"/>
                </a:cubicBezTo>
                <a:lnTo>
                  <a:pt x="960" y="123"/>
                </a:lnTo>
                <a:close/>
                <a:moveTo>
                  <a:pt x="420" y="724"/>
                </a:moveTo>
                <a:cubicBezTo>
                  <a:pt x="519" y="724"/>
                  <a:pt x="600" y="805"/>
                  <a:pt x="600" y="904"/>
                </a:cubicBezTo>
                <a:cubicBezTo>
                  <a:pt x="600" y="937"/>
                  <a:pt x="627" y="964"/>
                  <a:pt x="660" y="964"/>
                </a:cubicBezTo>
                <a:cubicBezTo>
                  <a:pt x="693" y="964"/>
                  <a:pt x="720" y="937"/>
                  <a:pt x="720" y="904"/>
                </a:cubicBezTo>
                <a:cubicBezTo>
                  <a:pt x="720" y="842"/>
                  <a:pt x="701" y="785"/>
                  <a:pt x="669" y="737"/>
                </a:cubicBezTo>
                <a:cubicBezTo>
                  <a:pt x="692" y="714"/>
                  <a:pt x="708" y="685"/>
                  <a:pt x="715" y="652"/>
                </a:cubicBezTo>
                <a:cubicBezTo>
                  <a:pt x="729" y="591"/>
                  <a:pt x="711" y="528"/>
                  <a:pt x="667" y="484"/>
                </a:cubicBezTo>
                <a:cubicBezTo>
                  <a:pt x="644" y="461"/>
                  <a:pt x="606" y="461"/>
                  <a:pt x="582" y="484"/>
                </a:cubicBezTo>
                <a:cubicBezTo>
                  <a:pt x="559" y="508"/>
                  <a:pt x="559" y="546"/>
                  <a:pt x="582" y="569"/>
                </a:cubicBezTo>
                <a:cubicBezTo>
                  <a:pt x="604" y="590"/>
                  <a:pt x="601" y="615"/>
                  <a:pt x="598" y="625"/>
                </a:cubicBezTo>
                <a:cubicBezTo>
                  <a:pt x="597" y="631"/>
                  <a:pt x="593" y="643"/>
                  <a:pt x="584" y="653"/>
                </a:cubicBezTo>
                <a:cubicBezTo>
                  <a:pt x="537" y="622"/>
                  <a:pt x="480" y="604"/>
                  <a:pt x="420" y="604"/>
                </a:cubicBezTo>
                <a:cubicBezTo>
                  <a:pt x="357" y="604"/>
                  <a:pt x="298" y="618"/>
                  <a:pt x="244" y="643"/>
                </a:cubicBezTo>
                <a:cubicBezTo>
                  <a:pt x="241" y="630"/>
                  <a:pt x="240" y="617"/>
                  <a:pt x="240" y="604"/>
                </a:cubicBezTo>
                <a:cubicBezTo>
                  <a:pt x="240" y="472"/>
                  <a:pt x="375" y="364"/>
                  <a:pt x="540" y="364"/>
                </a:cubicBezTo>
                <a:cubicBezTo>
                  <a:pt x="541" y="364"/>
                  <a:pt x="542" y="364"/>
                  <a:pt x="543" y="364"/>
                </a:cubicBezTo>
                <a:cubicBezTo>
                  <a:pt x="543" y="364"/>
                  <a:pt x="544" y="364"/>
                  <a:pt x="544" y="364"/>
                </a:cubicBezTo>
                <a:cubicBezTo>
                  <a:pt x="574" y="364"/>
                  <a:pt x="599" y="342"/>
                  <a:pt x="603" y="312"/>
                </a:cubicBezTo>
                <a:cubicBezTo>
                  <a:pt x="618" y="210"/>
                  <a:pt x="679" y="137"/>
                  <a:pt x="840" y="123"/>
                </a:cubicBezTo>
                <a:cubicBezTo>
                  <a:pt x="840" y="1925"/>
                  <a:pt x="840" y="1925"/>
                  <a:pt x="840" y="1925"/>
                </a:cubicBezTo>
                <a:cubicBezTo>
                  <a:pt x="707" y="1913"/>
                  <a:pt x="619" y="1860"/>
                  <a:pt x="603" y="1730"/>
                </a:cubicBezTo>
                <a:cubicBezTo>
                  <a:pt x="598" y="1694"/>
                  <a:pt x="564" y="1671"/>
                  <a:pt x="530" y="1679"/>
                </a:cubicBezTo>
                <a:cubicBezTo>
                  <a:pt x="386" y="1711"/>
                  <a:pt x="240" y="1599"/>
                  <a:pt x="240" y="1444"/>
                </a:cubicBezTo>
                <a:cubicBezTo>
                  <a:pt x="240" y="1431"/>
                  <a:pt x="241" y="1418"/>
                  <a:pt x="243" y="1405"/>
                </a:cubicBezTo>
                <a:cubicBezTo>
                  <a:pt x="297" y="1430"/>
                  <a:pt x="357" y="1444"/>
                  <a:pt x="420" y="1444"/>
                </a:cubicBezTo>
                <a:cubicBezTo>
                  <a:pt x="453" y="1444"/>
                  <a:pt x="480" y="1417"/>
                  <a:pt x="480" y="1384"/>
                </a:cubicBezTo>
                <a:cubicBezTo>
                  <a:pt x="480" y="1351"/>
                  <a:pt x="453" y="1324"/>
                  <a:pt x="420" y="1324"/>
                </a:cubicBezTo>
                <a:cubicBezTo>
                  <a:pt x="255" y="1324"/>
                  <a:pt x="120" y="1189"/>
                  <a:pt x="120" y="1024"/>
                </a:cubicBezTo>
                <a:cubicBezTo>
                  <a:pt x="120" y="859"/>
                  <a:pt x="255" y="724"/>
                  <a:pt x="420" y="724"/>
                </a:cubicBezTo>
                <a:close/>
                <a:moveTo>
                  <a:pt x="1260" y="1564"/>
                </a:moveTo>
                <a:cubicBezTo>
                  <a:pt x="1161" y="1564"/>
                  <a:pt x="1080" y="1483"/>
                  <a:pt x="1080" y="1384"/>
                </a:cubicBezTo>
                <a:cubicBezTo>
                  <a:pt x="1080" y="1264"/>
                  <a:pt x="1080" y="1264"/>
                  <a:pt x="1080" y="1264"/>
                </a:cubicBezTo>
                <a:cubicBezTo>
                  <a:pt x="1080" y="1165"/>
                  <a:pt x="1161" y="1084"/>
                  <a:pt x="1260" y="1084"/>
                </a:cubicBezTo>
                <a:cubicBezTo>
                  <a:pt x="1293" y="1084"/>
                  <a:pt x="1320" y="1057"/>
                  <a:pt x="1320" y="1024"/>
                </a:cubicBezTo>
                <a:cubicBezTo>
                  <a:pt x="1320" y="991"/>
                  <a:pt x="1347" y="964"/>
                  <a:pt x="1380" y="964"/>
                </a:cubicBezTo>
                <a:cubicBezTo>
                  <a:pt x="1413" y="964"/>
                  <a:pt x="1440" y="991"/>
                  <a:pt x="1440" y="1024"/>
                </a:cubicBezTo>
                <a:cubicBezTo>
                  <a:pt x="1440" y="1123"/>
                  <a:pt x="1359" y="1204"/>
                  <a:pt x="1260" y="1204"/>
                </a:cubicBezTo>
                <a:cubicBezTo>
                  <a:pt x="1227" y="1204"/>
                  <a:pt x="1200" y="1231"/>
                  <a:pt x="1200" y="1264"/>
                </a:cubicBezTo>
                <a:cubicBezTo>
                  <a:pt x="1200" y="1384"/>
                  <a:pt x="1200" y="1384"/>
                  <a:pt x="1200" y="1384"/>
                </a:cubicBezTo>
                <a:cubicBezTo>
                  <a:pt x="1200" y="1417"/>
                  <a:pt x="1227" y="1444"/>
                  <a:pt x="1260" y="1444"/>
                </a:cubicBezTo>
                <a:cubicBezTo>
                  <a:pt x="1293" y="1444"/>
                  <a:pt x="1320" y="1471"/>
                  <a:pt x="1320" y="1504"/>
                </a:cubicBezTo>
                <a:cubicBezTo>
                  <a:pt x="1320" y="1537"/>
                  <a:pt x="1293" y="1564"/>
                  <a:pt x="1260" y="1564"/>
                </a:cubicBezTo>
                <a:close/>
                <a:moveTo>
                  <a:pt x="360" y="1024"/>
                </a:moveTo>
                <a:cubicBezTo>
                  <a:pt x="360" y="991"/>
                  <a:pt x="387" y="964"/>
                  <a:pt x="420" y="964"/>
                </a:cubicBezTo>
                <a:cubicBezTo>
                  <a:pt x="453" y="964"/>
                  <a:pt x="480" y="991"/>
                  <a:pt x="480" y="1024"/>
                </a:cubicBezTo>
                <a:cubicBezTo>
                  <a:pt x="480" y="1057"/>
                  <a:pt x="507" y="1084"/>
                  <a:pt x="540" y="1084"/>
                </a:cubicBezTo>
                <a:cubicBezTo>
                  <a:pt x="639" y="1084"/>
                  <a:pt x="720" y="1165"/>
                  <a:pt x="720" y="1264"/>
                </a:cubicBezTo>
                <a:cubicBezTo>
                  <a:pt x="720" y="1384"/>
                  <a:pt x="720" y="1384"/>
                  <a:pt x="720" y="1384"/>
                </a:cubicBezTo>
                <a:cubicBezTo>
                  <a:pt x="720" y="1483"/>
                  <a:pt x="639" y="1564"/>
                  <a:pt x="540" y="1564"/>
                </a:cubicBezTo>
                <a:cubicBezTo>
                  <a:pt x="507" y="1564"/>
                  <a:pt x="480" y="1537"/>
                  <a:pt x="480" y="1504"/>
                </a:cubicBezTo>
                <a:cubicBezTo>
                  <a:pt x="480" y="1471"/>
                  <a:pt x="507" y="1444"/>
                  <a:pt x="540" y="1444"/>
                </a:cubicBezTo>
                <a:cubicBezTo>
                  <a:pt x="573" y="1444"/>
                  <a:pt x="600" y="1417"/>
                  <a:pt x="600" y="1384"/>
                </a:cubicBezTo>
                <a:cubicBezTo>
                  <a:pt x="600" y="1264"/>
                  <a:pt x="600" y="1264"/>
                  <a:pt x="600" y="1264"/>
                </a:cubicBezTo>
                <a:cubicBezTo>
                  <a:pt x="600" y="1231"/>
                  <a:pt x="573" y="1204"/>
                  <a:pt x="540" y="1204"/>
                </a:cubicBezTo>
                <a:cubicBezTo>
                  <a:pt x="441" y="1204"/>
                  <a:pt x="360" y="1123"/>
                  <a:pt x="360" y="102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3" name="Freeform 53">
            <a:extLst>
              <a:ext uri="{FF2B5EF4-FFF2-40B4-BE49-F238E27FC236}">
                <a16:creationId xmlns:a16="http://schemas.microsoft.com/office/drawing/2014/main" id="{8DF9EEE1-E7C1-4928-B32D-09FF41774C62}"/>
              </a:ext>
            </a:extLst>
          </p:cNvPr>
          <p:cNvSpPr>
            <a:spLocks noEditPoints="1"/>
          </p:cNvSpPr>
          <p:nvPr/>
        </p:nvSpPr>
        <p:spPr bwMode="auto">
          <a:xfrm>
            <a:off x="1398168" y="3439157"/>
            <a:ext cx="489638" cy="489638"/>
          </a:xfrm>
          <a:custGeom>
            <a:avLst/>
            <a:gdLst>
              <a:gd name="T0" fmla="*/ 300 w 2048"/>
              <a:gd name="T1" fmla="*/ 1080 h 2048"/>
              <a:gd name="T2" fmla="*/ 360 w 2048"/>
              <a:gd name="T3" fmla="*/ 960 h 2048"/>
              <a:gd name="T4" fmla="*/ 445 w 2048"/>
              <a:gd name="T5" fmla="*/ 1091 h 2048"/>
              <a:gd name="T6" fmla="*/ 773 w 2048"/>
              <a:gd name="T7" fmla="*/ 1114 h 2048"/>
              <a:gd name="T8" fmla="*/ 999 w 2048"/>
              <a:gd name="T9" fmla="*/ 1032 h 2048"/>
              <a:gd name="T10" fmla="*/ 1224 w 2048"/>
              <a:gd name="T11" fmla="*/ 949 h 2048"/>
              <a:gd name="T12" fmla="*/ 1461 w 2048"/>
              <a:gd name="T13" fmla="*/ 840 h 2048"/>
              <a:gd name="T14" fmla="*/ 1688 w 2048"/>
              <a:gd name="T15" fmla="*/ 900 h 2048"/>
              <a:gd name="T16" fmla="*/ 1988 w 2048"/>
              <a:gd name="T17" fmla="*/ 960 h 2048"/>
              <a:gd name="T18" fmla="*/ 2048 w 2048"/>
              <a:gd name="T19" fmla="*/ 60 h 2048"/>
              <a:gd name="T20" fmla="*/ 1748 w 2048"/>
              <a:gd name="T21" fmla="*/ 0 h 2048"/>
              <a:gd name="T22" fmla="*/ 1688 w 2048"/>
              <a:gd name="T23" fmla="*/ 120 h 2048"/>
              <a:gd name="T24" fmla="*/ 1511 w 2048"/>
              <a:gd name="T25" fmla="*/ 102 h 2048"/>
              <a:gd name="T26" fmla="*/ 1334 w 2048"/>
              <a:gd name="T27" fmla="*/ 0 h 2048"/>
              <a:gd name="T28" fmla="*/ 858 w 2048"/>
              <a:gd name="T29" fmla="*/ 39 h 2048"/>
              <a:gd name="T30" fmla="*/ 360 w 2048"/>
              <a:gd name="T31" fmla="*/ 240 h 2048"/>
              <a:gd name="T32" fmla="*/ 300 w 2048"/>
              <a:gd name="T33" fmla="*/ 120 h 2048"/>
              <a:gd name="T34" fmla="*/ 0 w 2048"/>
              <a:gd name="T35" fmla="*/ 180 h 2048"/>
              <a:gd name="T36" fmla="*/ 60 w 2048"/>
              <a:gd name="T37" fmla="*/ 1080 h 2048"/>
              <a:gd name="T38" fmla="*/ 1928 w 2048"/>
              <a:gd name="T39" fmla="*/ 120 h 2048"/>
              <a:gd name="T40" fmla="*/ 1808 w 2048"/>
              <a:gd name="T41" fmla="*/ 840 h 2048"/>
              <a:gd name="T42" fmla="*/ 623 w 2048"/>
              <a:gd name="T43" fmla="*/ 381 h 2048"/>
              <a:gd name="T44" fmla="*/ 970 w 2048"/>
              <a:gd name="T45" fmla="*/ 120 h 2048"/>
              <a:gd name="T46" fmla="*/ 1377 w 2048"/>
              <a:gd name="T47" fmla="*/ 138 h 2048"/>
              <a:gd name="T48" fmla="*/ 1554 w 2048"/>
              <a:gd name="T49" fmla="*/ 240 h 2048"/>
              <a:gd name="T50" fmla="*/ 1688 w 2048"/>
              <a:gd name="T51" fmla="*/ 720 h 2048"/>
              <a:gd name="T52" fmla="*/ 1298 w 2048"/>
              <a:gd name="T53" fmla="*/ 279 h 2048"/>
              <a:gd name="T54" fmla="*/ 1012 w 2048"/>
              <a:gd name="T55" fmla="*/ 240 h 2048"/>
              <a:gd name="T56" fmla="*/ 698 w 2048"/>
              <a:gd name="T57" fmla="*/ 474 h 2048"/>
              <a:gd name="T58" fmla="*/ 623 w 2048"/>
              <a:gd name="T59" fmla="*/ 381 h 2048"/>
              <a:gd name="T60" fmla="*/ 494 w 2048"/>
              <a:gd name="T61" fmla="*/ 360 h 2048"/>
              <a:gd name="T62" fmla="*/ 773 w 2048"/>
              <a:gd name="T63" fmla="*/ 568 h 2048"/>
              <a:gd name="T64" fmla="*/ 1200 w 2048"/>
              <a:gd name="T65" fmla="*/ 360 h 2048"/>
              <a:gd name="T66" fmla="*/ 1311 w 2048"/>
              <a:gd name="T67" fmla="*/ 838 h 2048"/>
              <a:gd name="T68" fmla="*/ 1169 w 2048"/>
              <a:gd name="T69" fmla="*/ 621 h 2048"/>
              <a:gd name="T70" fmla="*/ 1056 w 2048"/>
              <a:gd name="T71" fmla="*/ 662 h 2048"/>
              <a:gd name="T72" fmla="*/ 1086 w 2048"/>
              <a:gd name="T73" fmla="*/ 921 h 2048"/>
              <a:gd name="T74" fmla="*/ 945 w 2048"/>
              <a:gd name="T75" fmla="*/ 706 h 2048"/>
              <a:gd name="T76" fmla="*/ 832 w 2048"/>
              <a:gd name="T77" fmla="*/ 746 h 2048"/>
              <a:gd name="T78" fmla="*/ 896 w 2048"/>
              <a:gd name="T79" fmla="*/ 926 h 2048"/>
              <a:gd name="T80" fmla="*/ 784 w 2048"/>
              <a:gd name="T81" fmla="*/ 968 h 2048"/>
              <a:gd name="T82" fmla="*/ 642 w 2048"/>
              <a:gd name="T83" fmla="*/ 754 h 2048"/>
              <a:gd name="T84" fmla="*/ 671 w 2048"/>
              <a:gd name="T85" fmla="*/ 1009 h 2048"/>
              <a:gd name="T86" fmla="*/ 558 w 2048"/>
              <a:gd name="T87" fmla="*/ 1050 h 2048"/>
              <a:gd name="T88" fmla="*/ 439 w 2048"/>
              <a:gd name="T89" fmla="*/ 840 h 2048"/>
              <a:gd name="T90" fmla="*/ 360 w 2048"/>
              <a:gd name="T91" fmla="*/ 360 h 2048"/>
              <a:gd name="T92" fmla="*/ 240 w 2048"/>
              <a:gd name="T93" fmla="*/ 240 h 2048"/>
              <a:gd name="T94" fmla="*/ 120 w 2048"/>
              <a:gd name="T95" fmla="*/ 960 h 2048"/>
              <a:gd name="T96" fmla="*/ 1419 w 2048"/>
              <a:gd name="T97" fmla="*/ 1212 h 2048"/>
              <a:gd name="T98" fmla="*/ 1285 w 2048"/>
              <a:gd name="T99" fmla="*/ 1292 h 2048"/>
              <a:gd name="T100" fmla="*/ 604 w 2048"/>
              <a:gd name="T101" fmla="*/ 1624 h 2048"/>
              <a:gd name="T102" fmla="*/ 1444 w 2048"/>
              <a:gd name="T103" fmla="*/ 1624 h 2048"/>
              <a:gd name="T104" fmla="*/ 1432 w 2048"/>
              <a:gd name="T105" fmla="*/ 1296 h 2048"/>
              <a:gd name="T106" fmla="*/ 1024 w 2048"/>
              <a:gd name="T107" fmla="*/ 1928 h 2048"/>
              <a:gd name="T108" fmla="*/ 1024 w 2048"/>
              <a:gd name="T109" fmla="*/ 1320 h 2048"/>
              <a:gd name="T110" fmla="*/ 1018 w 2048"/>
              <a:gd name="T111" fmla="*/ 1655 h 2048"/>
              <a:gd name="T112" fmla="*/ 862 w 2048"/>
              <a:gd name="T113" fmla="*/ 1581 h 2048"/>
              <a:gd name="T114" fmla="*/ 981 w 2048"/>
              <a:gd name="T115" fmla="*/ 1790 h 2048"/>
              <a:gd name="T116" fmla="*/ 1028 w 2048"/>
              <a:gd name="T117" fmla="*/ 1808 h 2048"/>
              <a:gd name="T118" fmla="*/ 1291 w 2048"/>
              <a:gd name="T119" fmla="*/ 1487 h 2048"/>
              <a:gd name="T120" fmla="*/ 1024 w 2048"/>
              <a:gd name="T121" fmla="*/ 1928 h 20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48" h="2048">
                <a:moveTo>
                  <a:pt x="60" y="1080"/>
                </a:moveTo>
                <a:cubicBezTo>
                  <a:pt x="300" y="1080"/>
                  <a:pt x="300" y="1080"/>
                  <a:pt x="300" y="1080"/>
                </a:cubicBezTo>
                <a:cubicBezTo>
                  <a:pt x="333" y="1080"/>
                  <a:pt x="360" y="1053"/>
                  <a:pt x="360" y="1020"/>
                </a:cubicBezTo>
                <a:cubicBezTo>
                  <a:pt x="360" y="960"/>
                  <a:pt x="360" y="960"/>
                  <a:pt x="360" y="960"/>
                </a:cubicBezTo>
                <a:cubicBezTo>
                  <a:pt x="397" y="960"/>
                  <a:pt x="397" y="960"/>
                  <a:pt x="397" y="960"/>
                </a:cubicBezTo>
                <a:cubicBezTo>
                  <a:pt x="445" y="1091"/>
                  <a:pt x="445" y="1091"/>
                  <a:pt x="445" y="1091"/>
                </a:cubicBezTo>
                <a:cubicBezTo>
                  <a:pt x="480" y="1185"/>
                  <a:pt x="583" y="1232"/>
                  <a:pt x="676" y="1198"/>
                </a:cubicBezTo>
                <a:cubicBezTo>
                  <a:pt x="718" y="1183"/>
                  <a:pt x="752" y="1153"/>
                  <a:pt x="773" y="1114"/>
                </a:cubicBezTo>
                <a:cubicBezTo>
                  <a:pt x="814" y="1131"/>
                  <a:pt x="860" y="1131"/>
                  <a:pt x="902" y="1116"/>
                </a:cubicBezTo>
                <a:cubicBezTo>
                  <a:pt x="945" y="1100"/>
                  <a:pt x="978" y="1069"/>
                  <a:pt x="999" y="1032"/>
                </a:cubicBezTo>
                <a:cubicBezTo>
                  <a:pt x="1040" y="1048"/>
                  <a:pt x="1085" y="1049"/>
                  <a:pt x="1127" y="1033"/>
                </a:cubicBezTo>
                <a:cubicBezTo>
                  <a:pt x="1169" y="1018"/>
                  <a:pt x="1203" y="988"/>
                  <a:pt x="1224" y="949"/>
                </a:cubicBezTo>
                <a:cubicBezTo>
                  <a:pt x="1264" y="965"/>
                  <a:pt x="1309" y="967"/>
                  <a:pt x="1352" y="951"/>
                </a:cubicBezTo>
                <a:cubicBezTo>
                  <a:pt x="1405" y="932"/>
                  <a:pt x="1444" y="890"/>
                  <a:pt x="1461" y="840"/>
                </a:cubicBezTo>
                <a:cubicBezTo>
                  <a:pt x="1688" y="840"/>
                  <a:pt x="1688" y="840"/>
                  <a:pt x="1688" y="840"/>
                </a:cubicBezTo>
                <a:cubicBezTo>
                  <a:pt x="1688" y="900"/>
                  <a:pt x="1688" y="900"/>
                  <a:pt x="1688" y="900"/>
                </a:cubicBezTo>
                <a:cubicBezTo>
                  <a:pt x="1688" y="933"/>
                  <a:pt x="1715" y="960"/>
                  <a:pt x="1748" y="960"/>
                </a:cubicBezTo>
                <a:cubicBezTo>
                  <a:pt x="1988" y="960"/>
                  <a:pt x="1988" y="960"/>
                  <a:pt x="1988" y="960"/>
                </a:cubicBezTo>
                <a:cubicBezTo>
                  <a:pt x="2021" y="960"/>
                  <a:pt x="2048" y="933"/>
                  <a:pt x="2048" y="900"/>
                </a:cubicBezTo>
                <a:cubicBezTo>
                  <a:pt x="2048" y="60"/>
                  <a:pt x="2048" y="60"/>
                  <a:pt x="2048" y="60"/>
                </a:cubicBezTo>
                <a:cubicBezTo>
                  <a:pt x="2048" y="27"/>
                  <a:pt x="2021" y="0"/>
                  <a:pt x="1988" y="0"/>
                </a:cubicBezTo>
                <a:cubicBezTo>
                  <a:pt x="1748" y="0"/>
                  <a:pt x="1748" y="0"/>
                  <a:pt x="1748" y="0"/>
                </a:cubicBezTo>
                <a:cubicBezTo>
                  <a:pt x="1715" y="0"/>
                  <a:pt x="1688" y="27"/>
                  <a:pt x="1688" y="60"/>
                </a:cubicBezTo>
                <a:cubicBezTo>
                  <a:pt x="1688" y="120"/>
                  <a:pt x="1688" y="120"/>
                  <a:pt x="1688" y="120"/>
                </a:cubicBezTo>
                <a:cubicBezTo>
                  <a:pt x="1554" y="120"/>
                  <a:pt x="1554" y="120"/>
                  <a:pt x="1554" y="120"/>
                </a:cubicBezTo>
                <a:cubicBezTo>
                  <a:pt x="1538" y="120"/>
                  <a:pt x="1522" y="114"/>
                  <a:pt x="1511" y="102"/>
                </a:cubicBezTo>
                <a:cubicBezTo>
                  <a:pt x="1461" y="53"/>
                  <a:pt x="1461" y="53"/>
                  <a:pt x="1461" y="53"/>
                </a:cubicBezTo>
                <a:cubicBezTo>
                  <a:pt x="1427" y="19"/>
                  <a:pt x="1382" y="0"/>
                  <a:pt x="1334" y="0"/>
                </a:cubicBezTo>
                <a:cubicBezTo>
                  <a:pt x="970" y="0"/>
                  <a:pt x="970" y="0"/>
                  <a:pt x="970" y="0"/>
                </a:cubicBezTo>
                <a:cubicBezTo>
                  <a:pt x="929" y="0"/>
                  <a:pt x="889" y="14"/>
                  <a:pt x="858" y="39"/>
                </a:cubicBezTo>
                <a:cubicBezTo>
                  <a:pt x="607" y="240"/>
                  <a:pt x="607" y="240"/>
                  <a:pt x="607" y="240"/>
                </a:cubicBezTo>
                <a:cubicBezTo>
                  <a:pt x="360" y="240"/>
                  <a:pt x="360" y="240"/>
                  <a:pt x="360" y="240"/>
                </a:cubicBezTo>
                <a:cubicBezTo>
                  <a:pt x="360" y="180"/>
                  <a:pt x="360" y="180"/>
                  <a:pt x="360" y="180"/>
                </a:cubicBezTo>
                <a:cubicBezTo>
                  <a:pt x="360" y="147"/>
                  <a:pt x="333" y="120"/>
                  <a:pt x="300" y="120"/>
                </a:cubicBezTo>
                <a:cubicBezTo>
                  <a:pt x="60" y="120"/>
                  <a:pt x="60" y="120"/>
                  <a:pt x="60" y="120"/>
                </a:cubicBezTo>
                <a:cubicBezTo>
                  <a:pt x="27" y="120"/>
                  <a:pt x="0" y="147"/>
                  <a:pt x="0" y="180"/>
                </a:cubicBezTo>
                <a:cubicBezTo>
                  <a:pt x="0" y="1020"/>
                  <a:pt x="0" y="1020"/>
                  <a:pt x="0" y="1020"/>
                </a:cubicBezTo>
                <a:cubicBezTo>
                  <a:pt x="0" y="1053"/>
                  <a:pt x="27" y="1080"/>
                  <a:pt x="60" y="1080"/>
                </a:cubicBezTo>
                <a:close/>
                <a:moveTo>
                  <a:pt x="1808" y="120"/>
                </a:moveTo>
                <a:cubicBezTo>
                  <a:pt x="1928" y="120"/>
                  <a:pt x="1928" y="120"/>
                  <a:pt x="1928" y="120"/>
                </a:cubicBezTo>
                <a:cubicBezTo>
                  <a:pt x="1928" y="840"/>
                  <a:pt x="1928" y="840"/>
                  <a:pt x="1928" y="840"/>
                </a:cubicBezTo>
                <a:cubicBezTo>
                  <a:pt x="1808" y="840"/>
                  <a:pt x="1808" y="840"/>
                  <a:pt x="1808" y="840"/>
                </a:cubicBezTo>
                <a:lnTo>
                  <a:pt x="1808" y="120"/>
                </a:lnTo>
                <a:close/>
                <a:moveTo>
                  <a:pt x="623" y="381"/>
                </a:moveTo>
                <a:cubicBezTo>
                  <a:pt x="933" y="133"/>
                  <a:pt x="933" y="133"/>
                  <a:pt x="933" y="133"/>
                </a:cubicBezTo>
                <a:cubicBezTo>
                  <a:pt x="943" y="125"/>
                  <a:pt x="956" y="120"/>
                  <a:pt x="970" y="120"/>
                </a:cubicBezTo>
                <a:cubicBezTo>
                  <a:pt x="1334" y="120"/>
                  <a:pt x="1334" y="120"/>
                  <a:pt x="1334" y="120"/>
                </a:cubicBezTo>
                <a:cubicBezTo>
                  <a:pt x="1350" y="120"/>
                  <a:pt x="1365" y="126"/>
                  <a:pt x="1377" y="138"/>
                </a:cubicBezTo>
                <a:cubicBezTo>
                  <a:pt x="1426" y="187"/>
                  <a:pt x="1426" y="187"/>
                  <a:pt x="1426" y="187"/>
                </a:cubicBezTo>
                <a:cubicBezTo>
                  <a:pt x="1460" y="221"/>
                  <a:pt x="1505" y="240"/>
                  <a:pt x="1554" y="240"/>
                </a:cubicBezTo>
                <a:cubicBezTo>
                  <a:pt x="1688" y="240"/>
                  <a:pt x="1688" y="240"/>
                  <a:pt x="1688" y="240"/>
                </a:cubicBezTo>
                <a:cubicBezTo>
                  <a:pt x="1688" y="720"/>
                  <a:pt x="1688" y="720"/>
                  <a:pt x="1688" y="720"/>
                </a:cubicBezTo>
                <a:cubicBezTo>
                  <a:pt x="1460" y="720"/>
                  <a:pt x="1460" y="720"/>
                  <a:pt x="1460" y="720"/>
                </a:cubicBezTo>
                <a:cubicBezTo>
                  <a:pt x="1298" y="279"/>
                  <a:pt x="1298" y="279"/>
                  <a:pt x="1298" y="279"/>
                </a:cubicBezTo>
                <a:cubicBezTo>
                  <a:pt x="1290" y="256"/>
                  <a:pt x="1267" y="240"/>
                  <a:pt x="1242" y="240"/>
                </a:cubicBezTo>
                <a:cubicBezTo>
                  <a:pt x="1012" y="240"/>
                  <a:pt x="1012" y="240"/>
                  <a:pt x="1012" y="240"/>
                </a:cubicBezTo>
                <a:cubicBezTo>
                  <a:pt x="999" y="240"/>
                  <a:pt x="985" y="245"/>
                  <a:pt x="975" y="253"/>
                </a:cubicBezTo>
                <a:cubicBezTo>
                  <a:pt x="698" y="474"/>
                  <a:pt x="698" y="474"/>
                  <a:pt x="698" y="474"/>
                </a:cubicBezTo>
                <a:cubicBezTo>
                  <a:pt x="673" y="495"/>
                  <a:pt x="635" y="491"/>
                  <a:pt x="614" y="465"/>
                </a:cubicBezTo>
                <a:cubicBezTo>
                  <a:pt x="593" y="439"/>
                  <a:pt x="597" y="401"/>
                  <a:pt x="623" y="381"/>
                </a:cubicBezTo>
                <a:close/>
                <a:moveTo>
                  <a:pt x="360" y="360"/>
                </a:moveTo>
                <a:cubicBezTo>
                  <a:pt x="494" y="360"/>
                  <a:pt x="494" y="360"/>
                  <a:pt x="494" y="360"/>
                </a:cubicBezTo>
                <a:cubicBezTo>
                  <a:pt x="470" y="418"/>
                  <a:pt x="478" y="487"/>
                  <a:pt x="520" y="540"/>
                </a:cubicBezTo>
                <a:cubicBezTo>
                  <a:pt x="582" y="617"/>
                  <a:pt x="696" y="630"/>
                  <a:pt x="773" y="568"/>
                </a:cubicBezTo>
                <a:cubicBezTo>
                  <a:pt x="1033" y="360"/>
                  <a:pt x="1033" y="360"/>
                  <a:pt x="1033" y="360"/>
                </a:cubicBezTo>
                <a:cubicBezTo>
                  <a:pt x="1200" y="360"/>
                  <a:pt x="1200" y="360"/>
                  <a:pt x="1200" y="360"/>
                </a:cubicBezTo>
                <a:cubicBezTo>
                  <a:pt x="1347" y="761"/>
                  <a:pt x="1347" y="761"/>
                  <a:pt x="1347" y="761"/>
                </a:cubicBezTo>
                <a:cubicBezTo>
                  <a:pt x="1358" y="792"/>
                  <a:pt x="1342" y="827"/>
                  <a:pt x="1311" y="838"/>
                </a:cubicBezTo>
                <a:cubicBezTo>
                  <a:pt x="1280" y="850"/>
                  <a:pt x="1246" y="834"/>
                  <a:pt x="1234" y="803"/>
                </a:cubicBezTo>
                <a:cubicBezTo>
                  <a:pt x="1169" y="621"/>
                  <a:pt x="1169" y="621"/>
                  <a:pt x="1169" y="621"/>
                </a:cubicBezTo>
                <a:cubicBezTo>
                  <a:pt x="1158" y="590"/>
                  <a:pt x="1124" y="574"/>
                  <a:pt x="1093" y="585"/>
                </a:cubicBezTo>
                <a:cubicBezTo>
                  <a:pt x="1061" y="596"/>
                  <a:pt x="1045" y="631"/>
                  <a:pt x="1056" y="662"/>
                </a:cubicBezTo>
                <a:cubicBezTo>
                  <a:pt x="1122" y="844"/>
                  <a:pt x="1122" y="844"/>
                  <a:pt x="1122" y="844"/>
                </a:cubicBezTo>
                <a:cubicBezTo>
                  <a:pt x="1133" y="875"/>
                  <a:pt x="1117" y="909"/>
                  <a:pt x="1086" y="921"/>
                </a:cubicBezTo>
                <a:cubicBezTo>
                  <a:pt x="1055" y="932"/>
                  <a:pt x="1020" y="916"/>
                  <a:pt x="1009" y="885"/>
                </a:cubicBezTo>
                <a:cubicBezTo>
                  <a:pt x="945" y="706"/>
                  <a:pt x="945" y="706"/>
                  <a:pt x="945" y="706"/>
                </a:cubicBezTo>
                <a:cubicBezTo>
                  <a:pt x="934" y="674"/>
                  <a:pt x="899" y="658"/>
                  <a:pt x="868" y="669"/>
                </a:cubicBezTo>
                <a:cubicBezTo>
                  <a:pt x="837" y="680"/>
                  <a:pt x="821" y="715"/>
                  <a:pt x="832" y="746"/>
                </a:cubicBezTo>
                <a:cubicBezTo>
                  <a:pt x="896" y="926"/>
                  <a:pt x="896" y="926"/>
                  <a:pt x="896" y="926"/>
                </a:cubicBezTo>
                <a:cubicBezTo>
                  <a:pt x="896" y="926"/>
                  <a:pt x="896" y="926"/>
                  <a:pt x="896" y="926"/>
                </a:cubicBezTo>
                <a:cubicBezTo>
                  <a:pt x="908" y="957"/>
                  <a:pt x="892" y="992"/>
                  <a:pt x="860" y="1003"/>
                </a:cubicBezTo>
                <a:cubicBezTo>
                  <a:pt x="829" y="1015"/>
                  <a:pt x="795" y="998"/>
                  <a:pt x="784" y="968"/>
                </a:cubicBezTo>
                <a:cubicBezTo>
                  <a:pt x="719" y="790"/>
                  <a:pt x="719" y="790"/>
                  <a:pt x="719" y="790"/>
                </a:cubicBezTo>
                <a:cubicBezTo>
                  <a:pt x="708" y="759"/>
                  <a:pt x="673" y="743"/>
                  <a:pt x="642" y="754"/>
                </a:cubicBezTo>
                <a:cubicBezTo>
                  <a:pt x="611" y="765"/>
                  <a:pt x="595" y="800"/>
                  <a:pt x="606" y="831"/>
                </a:cubicBezTo>
                <a:cubicBezTo>
                  <a:pt x="671" y="1009"/>
                  <a:pt x="671" y="1009"/>
                  <a:pt x="671" y="1009"/>
                </a:cubicBezTo>
                <a:cubicBezTo>
                  <a:pt x="682" y="1040"/>
                  <a:pt x="666" y="1074"/>
                  <a:pt x="635" y="1086"/>
                </a:cubicBezTo>
                <a:cubicBezTo>
                  <a:pt x="604" y="1097"/>
                  <a:pt x="569" y="1081"/>
                  <a:pt x="558" y="1050"/>
                </a:cubicBezTo>
                <a:cubicBezTo>
                  <a:pt x="496" y="879"/>
                  <a:pt x="496" y="879"/>
                  <a:pt x="496" y="879"/>
                </a:cubicBezTo>
                <a:cubicBezTo>
                  <a:pt x="487" y="856"/>
                  <a:pt x="465" y="840"/>
                  <a:pt x="439" y="840"/>
                </a:cubicBezTo>
                <a:cubicBezTo>
                  <a:pt x="360" y="840"/>
                  <a:pt x="360" y="840"/>
                  <a:pt x="360" y="840"/>
                </a:cubicBezTo>
                <a:lnTo>
                  <a:pt x="360" y="360"/>
                </a:lnTo>
                <a:close/>
                <a:moveTo>
                  <a:pt x="120" y="240"/>
                </a:moveTo>
                <a:cubicBezTo>
                  <a:pt x="240" y="240"/>
                  <a:pt x="240" y="240"/>
                  <a:pt x="240" y="240"/>
                </a:cubicBezTo>
                <a:cubicBezTo>
                  <a:pt x="240" y="960"/>
                  <a:pt x="240" y="960"/>
                  <a:pt x="240" y="960"/>
                </a:cubicBezTo>
                <a:cubicBezTo>
                  <a:pt x="120" y="960"/>
                  <a:pt x="120" y="960"/>
                  <a:pt x="120" y="960"/>
                </a:cubicBezTo>
                <a:lnTo>
                  <a:pt x="120" y="240"/>
                </a:lnTo>
                <a:close/>
                <a:moveTo>
                  <a:pt x="1419" y="1212"/>
                </a:moveTo>
                <a:cubicBezTo>
                  <a:pt x="1393" y="1192"/>
                  <a:pt x="1355" y="1198"/>
                  <a:pt x="1336" y="1224"/>
                </a:cubicBezTo>
                <a:cubicBezTo>
                  <a:pt x="1285" y="1292"/>
                  <a:pt x="1285" y="1292"/>
                  <a:pt x="1285" y="1292"/>
                </a:cubicBezTo>
                <a:cubicBezTo>
                  <a:pt x="1214" y="1235"/>
                  <a:pt x="1123" y="1200"/>
                  <a:pt x="1024" y="1200"/>
                </a:cubicBezTo>
                <a:cubicBezTo>
                  <a:pt x="792" y="1200"/>
                  <a:pt x="604" y="1390"/>
                  <a:pt x="604" y="1624"/>
                </a:cubicBezTo>
                <a:cubicBezTo>
                  <a:pt x="604" y="1858"/>
                  <a:pt x="792" y="2048"/>
                  <a:pt x="1024" y="2048"/>
                </a:cubicBezTo>
                <a:cubicBezTo>
                  <a:pt x="1255" y="2048"/>
                  <a:pt x="1444" y="1858"/>
                  <a:pt x="1444" y="1624"/>
                </a:cubicBezTo>
                <a:cubicBezTo>
                  <a:pt x="1444" y="1534"/>
                  <a:pt x="1416" y="1451"/>
                  <a:pt x="1368" y="1382"/>
                </a:cubicBezTo>
                <a:cubicBezTo>
                  <a:pt x="1432" y="1296"/>
                  <a:pt x="1432" y="1296"/>
                  <a:pt x="1432" y="1296"/>
                </a:cubicBezTo>
                <a:cubicBezTo>
                  <a:pt x="1452" y="1269"/>
                  <a:pt x="1446" y="1231"/>
                  <a:pt x="1419" y="1212"/>
                </a:cubicBezTo>
                <a:close/>
                <a:moveTo>
                  <a:pt x="1024" y="1928"/>
                </a:moveTo>
                <a:cubicBezTo>
                  <a:pt x="858" y="1928"/>
                  <a:pt x="724" y="1792"/>
                  <a:pt x="724" y="1624"/>
                </a:cubicBezTo>
                <a:cubicBezTo>
                  <a:pt x="724" y="1456"/>
                  <a:pt x="858" y="1320"/>
                  <a:pt x="1024" y="1320"/>
                </a:cubicBezTo>
                <a:cubicBezTo>
                  <a:pt x="1096" y="1320"/>
                  <a:pt x="1162" y="1346"/>
                  <a:pt x="1214" y="1389"/>
                </a:cubicBezTo>
                <a:cubicBezTo>
                  <a:pt x="1018" y="1655"/>
                  <a:pt x="1018" y="1655"/>
                  <a:pt x="1018" y="1655"/>
                </a:cubicBezTo>
                <a:cubicBezTo>
                  <a:pt x="947" y="1582"/>
                  <a:pt x="947" y="1582"/>
                  <a:pt x="947" y="1582"/>
                </a:cubicBezTo>
                <a:cubicBezTo>
                  <a:pt x="924" y="1558"/>
                  <a:pt x="886" y="1558"/>
                  <a:pt x="862" y="1581"/>
                </a:cubicBezTo>
                <a:cubicBezTo>
                  <a:pt x="838" y="1604"/>
                  <a:pt x="838" y="1642"/>
                  <a:pt x="861" y="1666"/>
                </a:cubicBezTo>
                <a:cubicBezTo>
                  <a:pt x="981" y="1790"/>
                  <a:pt x="981" y="1790"/>
                  <a:pt x="981" y="1790"/>
                </a:cubicBezTo>
                <a:cubicBezTo>
                  <a:pt x="992" y="1801"/>
                  <a:pt x="1008" y="1808"/>
                  <a:pt x="1024" y="1808"/>
                </a:cubicBezTo>
                <a:cubicBezTo>
                  <a:pt x="1025" y="1808"/>
                  <a:pt x="1026" y="1808"/>
                  <a:pt x="1028" y="1808"/>
                </a:cubicBezTo>
                <a:cubicBezTo>
                  <a:pt x="1045" y="1807"/>
                  <a:pt x="1062" y="1798"/>
                  <a:pt x="1072" y="1784"/>
                </a:cubicBezTo>
                <a:cubicBezTo>
                  <a:pt x="1291" y="1487"/>
                  <a:pt x="1291" y="1487"/>
                  <a:pt x="1291" y="1487"/>
                </a:cubicBezTo>
                <a:cubicBezTo>
                  <a:pt x="1312" y="1528"/>
                  <a:pt x="1324" y="1575"/>
                  <a:pt x="1324" y="1624"/>
                </a:cubicBezTo>
                <a:cubicBezTo>
                  <a:pt x="1324" y="1792"/>
                  <a:pt x="1189" y="1928"/>
                  <a:pt x="1024" y="192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1" name="Freeform 14">
            <a:extLst>
              <a:ext uri="{FF2B5EF4-FFF2-40B4-BE49-F238E27FC236}">
                <a16:creationId xmlns:a16="http://schemas.microsoft.com/office/drawing/2014/main" id="{8C3761CD-8A25-4101-ABE1-AD42F9D839BF}"/>
              </a:ext>
            </a:extLst>
          </p:cNvPr>
          <p:cNvSpPr>
            <a:spLocks noEditPoints="1"/>
          </p:cNvSpPr>
          <p:nvPr/>
        </p:nvSpPr>
        <p:spPr bwMode="auto">
          <a:xfrm>
            <a:off x="3153738" y="3442302"/>
            <a:ext cx="485810" cy="483348"/>
          </a:xfrm>
          <a:custGeom>
            <a:avLst/>
            <a:gdLst>
              <a:gd name="T0" fmla="*/ 486 w 2054"/>
              <a:gd name="T1" fmla="*/ 1681 h 2044"/>
              <a:gd name="T2" fmla="*/ 546 w 2054"/>
              <a:gd name="T3" fmla="*/ 2044 h 2044"/>
              <a:gd name="T4" fmla="*/ 1568 w 2054"/>
              <a:gd name="T5" fmla="*/ 1984 h 2044"/>
              <a:gd name="T6" fmla="*/ 1748 w 2054"/>
              <a:gd name="T7" fmla="*/ 1681 h 2044"/>
              <a:gd name="T8" fmla="*/ 1807 w 2054"/>
              <a:gd name="T9" fmla="*/ 1321 h 2044"/>
              <a:gd name="T10" fmla="*/ 2041 w 2054"/>
              <a:gd name="T11" fmla="*/ 1295 h 2044"/>
              <a:gd name="T12" fmla="*/ 1883 w 2054"/>
              <a:gd name="T13" fmla="*/ 845 h 2044"/>
              <a:gd name="T14" fmla="*/ 1225 w 2054"/>
              <a:gd name="T15" fmla="*/ 0 h 2044"/>
              <a:gd name="T16" fmla="*/ 171 w 2054"/>
              <a:gd name="T17" fmla="*/ 663 h 2044"/>
              <a:gd name="T18" fmla="*/ 8 w 2054"/>
              <a:gd name="T19" fmla="*/ 1239 h 2044"/>
              <a:gd name="T20" fmla="*/ 63 w 2054"/>
              <a:gd name="T21" fmla="*/ 1321 h 2044"/>
              <a:gd name="T22" fmla="*/ 247 w 2054"/>
              <a:gd name="T23" fmla="*/ 1621 h 2044"/>
              <a:gd name="T24" fmla="*/ 1049 w 2054"/>
              <a:gd name="T25" fmla="*/ 643 h 2044"/>
              <a:gd name="T26" fmla="*/ 1085 w 2054"/>
              <a:gd name="T27" fmla="*/ 120 h 2044"/>
              <a:gd name="T28" fmla="*/ 1764 w 2054"/>
              <a:gd name="T29" fmla="*/ 663 h 2044"/>
              <a:gd name="T30" fmla="*/ 1768 w 2054"/>
              <a:gd name="T31" fmla="*/ 880 h 2044"/>
              <a:gd name="T32" fmla="*/ 1748 w 2054"/>
              <a:gd name="T33" fmla="*/ 1202 h 2044"/>
              <a:gd name="T34" fmla="*/ 1688 w 2054"/>
              <a:gd name="T35" fmla="*/ 1561 h 2044"/>
              <a:gd name="T36" fmla="*/ 1448 w 2054"/>
              <a:gd name="T37" fmla="*/ 1621 h 2044"/>
              <a:gd name="T38" fmla="*/ 1085 w 2054"/>
              <a:gd name="T39" fmla="*/ 1924 h 2044"/>
              <a:gd name="T40" fmla="*/ 1147 w 2054"/>
              <a:gd name="T41" fmla="*/ 1561 h 2044"/>
              <a:gd name="T42" fmla="*/ 1147 w 2054"/>
              <a:gd name="T43" fmla="*/ 1082 h 2044"/>
              <a:gd name="T44" fmla="*/ 1085 w 2054"/>
              <a:gd name="T45" fmla="*/ 856 h 2044"/>
              <a:gd name="T46" fmla="*/ 985 w 2054"/>
              <a:gd name="T47" fmla="*/ 812 h 2044"/>
              <a:gd name="T48" fmla="*/ 785 w 2054"/>
              <a:gd name="T49" fmla="*/ 723 h 2044"/>
              <a:gd name="T50" fmla="*/ 985 w 2054"/>
              <a:gd name="T51" fmla="*/ 633 h 2044"/>
              <a:gd name="T52" fmla="*/ 152 w 2054"/>
              <a:gd name="T53" fmla="*/ 1202 h 2044"/>
              <a:gd name="T54" fmla="*/ 290 w 2054"/>
              <a:gd name="T55" fmla="*/ 857 h 2044"/>
              <a:gd name="T56" fmla="*/ 828 w 2054"/>
              <a:gd name="T57" fmla="*/ 120 h 2044"/>
              <a:gd name="T58" fmla="*/ 965 w 2054"/>
              <a:gd name="T59" fmla="*/ 491 h 2044"/>
              <a:gd name="T60" fmla="*/ 666 w 2054"/>
              <a:gd name="T61" fmla="*/ 723 h 2044"/>
              <a:gd name="T62" fmla="*/ 965 w 2054"/>
              <a:gd name="T63" fmla="*/ 955 h 2044"/>
              <a:gd name="T64" fmla="*/ 1001 w 2054"/>
              <a:gd name="T65" fmla="*/ 1245 h 2044"/>
              <a:gd name="T66" fmla="*/ 1147 w 2054"/>
              <a:gd name="T67" fmla="*/ 1202 h 2044"/>
              <a:gd name="T68" fmla="*/ 1147 w 2054"/>
              <a:gd name="T69" fmla="*/ 1441 h 2044"/>
              <a:gd name="T70" fmla="*/ 965 w 2054"/>
              <a:gd name="T71" fmla="*/ 1450 h 2044"/>
              <a:gd name="T72" fmla="*/ 965 w 2054"/>
              <a:gd name="T73" fmla="*/ 1450 h 2044"/>
              <a:gd name="T74" fmla="*/ 965 w 2054"/>
              <a:gd name="T75" fmla="*/ 1924 h 2044"/>
              <a:gd name="T76" fmla="*/ 606 w 2054"/>
              <a:gd name="T77" fmla="*/ 1621 h 2044"/>
              <a:gd name="T78" fmla="*/ 366 w 2054"/>
              <a:gd name="T79" fmla="*/ 1561 h 2044"/>
              <a:gd name="T80" fmla="*/ 306 w 2054"/>
              <a:gd name="T81" fmla="*/ 1202 h 20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054" h="2044">
                <a:moveTo>
                  <a:pt x="306" y="1681"/>
                </a:moveTo>
                <a:cubicBezTo>
                  <a:pt x="486" y="1681"/>
                  <a:pt x="486" y="1681"/>
                  <a:pt x="486" y="1681"/>
                </a:cubicBezTo>
                <a:cubicBezTo>
                  <a:pt x="486" y="1984"/>
                  <a:pt x="486" y="1984"/>
                  <a:pt x="486" y="1984"/>
                </a:cubicBezTo>
                <a:cubicBezTo>
                  <a:pt x="486" y="2017"/>
                  <a:pt x="513" y="2044"/>
                  <a:pt x="546" y="2044"/>
                </a:cubicBezTo>
                <a:cubicBezTo>
                  <a:pt x="1508" y="2044"/>
                  <a:pt x="1508" y="2044"/>
                  <a:pt x="1508" y="2044"/>
                </a:cubicBezTo>
                <a:cubicBezTo>
                  <a:pt x="1541" y="2044"/>
                  <a:pt x="1568" y="2017"/>
                  <a:pt x="1568" y="1984"/>
                </a:cubicBezTo>
                <a:cubicBezTo>
                  <a:pt x="1568" y="1681"/>
                  <a:pt x="1568" y="1681"/>
                  <a:pt x="1568" y="1681"/>
                </a:cubicBezTo>
                <a:cubicBezTo>
                  <a:pt x="1748" y="1681"/>
                  <a:pt x="1748" y="1681"/>
                  <a:pt x="1748" y="1681"/>
                </a:cubicBezTo>
                <a:cubicBezTo>
                  <a:pt x="1781" y="1681"/>
                  <a:pt x="1807" y="1654"/>
                  <a:pt x="1807" y="1621"/>
                </a:cubicBezTo>
                <a:cubicBezTo>
                  <a:pt x="1807" y="1321"/>
                  <a:pt x="1807" y="1321"/>
                  <a:pt x="1807" y="1321"/>
                </a:cubicBezTo>
                <a:cubicBezTo>
                  <a:pt x="1991" y="1321"/>
                  <a:pt x="1991" y="1321"/>
                  <a:pt x="1991" y="1321"/>
                </a:cubicBezTo>
                <a:cubicBezTo>
                  <a:pt x="2011" y="1321"/>
                  <a:pt x="2030" y="1311"/>
                  <a:pt x="2041" y="1295"/>
                </a:cubicBezTo>
                <a:cubicBezTo>
                  <a:pt x="2052" y="1278"/>
                  <a:pt x="2054" y="1257"/>
                  <a:pt x="2046" y="1239"/>
                </a:cubicBezTo>
                <a:cubicBezTo>
                  <a:pt x="1883" y="845"/>
                  <a:pt x="1883" y="845"/>
                  <a:pt x="1883" y="845"/>
                </a:cubicBezTo>
                <a:cubicBezTo>
                  <a:pt x="1883" y="663"/>
                  <a:pt x="1883" y="663"/>
                  <a:pt x="1883" y="663"/>
                </a:cubicBezTo>
                <a:cubicBezTo>
                  <a:pt x="1883" y="297"/>
                  <a:pt x="1588" y="0"/>
                  <a:pt x="1225" y="0"/>
                </a:cubicBezTo>
                <a:cubicBezTo>
                  <a:pt x="828" y="0"/>
                  <a:pt x="828" y="0"/>
                  <a:pt x="828" y="0"/>
                </a:cubicBezTo>
                <a:cubicBezTo>
                  <a:pt x="465" y="0"/>
                  <a:pt x="171" y="297"/>
                  <a:pt x="171" y="663"/>
                </a:cubicBezTo>
                <a:cubicBezTo>
                  <a:pt x="171" y="845"/>
                  <a:pt x="171" y="845"/>
                  <a:pt x="171" y="845"/>
                </a:cubicBezTo>
                <a:cubicBezTo>
                  <a:pt x="8" y="1239"/>
                  <a:pt x="8" y="1239"/>
                  <a:pt x="8" y="1239"/>
                </a:cubicBezTo>
                <a:cubicBezTo>
                  <a:pt x="0" y="1257"/>
                  <a:pt x="2" y="1278"/>
                  <a:pt x="13" y="1295"/>
                </a:cubicBezTo>
                <a:cubicBezTo>
                  <a:pt x="24" y="1311"/>
                  <a:pt x="43" y="1321"/>
                  <a:pt x="63" y="1321"/>
                </a:cubicBezTo>
                <a:cubicBezTo>
                  <a:pt x="247" y="1321"/>
                  <a:pt x="247" y="1321"/>
                  <a:pt x="247" y="1321"/>
                </a:cubicBezTo>
                <a:cubicBezTo>
                  <a:pt x="247" y="1621"/>
                  <a:pt x="247" y="1621"/>
                  <a:pt x="247" y="1621"/>
                </a:cubicBezTo>
                <a:cubicBezTo>
                  <a:pt x="247" y="1654"/>
                  <a:pt x="273" y="1681"/>
                  <a:pt x="306" y="1681"/>
                </a:cubicBezTo>
                <a:close/>
                <a:moveTo>
                  <a:pt x="1049" y="643"/>
                </a:moveTo>
                <a:cubicBezTo>
                  <a:pt x="1071" y="634"/>
                  <a:pt x="1085" y="612"/>
                  <a:pt x="1085" y="589"/>
                </a:cubicBezTo>
                <a:cubicBezTo>
                  <a:pt x="1085" y="120"/>
                  <a:pt x="1085" y="120"/>
                  <a:pt x="1085" y="120"/>
                </a:cubicBezTo>
                <a:cubicBezTo>
                  <a:pt x="1225" y="120"/>
                  <a:pt x="1225" y="120"/>
                  <a:pt x="1225" y="120"/>
                </a:cubicBezTo>
                <a:cubicBezTo>
                  <a:pt x="1522" y="120"/>
                  <a:pt x="1764" y="363"/>
                  <a:pt x="1764" y="663"/>
                </a:cubicBezTo>
                <a:cubicBezTo>
                  <a:pt x="1764" y="857"/>
                  <a:pt x="1764" y="857"/>
                  <a:pt x="1764" y="857"/>
                </a:cubicBezTo>
                <a:cubicBezTo>
                  <a:pt x="1764" y="864"/>
                  <a:pt x="1765" y="872"/>
                  <a:pt x="1768" y="880"/>
                </a:cubicBezTo>
                <a:cubicBezTo>
                  <a:pt x="1902" y="1202"/>
                  <a:pt x="1902" y="1202"/>
                  <a:pt x="1902" y="1202"/>
                </a:cubicBezTo>
                <a:cubicBezTo>
                  <a:pt x="1748" y="1202"/>
                  <a:pt x="1748" y="1202"/>
                  <a:pt x="1748" y="1202"/>
                </a:cubicBezTo>
                <a:cubicBezTo>
                  <a:pt x="1715" y="1202"/>
                  <a:pt x="1688" y="1228"/>
                  <a:pt x="1688" y="1262"/>
                </a:cubicBezTo>
                <a:cubicBezTo>
                  <a:pt x="1688" y="1561"/>
                  <a:pt x="1688" y="1561"/>
                  <a:pt x="1688" y="1561"/>
                </a:cubicBezTo>
                <a:cubicBezTo>
                  <a:pt x="1508" y="1561"/>
                  <a:pt x="1508" y="1561"/>
                  <a:pt x="1508" y="1561"/>
                </a:cubicBezTo>
                <a:cubicBezTo>
                  <a:pt x="1475" y="1561"/>
                  <a:pt x="1448" y="1588"/>
                  <a:pt x="1448" y="1621"/>
                </a:cubicBezTo>
                <a:cubicBezTo>
                  <a:pt x="1448" y="1924"/>
                  <a:pt x="1448" y="1924"/>
                  <a:pt x="1448" y="1924"/>
                </a:cubicBezTo>
                <a:cubicBezTo>
                  <a:pt x="1085" y="1924"/>
                  <a:pt x="1085" y="1924"/>
                  <a:pt x="1085" y="1924"/>
                </a:cubicBezTo>
                <a:cubicBezTo>
                  <a:pt x="1085" y="1553"/>
                  <a:pt x="1085" y="1553"/>
                  <a:pt x="1085" y="1553"/>
                </a:cubicBezTo>
                <a:cubicBezTo>
                  <a:pt x="1105" y="1558"/>
                  <a:pt x="1126" y="1561"/>
                  <a:pt x="1147" y="1561"/>
                </a:cubicBezTo>
                <a:cubicBezTo>
                  <a:pt x="1280" y="1561"/>
                  <a:pt x="1388" y="1453"/>
                  <a:pt x="1388" y="1321"/>
                </a:cubicBezTo>
                <a:cubicBezTo>
                  <a:pt x="1388" y="1189"/>
                  <a:pt x="1280" y="1082"/>
                  <a:pt x="1147" y="1082"/>
                </a:cubicBezTo>
                <a:cubicBezTo>
                  <a:pt x="1126" y="1082"/>
                  <a:pt x="1105" y="1085"/>
                  <a:pt x="1085" y="1090"/>
                </a:cubicBezTo>
                <a:cubicBezTo>
                  <a:pt x="1085" y="856"/>
                  <a:pt x="1085" y="856"/>
                  <a:pt x="1085" y="856"/>
                </a:cubicBezTo>
                <a:cubicBezTo>
                  <a:pt x="1085" y="833"/>
                  <a:pt x="1071" y="811"/>
                  <a:pt x="1049" y="802"/>
                </a:cubicBezTo>
                <a:cubicBezTo>
                  <a:pt x="1028" y="792"/>
                  <a:pt x="1003" y="796"/>
                  <a:pt x="985" y="812"/>
                </a:cubicBezTo>
                <a:cubicBezTo>
                  <a:pt x="963" y="832"/>
                  <a:pt x="935" y="842"/>
                  <a:pt x="905" y="842"/>
                </a:cubicBezTo>
                <a:cubicBezTo>
                  <a:pt x="839" y="842"/>
                  <a:pt x="785" y="789"/>
                  <a:pt x="785" y="723"/>
                </a:cubicBezTo>
                <a:cubicBezTo>
                  <a:pt x="785" y="657"/>
                  <a:pt x="839" y="603"/>
                  <a:pt x="905" y="603"/>
                </a:cubicBezTo>
                <a:cubicBezTo>
                  <a:pt x="935" y="603"/>
                  <a:pt x="963" y="614"/>
                  <a:pt x="985" y="633"/>
                </a:cubicBezTo>
                <a:cubicBezTo>
                  <a:pt x="1003" y="649"/>
                  <a:pt x="1028" y="653"/>
                  <a:pt x="1049" y="643"/>
                </a:cubicBezTo>
                <a:close/>
                <a:moveTo>
                  <a:pt x="152" y="1202"/>
                </a:moveTo>
                <a:cubicBezTo>
                  <a:pt x="286" y="880"/>
                  <a:pt x="286" y="880"/>
                  <a:pt x="286" y="880"/>
                </a:cubicBezTo>
                <a:cubicBezTo>
                  <a:pt x="289" y="872"/>
                  <a:pt x="290" y="864"/>
                  <a:pt x="290" y="857"/>
                </a:cubicBezTo>
                <a:cubicBezTo>
                  <a:pt x="290" y="663"/>
                  <a:pt x="290" y="663"/>
                  <a:pt x="290" y="663"/>
                </a:cubicBezTo>
                <a:cubicBezTo>
                  <a:pt x="290" y="363"/>
                  <a:pt x="531" y="120"/>
                  <a:pt x="828" y="120"/>
                </a:cubicBezTo>
                <a:cubicBezTo>
                  <a:pt x="965" y="120"/>
                  <a:pt x="965" y="120"/>
                  <a:pt x="965" y="120"/>
                </a:cubicBezTo>
                <a:cubicBezTo>
                  <a:pt x="965" y="491"/>
                  <a:pt x="965" y="491"/>
                  <a:pt x="965" y="491"/>
                </a:cubicBezTo>
                <a:cubicBezTo>
                  <a:pt x="946" y="486"/>
                  <a:pt x="926" y="483"/>
                  <a:pt x="905" y="483"/>
                </a:cubicBezTo>
                <a:cubicBezTo>
                  <a:pt x="773" y="483"/>
                  <a:pt x="666" y="591"/>
                  <a:pt x="666" y="723"/>
                </a:cubicBezTo>
                <a:cubicBezTo>
                  <a:pt x="666" y="855"/>
                  <a:pt x="773" y="962"/>
                  <a:pt x="905" y="962"/>
                </a:cubicBezTo>
                <a:cubicBezTo>
                  <a:pt x="926" y="962"/>
                  <a:pt x="946" y="960"/>
                  <a:pt x="965" y="955"/>
                </a:cubicBezTo>
                <a:cubicBezTo>
                  <a:pt x="965" y="1190"/>
                  <a:pt x="965" y="1190"/>
                  <a:pt x="965" y="1190"/>
                </a:cubicBezTo>
                <a:cubicBezTo>
                  <a:pt x="965" y="1214"/>
                  <a:pt x="979" y="1235"/>
                  <a:pt x="1001" y="1245"/>
                </a:cubicBezTo>
                <a:cubicBezTo>
                  <a:pt x="1023" y="1254"/>
                  <a:pt x="1048" y="1250"/>
                  <a:pt x="1066" y="1234"/>
                </a:cubicBezTo>
                <a:cubicBezTo>
                  <a:pt x="1088" y="1213"/>
                  <a:pt x="1117" y="1202"/>
                  <a:pt x="1147" y="1202"/>
                </a:cubicBezTo>
                <a:cubicBezTo>
                  <a:pt x="1214" y="1202"/>
                  <a:pt x="1269" y="1255"/>
                  <a:pt x="1269" y="1321"/>
                </a:cubicBezTo>
                <a:cubicBezTo>
                  <a:pt x="1269" y="1387"/>
                  <a:pt x="1214" y="1441"/>
                  <a:pt x="1147" y="1441"/>
                </a:cubicBezTo>
                <a:cubicBezTo>
                  <a:pt x="1117" y="1441"/>
                  <a:pt x="1088" y="1430"/>
                  <a:pt x="1066" y="1409"/>
                </a:cubicBezTo>
                <a:cubicBezTo>
                  <a:pt x="1029" y="1375"/>
                  <a:pt x="968" y="1399"/>
                  <a:pt x="965" y="1450"/>
                </a:cubicBezTo>
                <a:cubicBezTo>
                  <a:pt x="965" y="1450"/>
                  <a:pt x="965" y="1450"/>
                  <a:pt x="965" y="1450"/>
                </a:cubicBezTo>
                <a:cubicBezTo>
                  <a:pt x="965" y="1450"/>
                  <a:pt x="965" y="1450"/>
                  <a:pt x="965" y="1450"/>
                </a:cubicBezTo>
                <a:cubicBezTo>
                  <a:pt x="965" y="1451"/>
                  <a:pt x="965" y="1452"/>
                  <a:pt x="965" y="1453"/>
                </a:cubicBezTo>
                <a:cubicBezTo>
                  <a:pt x="965" y="1924"/>
                  <a:pt x="965" y="1924"/>
                  <a:pt x="965" y="1924"/>
                </a:cubicBezTo>
                <a:cubicBezTo>
                  <a:pt x="606" y="1924"/>
                  <a:pt x="606" y="1924"/>
                  <a:pt x="606" y="1924"/>
                </a:cubicBezTo>
                <a:cubicBezTo>
                  <a:pt x="606" y="1621"/>
                  <a:pt x="606" y="1621"/>
                  <a:pt x="606" y="1621"/>
                </a:cubicBezTo>
                <a:cubicBezTo>
                  <a:pt x="606" y="1588"/>
                  <a:pt x="579" y="1561"/>
                  <a:pt x="546" y="1561"/>
                </a:cubicBezTo>
                <a:cubicBezTo>
                  <a:pt x="366" y="1561"/>
                  <a:pt x="366" y="1561"/>
                  <a:pt x="366" y="1561"/>
                </a:cubicBezTo>
                <a:cubicBezTo>
                  <a:pt x="366" y="1262"/>
                  <a:pt x="366" y="1262"/>
                  <a:pt x="366" y="1262"/>
                </a:cubicBezTo>
                <a:cubicBezTo>
                  <a:pt x="366" y="1228"/>
                  <a:pt x="339" y="1202"/>
                  <a:pt x="306" y="1202"/>
                </a:cubicBezTo>
                <a:lnTo>
                  <a:pt x="152" y="120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2" name="Freeform 13">
            <a:extLst>
              <a:ext uri="{FF2B5EF4-FFF2-40B4-BE49-F238E27FC236}">
                <a16:creationId xmlns:a16="http://schemas.microsoft.com/office/drawing/2014/main" id="{48077A2C-B14A-4B22-9F00-525F9BBA33FB}"/>
              </a:ext>
            </a:extLst>
          </p:cNvPr>
          <p:cNvSpPr>
            <a:spLocks noEditPoints="1"/>
          </p:cNvSpPr>
          <p:nvPr/>
        </p:nvSpPr>
        <p:spPr bwMode="auto">
          <a:xfrm>
            <a:off x="6716872" y="3441868"/>
            <a:ext cx="484362" cy="484216"/>
          </a:xfrm>
          <a:custGeom>
            <a:avLst/>
            <a:gdLst>
              <a:gd name="T0" fmla="*/ 2048 w 2048"/>
              <a:gd name="T1" fmla="*/ 1868 h 2048"/>
              <a:gd name="T2" fmla="*/ 1988 w 2048"/>
              <a:gd name="T3" fmla="*/ 360 h 2048"/>
              <a:gd name="T4" fmla="*/ 1444 w 2048"/>
              <a:gd name="T5" fmla="*/ 180 h 2048"/>
              <a:gd name="T6" fmla="*/ 784 w 2048"/>
              <a:gd name="T7" fmla="*/ 0 h 2048"/>
              <a:gd name="T8" fmla="*/ 604 w 2048"/>
              <a:gd name="T9" fmla="*/ 360 h 2048"/>
              <a:gd name="T10" fmla="*/ 0 w 2048"/>
              <a:gd name="T11" fmla="*/ 420 h 2048"/>
              <a:gd name="T12" fmla="*/ 180 w 2048"/>
              <a:gd name="T13" fmla="*/ 2048 h 2048"/>
              <a:gd name="T14" fmla="*/ 1084 w 2048"/>
              <a:gd name="T15" fmla="*/ 1928 h 2048"/>
              <a:gd name="T16" fmla="*/ 964 w 2048"/>
              <a:gd name="T17" fmla="*/ 1444 h 2048"/>
              <a:gd name="T18" fmla="*/ 1084 w 2048"/>
              <a:gd name="T19" fmla="*/ 1928 h 2048"/>
              <a:gd name="T20" fmla="*/ 964 w 2048"/>
              <a:gd name="T21" fmla="*/ 1144 h 2048"/>
              <a:gd name="T22" fmla="*/ 844 w 2048"/>
              <a:gd name="T23" fmla="*/ 1324 h 2048"/>
              <a:gd name="T24" fmla="*/ 1204 w 2048"/>
              <a:gd name="T25" fmla="*/ 964 h 2048"/>
              <a:gd name="T26" fmla="*/ 1084 w 2048"/>
              <a:gd name="T27" fmla="*/ 1324 h 2048"/>
              <a:gd name="T28" fmla="*/ 1024 w 2048"/>
              <a:gd name="T29" fmla="*/ 1084 h 2048"/>
              <a:gd name="T30" fmla="*/ 964 w 2048"/>
              <a:gd name="T31" fmla="*/ 480 h 2048"/>
              <a:gd name="T32" fmla="*/ 1084 w 2048"/>
              <a:gd name="T33" fmla="*/ 844 h 2048"/>
              <a:gd name="T34" fmla="*/ 1928 w 2048"/>
              <a:gd name="T35" fmla="*/ 1868 h 2048"/>
              <a:gd name="T36" fmla="*/ 1204 w 2048"/>
              <a:gd name="T37" fmla="*/ 1928 h 2048"/>
              <a:gd name="T38" fmla="*/ 1264 w 2048"/>
              <a:gd name="T39" fmla="*/ 1444 h 2048"/>
              <a:gd name="T40" fmla="*/ 1324 w 2048"/>
              <a:gd name="T41" fmla="*/ 1204 h 2048"/>
              <a:gd name="T42" fmla="*/ 1928 w 2048"/>
              <a:gd name="T43" fmla="*/ 1144 h 2048"/>
              <a:gd name="T44" fmla="*/ 1928 w 2048"/>
              <a:gd name="T45" fmla="*/ 480 h 2048"/>
              <a:gd name="T46" fmla="*/ 1748 w 2048"/>
              <a:gd name="T47" fmla="*/ 1084 h 2048"/>
              <a:gd name="T48" fmla="*/ 1324 w 2048"/>
              <a:gd name="T49" fmla="*/ 904 h 2048"/>
              <a:gd name="T50" fmla="*/ 1204 w 2048"/>
              <a:gd name="T51" fmla="*/ 844 h 2048"/>
              <a:gd name="T52" fmla="*/ 1928 w 2048"/>
              <a:gd name="T53" fmla="*/ 480 h 2048"/>
              <a:gd name="T54" fmla="*/ 784 w 2048"/>
              <a:gd name="T55" fmla="*/ 120 h 2048"/>
              <a:gd name="T56" fmla="*/ 1324 w 2048"/>
              <a:gd name="T57" fmla="*/ 180 h 2048"/>
              <a:gd name="T58" fmla="*/ 724 w 2048"/>
              <a:gd name="T59" fmla="*/ 360 h 2048"/>
              <a:gd name="T60" fmla="*/ 120 w 2048"/>
              <a:gd name="T61" fmla="*/ 480 h 2048"/>
              <a:gd name="T62" fmla="*/ 844 w 2048"/>
              <a:gd name="T63" fmla="*/ 844 h 2048"/>
              <a:gd name="T64" fmla="*/ 724 w 2048"/>
              <a:gd name="T65" fmla="*/ 904 h 2048"/>
              <a:gd name="T66" fmla="*/ 300 w 2048"/>
              <a:gd name="T67" fmla="*/ 1084 h 2048"/>
              <a:gd name="T68" fmla="*/ 120 w 2048"/>
              <a:gd name="T69" fmla="*/ 480 h 2048"/>
              <a:gd name="T70" fmla="*/ 120 w 2048"/>
              <a:gd name="T71" fmla="*/ 1144 h 2048"/>
              <a:gd name="T72" fmla="*/ 724 w 2048"/>
              <a:gd name="T73" fmla="*/ 1204 h 2048"/>
              <a:gd name="T74" fmla="*/ 784 w 2048"/>
              <a:gd name="T75" fmla="*/ 1444 h 2048"/>
              <a:gd name="T76" fmla="*/ 844 w 2048"/>
              <a:gd name="T77" fmla="*/ 1928 h 2048"/>
              <a:gd name="T78" fmla="*/ 120 w 2048"/>
              <a:gd name="T79" fmla="*/ 1868 h 20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2048" h="2048">
                <a:moveTo>
                  <a:pt x="1868" y="2048"/>
                </a:moveTo>
                <a:cubicBezTo>
                  <a:pt x="1967" y="2048"/>
                  <a:pt x="2048" y="1967"/>
                  <a:pt x="2048" y="1868"/>
                </a:cubicBezTo>
                <a:cubicBezTo>
                  <a:pt x="2048" y="420"/>
                  <a:pt x="2048" y="420"/>
                  <a:pt x="2048" y="420"/>
                </a:cubicBezTo>
                <a:cubicBezTo>
                  <a:pt x="2048" y="387"/>
                  <a:pt x="2021" y="360"/>
                  <a:pt x="1988" y="360"/>
                </a:cubicBezTo>
                <a:cubicBezTo>
                  <a:pt x="1444" y="360"/>
                  <a:pt x="1444" y="360"/>
                  <a:pt x="1444" y="360"/>
                </a:cubicBezTo>
                <a:cubicBezTo>
                  <a:pt x="1444" y="180"/>
                  <a:pt x="1444" y="180"/>
                  <a:pt x="1444" y="180"/>
                </a:cubicBezTo>
                <a:cubicBezTo>
                  <a:pt x="1444" y="81"/>
                  <a:pt x="1363" y="0"/>
                  <a:pt x="1264" y="0"/>
                </a:cubicBezTo>
                <a:cubicBezTo>
                  <a:pt x="784" y="0"/>
                  <a:pt x="784" y="0"/>
                  <a:pt x="784" y="0"/>
                </a:cubicBezTo>
                <a:cubicBezTo>
                  <a:pt x="685" y="0"/>
                  <a:pt x="604" y="81"/>
                  <a:pt x="604" y="180"/>
                </a:cubicBezTo>
                <a:cubicBezTo>
                  <a:pt x="604" y="360"/>
                  <a:pt x="604" y="360"/>
                  <a:pt x="604" y="360"/>
                </a:cubicBezTo>
                <a:cubicBezTo>
                  <a:pt x="60" y="360"/>
                  <a:pt x="60" y="360"/>
                  <a:pt x="60" y="360"/>
                </a:cubicBezTo>
                <a:cubicBezTo>
                  <a:pt x="27" y="360"/>
                  <a:pt x="0" y="387"/>
                  <a:pt x="0" y="420"/>
                </a:cubicBezTo>
                <a:cubicBezTo>
                  <a:pt x="0" y="1868"/>
                  <a:pt x="0" y="1868"/>
                  <a:pt x="0" y="1868"/>
                </a:cubicBezTo>
                <a:cubicBezTo>
                  <a:pt x="0" y="1967"/>
                  <a:pt x="81" y="2048"/>
                  <a:pt x="180" y="2048"/>
                </a:cubicBezTo>
                <a:lnTo>
                  <a:pt x="1868" y="2048"/>
                </a:lnTo>
                <a:close/>
                <a:moveTo>
                  <a:pt x="1084" y="1928"/>
                </a:moveTo>
                <a:cubicBezTo>
                  <a:pt x="964" y="1928"/>
                  <a:pt x="964" y="1928"/>
                  <a:pt x="964" y="1928"/>
                </a:cubicBezTo>
                <a:cubicBezTo>
                  <a:pt x="964" y="1444"/>
                  <a:pt x="964" y="1444"/>
                  <a:pt x="964" y="1444"/>
                </a:cubicBezTo>
                <a:cubicBezTo>
                  <a:pt x="1084" y="1444"/>
                  <a:pt x="1084" y="1444"/>
                  <a:pt x="1084" y="1444"/>
                </a:cubicBezTo>
                <a:lnTo>
                  <a:pt x="1084" y="1928"/>
                </a:lnTo>
                <a:close/>
                <a:moveTo>
                  <a:pt x="1024" y="1084"/>
                </a:moveTo>
                <a:cubicBezTo>
                  <a:pt x="991" y="1084"/>
                  <a:pt x="964" y="1111"/>
                  <a:pt x="964" y="1144"/>
                </a:cubicBezTo>
                <a:cubicBezTo>
                  <a:pt x="964" y="1324"/>
                  <a:pt x="964" y="1324"/>
                  <a:pt x="964" y="1324"/>
                </a:cubicBezTo>
                <a:cubicBezTo>
                  <a:pt x="844" y="1324"/>
                  <a:pt x="844" y="1324"/>
                  <a:pt x="844" y="1324"/>
                </a:cubicBezTo>
                <a:cubicBezTo>
                  <a:pt x="844" y="964"/>
                  <a:pt x="844" y="964"/>
                  <a:pt x="844" y="964"/>
                </a:cubicBezTo>
                <a:cubicBezTo>
                  <a:pt x="1204" y="964"/>
                  <a:pt x="1204" y="964"/>
                  <a:pt x="1204" y="964"/>
                </a:cubicBezTo>
                <a:cubicBezTo>
                  <a:pt x="1204" y="1324"/>
                  <a:pt x="1204" y="1324"/>
                  <a:pt x="1204" y="1324"/>
                </a:cubicBezTo>
                <a:cubicBezTo>
                  <a:pt x="1084" y="1324"/>
                  <a:pt x="1084" y="1324"/>
                  <a:pt x="1084" y="1324"/>
                </a:cubicBezTo>
                <a:cubicBezTo>
                  <a:pt x="1084" y="1144"/>
                  <a:pt x="1084" y="1144"/>
                  <a:pt x="1084" y="1144"/>
                </a:cubicBezTo>
                <a:cubicBezTo>
                  <a:pt x="1084" y="1111"/>
                  <a:pt x="1057" y="1084"/>
                  <a:pt x="1024" y="1084"/>
                </a:cubicBezTo>
                <a:close/>
                <a:moveTo>
                  <a:pt x="964" y="844"/>
                </a:moveTo>
                <a:cubicBezTo>
                  <a:pt x="964" y="480"/>
                  <a:pt x="964" y="480"/>
                  <a:pt x="964" y="480"/>
                </a:cubicBezTo>
                <a:cubicBezTo>
                  <a:pt x="1084" y="480"/>
                  <a:pt x="1084" y="480"/>
                  <a:pt x="1084" y="480"/>
                </a:cubicBezTo>
                <a:cubicBezTo>
                  <a:pt x="1084" y="844"/>
                  <a:pt x="1084" y="844"/>
                  <a:pt x="1084" y="844"/>
                </a:cubicBezTo>
                <a:lnTo>
                  <a:pt x="964" y="844"/>
                </a:lnTo>
                <a:close/>
                <a:moveTo>
                  <a:pt x="1928" y="1868"/>
                </a:moveTo>
                <a:cubicBezTo>
                  <a:pt x="1928" y="1901"/>
                  <a:pt x="1901" y="1928"/>
                  <a:pt x="1868" y="1928"/>
                </a:cubicBezTo>
                <a:cubicBezTo>
                  <a:pt x="1204" y="1928"/>
                  <a:pt x="1204" y="1928"/>
                  <a:pt x="1204" y="1928"/>
                </a:cubicBezTo>
                <a:cubicBezTo>
                  <a:pt x="1204" y="1444"/>
                  <a:pt x="1204" y="1444"/>
                  <a:pt x="1204" y="1444"/>
                </a:cubicBezTo>
                <a:cubicBezTo>
                  <a:pt x="1264" y="1444"/>
                  <a:pt x="1264" y="1444"/>
                  <a:pt x="1264" y="1444"/>
                </a:cubicBezTo>
                <a:cubicBezTo>
                  <a:pt x="1297" y="1444"/>
                  <a:pt x="1324" y="1417"/>
                  <a:pt x="1324" y="1384"/>
                </a:cubicBezTo>
                <a:cubicBezTo>
                  <a:pt x="1324" y="1204"/>
                  <a:pt x="1324" y="1204"/>
                  <a:pt x="1324" y="1204"/>
                </a:cubicBezTo>
                <a:cubicBezTo>
                  <a:pt x="1748" y="1204"/>
                  <a:pt x="1748" y="1204"/>
                  <a:pt x="1748" y="1204"/>
                </a:cubicBezTo>
                <a:cubicBezTo>
                  <a:pt x="1815" y="1204"/>
                  <a:pt x="1878" y="1182"/>
                  <a:pt x="1928" y="1144"/>
                </a:cubicBezTo>
                <a:lnTo>
                  <a:pt x="1928" y="1868"/>
                </a:lnTo>
                <a:close/>
                <a:moveTo>
                  <a:pt x="1928" y="480"/>
                </a:moveTo>
                <a:cubicBezTo>
                  <a:pt x="1928" y="904"/>
                  <a:pt x="1928" y="904"/>
                  <a:pt x="1928" y="904"/>
                </a:cubicBezTo>
                <a:cubicBezTo>
                  <a:pt x="1928" y="1003"/>
                  <a:pt x="1847" y="1084"/>
                  <a:pt x="1748" y="1084"/>
                </a:cubicBezTo>
                <a:cubicBezTo>
                  <a:pt x="1324" y="1084"/>
                  <a:pt x="1324" y="1084"/>
                  <a:pt x="1324" y="1084"/>
                </a:cubicBezTo>
                <a:cubicBezTo>
                  <a:pt x="1324" y="904"/>
                  <a:pt x="1324" y="904"/>
                  <a:pt x="1324" y="904"/>
                </a:cubicBezTo>
                <a:cubicBezTo>
                  <a:pt x="1324" y="871"/>
                  <a:pt x="1297" y="844"/>
                  <a:pt x="1264" y="844"/>
                </a:cubicBezTo>
                <a:cubicBezTo>
                  <a:pt x="1204" y="844"/>
                  <a:pt x="1204" y="844"/>
                  <a:pt x="1204" y="844"/>
                </a:cubicBezTo>
                <a:cubicBezTo>
                  <a:pt x="1204" y="480"/>
                  <a:pt x="1204" y="480"/>
                  <a:pt x="1204" y="480"/>
                </a:cubicBezTo>
                <a:lnTo>
                  <a:pt x="1928" y="480"/>
                </a:lnTo>
                <a:close/>
                <a:moveTo>
                  <a:pt x="724" y="180"/>
                </a:moveTo>
                <a:cubicBezTo>
                  <a:pt x="724" y="147"/>
                  <a:pt x="751" y="120"/>
                  <a:pt x="784" y="120"/>
                </a:cubicBezTo>
                <a:cubicBezTo>
                  <a:pt x="1264" y="120"/>
                  <a:pt x="1264" y="120"/>
                  <a:pt x="1264" y="120"/>
                </a:cubicBezTo>
                <a:cubicBezTo>
                  <a:pt x="1297" y="120"/>
                  <a:pt x="1324" y="147"/>
                  <a:pt x="1324" y="180"/>
                </a:cubicBezTo>
                <a:cubicBezTo>
                  <a:pt x="1324" y="360"/>
                  <a:pt x="1324" y="360"/>
                  <a:pt x="1324" y="360"/>
                </a:cubicBezTo>
                <a:cubicBezTo>
                  <a:pt x="724" y="360"/>
                  <a:pt x="724" y="360"/>
                  <a:pt x="724" y="360"/>
                </a:cubicBezTo>
                <a:lnTo>
                  <a:pt x="724" y="180"/>
                </a:lnTo>
                <a:close/>
                <a:moveTo>
                  <a:pt x="120" y="480"/>
                </a:moveTo>
                <a:cubicBezTo>
                  <a:pt x="844" y="480"/>
                  <a:pt x="844" y="480"/>
                  <a:pt x="844" y="480"/>
                </a:cubicBezTo>
                <a:cubicBezTo>
                  <a:pt x="844" y="844"/>
                  <a:pt x="844" y="844"/>
                  <a:pt x="844" y="844"/>
                </a:cubicBezTo>
                <a:cubicBezTo>
                  <a:pt x="784" y="844"/>
                  <a:pt x="784" y="844"/>
                  <a:pt x="784" y="844"/>
                </a:cubicBezTo>
                <a:cubicBezTo>
                  <a:pt x="751" y="844"/>
                  <a:pt x="724" y="871"/>
                  <a:pt x="724" y="904"/>
                </a:cubicBezTo>
                <a:cubicBezTo>
                  <a:pt x="724" y="1084"/>
                  <a:pt x="724" y="1084"/>
                  <a:pt x="724" y="1084"/>
                </a:cubicBezTo>
                <a:cubicBezTo>
                  <a:pt x="300" y="1084"/>
                  <a:pt x="300" y="1084"/>
                  <a:pt x="300" y="1084"/>
                </a:cubicBezTo>
                <a:cubicBezTo>
                  <a:pt x="201" y="1084"/>
                  <a:pt x="120" y="1003"/>
                  <a:pt x="120" y="904"/>
                </a:cubicBezTo>
                <a:lnTo>
                  <a:pt x="120" y="480"/>
                </a:lnTo>
                <a:close/>
                <a:moveTo>
                  <a:pt x="120" y="1868"/>
                </a:moveTo>
                <a:cubicBezTo>
                  <a:pt x="120" y="1144"/>
                  <a:pt x="120" y="1144"/>
                  <a:pt x="120" y="1144"/>
                </a:cubicBezTo>
                <a:cubicBezTo>
                  <a:pt x="170" y="1182"/>
                  <a:pt x="232" y="1204"/>
                  <a:pt x="300" y="1204"/>
                </a:cubicBezTo>
                <a:cubicBezTo>
                  <a:pt x="724" y="1204"/>
                  <a:pt x="724" y="1204"/>
                  <a:pt x="724" y="1204"/>
                </a:cubicBezTo>
                <a:cubicBezTo>
                  <a:pt x="724" y="1384"/>
                  <a:pt x="724" y="1384"/>
                  <a:pt x="724" y="1384"/>
                </a:cubicBezTo>
                <a:cubicBezTo>
                  <a:pt x="724" y="1417"/>
                  <a:pt x="751" y="1444"/>
                  <a:pt x="784" y="1444"/>
                </a:cubicBezTo>
                <a:cubicBezTo>
                  <a:pt x="844" y="1444"/>
                  <a:pt x="844" y="1444"/>
                  <a:pt x="844" y="1444"/>
                </a:cubicBezTo>
                <a:cubicBezTo>
                  <a:pt x="844" y="1928"/>
                  <a:pt x="844" y="1928"/>
                  <a:pt x="844" y="1928"/>
                </a:cubicBezTo>
                <a:cubicBezTo>
                  <a:pt x="180" y="1928"/>
                  <a:pt x="180" y="1928"/>
                  <a:pt x="180" y="1928"/>
                </a:cubicBezTo>
                <a:cubicBezTo>
                  <a:pt x="147" y="1928"/>
                  <a:pt x="120" y="1901"/>
                  <a:pt x="120" y="186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4" name="Freeform 15">
            <a:extLst>
              <a:ext uri="{FF2B5EF4-FFF2-40B4-BE49-F238E27FC236}">
                <a16:creationId xmlns:a16="http://schemas.microsoft.com/office/drawing/2014/main" id="{1DC4C9FD-6D59-4FDD-9F67-02E5BC7A0E91}"/>
              </a:ext>
            </a:extLst>
          </p:cNvPr>
          <p:cNvSpPr>
            <a:spLocks noEditPoints="1"/>
          </p:cNvSpPr>
          <p:nvPr/>
        </p:nvSpPr>
        <p:spPr bwMode="auto">
          <a:xfrm>
            <a:off x="8488139" y="3441868"/>
            <a:ext cx="441502" cy="484216"/>
          </a:xfrm>
          <a:custGeom>
            <a:avLst/>
            <a:gdLst>
              <a:gd name="T0" fmla="*/ 1429 w 1867"/>
              <a:gd name="T1" fmla="*/ 589 h 2048"/>
              <a:gd name="T2" fmla="*/ 1114 w 1867"/>
              <a:gd name="T3" fmla="*/ 180 h 2048"/>
              <a:gd name="T4" fmla="*/ 754 w 1867"/>
              <a:gd name="T5" fmla="*/ 180 h 2048"/>
              <a:gd name="T6" fmla="*/ 438 w 1867"/>
              <a:gd name="T7" fmla="*/ 589 h 2048"/>
              <a:gd name="T8" fmla="*/ 50 w 1867"/>
              <a:gd name="T9" fmla="*/ 514 h 2048"/>
              <a:gd name="T10" fmla="*/ 308 w 1867"/>
              <a:gd name="T11" fmla="*/ 812 h 2048"/>
              <a:gd name="T12" fmla="*/ 308 w 1867"/>
              <a:gd name="T13" fmla="*/ 1236 h 2048"/>
              <a:gd name="T14" fmla="*/ 50 w 1867"/>
              <a:gd name="T15" fmla="*/ 1534 h 2048"/>
              <a:gd name="T16" fmla="*/ 438 w 1867"/>
              <a:gd name="T17" fmla="*/ 1459 h 2048"/>
              <a:gd name="T18" fmla="*/ 754 w 1867"/>
              <a:gd name="T19" fmla="*/ 1868 h 2048"/>
              <a:gd name="T20" fmla="*/ 1114 w 1867"/>
              <a:gd name="T21" fmla="*/ 1868 h 2048"/>
              <a:gd name="T22" fmla="*/ 1429 w 1867"/>
              <a:gd name="T23" fmla="*/ 1459 h 2048"/>
              <a:gd name="T24" fmla="*/ 1817 w 1867"/>
              <a:gd name="T25" fmla="*/ 1534 h 2048"/>
              <a:gd name="T26" fmla="*/ 1559 w 1867"/>
              <a:gd name="T27" fmla="*/ 1236 h 2048"/>
              <a:gd name="T28" fmla="*/ 1559 w 1867"/>
              <a:gd name="T29" fmla="*/ 812 h 2048"/>
              <a:gd name="T30" fmla="*/ 1817 w 1867"/>
              <a:gd name="T31" fmla="*/ 514 h 2048"/>
              <a:gd name="T32" fmla="*/ 236 w 1867"/>
              <a:gd name="T33" fmla="*/ 1496 h 2048"/>
              <a:gd name="T34" fmla="*/ 176 w 1867"/>
              <a:gd name="T35" fmla="*/ 1392 h 2048"/>
              <a:gd name="T36" fmla="*/ 236 w 1867"/>
              <a:gd name="T37" fmla="*/ 1496 h 2048"/>
              <a:gd name="T38" fmla="*/ 154 w 1867"/>
              <a:gd name="T39" fmla="*/ 574 h 2048"/>
              <a:gd name="T40" fmla="*/ 357 w 1867"/>
              <a:gd name="T41" fmla="*/ 691 h 2048"/>
              <a:gd name="T42" fmla="*/ 1368 w 1867"/>
              <a:gd name="T43" fmla="*/ 703 h 2048"/>
              <a:gd name="T44" fmla="*/ 994 w 1867"/>
              <a:gd name="T45" fmla="*/ 608 h 2048"/>
              <a:gd name="T46" fmla="*/ 1368 w 1867"/>
              <a:gd name="T47" fmla="*/ 703 h 2048"/>
              <a:gd name="T48" fmla="*/ 1218 w 1867"/>
              <a:gd name="T49" fmla="*/ 929 h 2048"/>
              <a:gd name="T50" fmla="*/ 1218 w 1867"/>
              <a:gd name="T51" fmla="*/ 1119 h 2048"/>
              <a:gd name="T52" fmla="*/ 1158 w 1867"/>
              <a:gd name="T53" fmla="*/ 1222 h 2048"/>
              <a:gd name="T54" fmla="*/ 994 w 1867"/>
              <a:gd name="T55" fmla="*/ 1128 h 2048"/>
              <a:gd name="T56" fmla="*/ 994 w 1867"/>
              <a:gd name="T57" fmla="*/ 920 h 2048"/>
              <a:gd name="T58" fmla="*/ 1158 w 1867"/>
              <a:gd name="T59" fmla="*/ 825 h 2048"/>
              <a:gd name="T60" fmla="*/ 934 w 1867"/>
              <a:gd name="T61" fmla="*/ 120 h 2048"/>
              <a:gd name="T62" fmla="*/ 934 w 1867"/>
              <a:gd name="T63" fmla="*/ 357 h 2048"/>
              <a:gd name="T64" fmla="*/ 934 w 1867"/>
              <a:gd name="T65" fmla="*/ 120 h 2048"/>
              <a:gd name="T66" fmla="*/ 874 w 1867"/>
              <a:gd name="T67" fmla="*/ 608 h 2048"/>
              <a:gd name="T68" fmla="*/ 499 w 1867"/>
              <a:gd name="T69" fmla="*/ 703 h 2048"/>
              <a:gd name="T70" fmla="*/ 874 w 1867"/>
              <a:gd name="T71" fmla="*/ 1128 h 2048"/>
              <a:gd name="T72" fmla="*/ 709 w 1867"/>
              <a:gd name="T73" fmla="*/ 1222 h 2048"/>
              <a:gd name="T74" fmla="*/ 649 w 1867"/>
              <a:gd name="T75" fmla="*/ 1119 h 2048"/>
              <a:gd name="T76" fmla="*/ 649 w 1867"/>
              <a:gd name="T77" fmla="*/ 929 h 2048"/>
              <a:gd name="T78" fmla="*/ 649 w 1867"/>
              <a:gd name="T79" fmla="*/ 1119 h 2048"/>
              <a:gd name="T80" fmla="*/ 874 w 1867"/>
              <a:gd name="T81" fmla="*/ 730 h 2048"/>
              <a:gd name="T82" fmla="*/ 709 w 1867"/>
              <a:gd name="T83" fmla="*/ 825 h 2048"/>
              <a:gd name="T84" fmla="*/ 394 w 1867"/>
              <a:gd name="T85" fmla="*/ 1024 h 2048"/>
              <a:gd name="T86" fmla="*/ 544 w 1867"/>
              <a:gd name="T87" fmla="*/ 868 h 2048"/>
              <a:gd name="T88" fmla="*/ 544 w 1867"/>
              <a:gd name="T89" fmla="*/ 1180 h 2048"/>
              <a:gd name="T90" fmla="*/ 499 w 1867"/>
              <a:gd name="T91" fmla="*/ 1344 h 2048"/>
              <a:gd name="T92" fmla="*/ 874 w 1867"/>
              <a:gd name="T93" fmla="*/ 1439 h 2048"/>
              <a:gd name="T94" fmla="*/ 499 w 1867"/>
              <a:gd name="T95" fmla="*/ 1344 h 2048"/>
              <a:gd name="T96" fmla="*/ 874 w 1867"/>
              <a:gd name="T97" fmla="*/ 1868 h 2048"/>
              <a:gd name="T98" fmla="*/ 994 w 1867"/>
              <a:gd name="T99" fmla="*/ 1868 h 2048"/>
              <a:gd name="T100" fmla="*/ 994 w 1867"/>
              <a:gd name="T101" fmla="*/ 1560 h 2048"/>
              <a:gd name="T102" fmla="*/ 1263 w 1867"/>
              <a:gd name="T103" fmla="*/ 1283 h 2048"/>
              <a:gd name="T104" fmla="*/ 994 w 1867"/>
              <a:gd name="T105" fmla="*/ 1560 h 2048"/>
              <a:gd name="T106" fmla="*/ 1324 w 1867"/>
              <a:gd name="T107" fmla="*/ 1180 h 2048"/>
              <a:gd name="T108" fmla="*/ 1324 w 1867"/>
              <a:gd name="T109" fmla="*/ 868 h 2048"/>
              <a:gd name="T110" fmla="*/ 1474 w 1867"/>
              <a:gd name="T111" fmla="*/ 1024 h 2048"/>
              <a:gd name="T112" fmla="*/ 1691 w 1867"/>
              <a:gd name="T113" fmla="*/ 1392 h 2048"/>
              <a:gd name="T114" fmla="*/ 1631 w 1867"/>
              <a:gd name="T115" fmla="*/ 1496 h 2048"/>
              <a:gd name="T116" fmla="*/ 1691 w 1867"/>
              <a:gd name="T117" fmla="*/ 1392 h 2048"/>
              <a:gd name="T118" fmla="*/ 1691 w 1867"/>
              <a:gd name="T119" fmla="*/ 656 h 2048"/>
              <a:gd name="T120" fmla="*/ 1631 w 1867"/>
              <a:gd name="T121" fmla="*/ 552 h 20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867" h="2048">
                <a:moveTo>
                  <a:pt x="1571" y="448"/>
                </a:moveTo>
                <a:cubicBezTo>
                  <a:pt x="1531" y="471"/>
                  <a:pt x="1470" y="528"/>
                  <a:pt x="1429" y="589"/>
                </a:cubicBezTo>
                <a:cubicBezTo>
                  <a:pt x="1335" y="481"/>
                  <a:pt x="1207" y="405"/>
                  <a:pt x="1062" y="376"/>
                </a:cubicBezTo>
                <a:cubicBezTo>
                  <a:pt x="1094" y="309"/>
                  <a:pt x="1114" y="225"/>
                  <a:pt x="1114" y="180"/>
                </a:cubicBezTo>
                <a:cubicBezTo>
                  <a:pt x="1114" y="80"/>
                  <a:pt x="1033" y="0"/>
                  <a:pt x="934" y="0"/>
                </a:cubicBezTo>
                <a:cubicBezTo>
                  <a:pt x="834" y="0"/>
                  <a:pt x="754" y="80"/>
                  <a:pt x="754" y="180"/>
                </a:cubicBezTo>
                <a:cubicBezTo>
                  <a:pt x="754" y="225"/>
                  <a:pt x="773" y="309"/>
                  <a:pt x="805" y="376"/>
                </a:cubicBezTo>
                <a:cubicBezTo>
                  <a:pt x="660" y="405"/>
                  <a:pt x="532" y="481"/>
                  <a:pt x="438" y="589"/>
                </a:cubicBezTo>
                <a:cubicBezTo>
                  <a:pt x="397" y="528"/>
                  <a:pt x="336" y="471"/>
                  <a:pt x="296" y="448"/>
                </a:cubicBezTo>
                <a:cubicBezTo>
                  <a:pt x="210" y="398"/>
                  <a:pt x="100" y="427"/>
                  <a:pt x="50" y="514"/>
                </a:cubicBezTo>
                <a:cubicBezTo>
                  <a:pt x="0" y="600"/>
                  <a:pt x="30" y="710"/>
                  <a:pt x="116" y="760"/>
                </a:cubicBezTo>
                <a:cubicBezTo>
                  <a:pt x="156" y="783"/>
                  <a:pt x="236" y="807"/>
                  <a:pt x="308" y="812"/>
                </a:cubicBezTo>
                <a:cubicBezTo>
                  <a:pt x="286" y="878"/>
                  <a:pt x="274" y="950"/>
                  <a:pt x="274" y="1024"/>
                </a:cubicBezTo>
                <a:cubicBezTo>
                  <a:pt x="274" y="1098"/>
                  <a:pt x="286" y="1169"/>
                  <a:pt x="308" y="1236"/>
                </a:cubicBezTo>
                <a:cubicBezTo>
                  <a:pt x="233" y="1241"/>
                  <a:pt x="155" y="1265"/>
                  <a:pt x="116" y="1288"/>
                </a:cubicBezTo>
                <a:cubicBezTo>
                  <a:pt x="30" y="1338"/>
                  <a:pt x="0" y="1447"/>
                  <a:pt x="50" y="1534"/>
                </a:cubicBezTo>
                <a:cubicBezTo>
                  <a:pt x="100" y="1620"/>
                  <a:pt x="210" y="1649"/>
                  <a:pt x="296" y="1600"/>
                </a:cubicBezTo>
                <a:cubicBezTo>
                  <a:pt x="336" y="1576"/>
                  <a:pt x="397" y="1519"/>
                  <a:pt x="438" y="1459"/>
                </a:cubicBezTo>
                <a:cubicBezTo>
                  <a:pt x="532" y="1566"/>
                  <a:pt x="660" y="1642"/>
                  <a:pt x="805" y="1671"/>
                </a:cubicBezTo>
                <a:cubicBezTo>
                  <a:pt x="773" y="1738"/>
                  <a:pt x="754" y="1822"/>
                  <a:pt x="754" y="1868"/>
                </a:cubicBezTo>
                <a:cubicBezTo>
                  <a:pt x="754" y="1967"/>
                  <a:pt x="834" y="2048"/>
                  <a:pt x="934" y="2048"/>
                </a:cubicBezTo>
                <a:cubicBezTo>
                  <a:pt x="1033" y="2048"/>
                  <a:pt x="1114" y="1967"/>
                  <a:pt x="1114" y="1868"/>
                </a:cubicBezTo>
                <a:cubicBezTo>
                  <a:pt x="1114" y="1822"/>
                  <a:pt x="1095" y="1738"/>
                  <a:pt x="1062" y="1671"/>
                </a:cubicBezTo>
                <a:cubicBezTo>
                  <a:pt x="1207" y="1642"/>
                  <a:pt x="1335" y="1566"/>
                  <a:pt x="1429" y="1459"/>
                </a:cubicBezTo>
                <a:cubicBezTo>
                  <a:pt x="1470" y="1520"/>
                  <a:pt x="1531" y="1576"/>
                  <a:pt x="1571" y="1600"/>
                </a:cubicBezTo>
                <a:cubicBezTo>
                  <a:pt x="1657" y="1649"/>
                  <a:pt x="1767" y="1620"/>
                  <a:pt x="1817" y="1534"/>
                </a:cubicBezTo>
                <a:cubicBezTo>
                  <a:pt x="1867" y="1448"/>
                  <a:pt x="1837" y="1338"/>
                  <a:pt x="1751" y="1288"/>
                </a:cubicBezTo>
                <a:cubicBezTo>
                  <a:pt x="1712" y="1265"/>
                  <a:pt x="1634" y="1241"/>
                  <a:pt x="1559" y="1236"/>
                </a:cubicBezTo>
                <a:cubicBezTo>
                  <a:pt x="1581" y="1169"/>
                  <a:pt x="1594" y="1098"/>
                  <a:pt x="1594" y="1024"/>
                </a:cubicBezTo>
                <a:cubicBezTo>
                  <a:pt x="1594" y="950"/>
                  <a:pt x="1581" y="878"/>
                  <a:pt x="1559" y="812"/>
                </a:cubicBezTo>
                <a:cubicBezTo>
                  <a:pt x="1632" y="807"/>
                  <a:pt x="1711" y="783"/>
                  <a:pt x="1751" y="760"/>
                </a:cubicBezTo>
                <a:cubicBezTo>
                  <a:pt x="1837" y="710"/>
                  <a:pt x="1867" y="600"/>
                  <a:pt x="1817" y="514"/>
                </a:cubicBezTo>
                <a:cubicBezTo>
                  <a:pt x="1767" y="427"/>
                  <a:pt x="1657" y="398"/>
                  <a:pt x="1571" y="448"/>
                </a:cubicBezTo>
                <a:close/>
                <a:moveTo>
                  <a:pt x="236" y="1496"/>
                </a:moveTo>
                <a:cubicBezTo>
                  <a:pt x="207" y="1512"/>
                  <a:pt x="171" y="1502"/>
                  <a:pt x="154" y="1474"/>
                </a:cubicBezTo>
                <a:cubicBezTo>
                  <a:pt x="138" y="1445"/>
                  <a:pt x="147" y="1408"/>
                  <a:pt x="176" y="1392"/>
                </a:cubicBezTo>
                <a:cubicBezTo>
                  <a:pt x="213" y="1370"/>
                  <a:pt x="309" y="1348"/>
                  <a:pt x="357" y="1357"/>
                </a:cubicBezTo>
                <a:cubicBezTo>
                  <a:pt x="340" y="1402"/>
                  <a:pt x="272" y="1475"/>
                  <a:pt x="236" y="1496"/>
                </a:cubicBezTo>
                <a:close/>
                <a:moveTo>
                  <a:pt x="176" y="656"/>
                </a:moveTo>
                <a:cubicBezTo>
                  <a:pt x="147" y="639"/>
                  <a:pt x="138" y="602"/>
                  <a:pt x="154" y="574"/>
                </a:cubicBezTo>
                <a:cubicBezTo>
                  <a:pt x="171" y="545"/>
                  <a:pt x="207" y="535"/>
                  <a:pt x="236" y="552"/>
                </a:cubicBezTo>
                <a:cubicBezTo>
                  <a:pt x="273" y="573"/>
                  <a:pt x="340" y="646"/>
                  <a:pt x="357" y="691"/>
                </a:cubicBezTo>
                <a:cubicBezTo>
                  <a:pt x="309" y="699"/>
                  <a:pt x="212" y="677"/>
                  <a:pt x="176" y="656"/>
                </a:cubicBezTo>
                <a:close/>
                <a:moveTo>
                  <a:pt x="1368" y="703"/>
                </a:moveTo>
                <a:cubicBezTo>
                  <a:pt x="1263" y="764"/>
                  <a:pt x="1263" y="764"/>
                  <a:pt x="1263" y="764"/>
                </a:cubicBezTo>
                <a:cubicBezTo>
                  <a:pt x="1198" y="681"/>
                  <a:pt x="1103" y="624"/>
                  <a:pt x="994" y="608"/>
                </a:cubicBezTo>
                <a:cubicBezTo>
                  <a:pt x="994" y="487"/>
                  <a:pt x="994" y="487"/>
                  <a:pt x="994" y="487"/>
                </a:cubicBezTo>
                <a:cubicBezTo>
                  <a:pt x="1147" y="504"/>
                  <a:pt x="1281" y="585"/>
                  <a:pt x="1368" y="703"/>
                </a:cubicBezTo>
                <a:close/>
                <a:moveTo>
                  <a:pt x="1054" y="1024"/>
                </a:moveTo>
                <a:cubicBezTo>
                  <a:pt x="1218" y="929"/>
                  <a:pt x="1218" y="929"/>
                  <a:pt x="1218" y="929"/>
                </a:cubicBezTo>
                <a:cubicBezTo>
                  <a:pt x="1228" y="959"/>
                  <a:pt x="1234" y="990"/>
                  <a:pt x="1234" y="1024"/>
                </a:cubicBezTo>
                <a:cubicBezTo>
                  <a:pt x="1234" y="1057"/>
                  <a:pt x="1228" y="1089"/>
                  <a:pt x="1218" y="1119"/>
                </a:cubicBezTo>
                <a:lnTo>
                  <a:pt x="1054" y="1024"/>
                </a:lnTo>
                <a:close/>
                <a:moveTo>
                  <a:pt x="1158" y="1222"/>
                </a:moveTo>
                <a:cubicBezTo>
                  <a:pt x="1116" y="1270"/>
                  <a:pt x="1058" y="1304"/>
                  <a:pt x="994" y="1318"/>
                </a:cubicBezTo>
                <a:cubicBezTo>
                  <a:pt x="994" y="1128"/>
                  <a:pt x="994" y="1128"/>
                  <a:pt x="994" y="1128"/>
                </a:cubicBezTo>
                <a:lnTo>
                  <a:pt x="1158" y="1222"/>
                </a:lnTo>
                <a:close/>
                <a:moveTo>
                  <a:pt x="994" y="920"/>
                </a:moveTo>
                <a:cubicBezTo>
                  <a:pt x="994" y="730"/>
                  <a:pt x="994" y="730"/>
                  <a:pt x="994" y="730"/>
                </a:cubicBezTo>
                <a:cubicBezTo>
                  <a:pt x="1058" y="743"/>
                  <a:pt x="1116" y="777"/>
                  <a:pt x="1158" y="825"/>
                </a:cubicBezTo>
                <a:lnTo>
                  <a:pt x="994" y="920"/>
                </a:lnTo>
                <a:close/>
                <a:moveTo>
                  <a:pt x="934" y="120"/>
                </a:moveTo>
                <a:cubicBezTo>
                  <a:pt x="967" y="120"/>
                  <a:pt x="994" y="147"/>
                  <a:pt x="994" y="180"/>
                </a:cubicBezTo>
                <a:cubicBezTo>
                  <a:pt x="994" y="223"/>
                  <a:pt x="964" y="319"/>
                  <a:pt x="934" y="357"/>
                </a:cubicBezTo>
                <a:cubicBezTo>
                  <a:pt x="903" y="319"/>
                  <a:pt x="874" y="222"/>
                  <a:pt x="874" y="180"/>
                </a:cubicBezTo>
                <a:cubicBezTo>
                  <a:pt x="874" y="147"/>
                  <a:pt x="900" y="120"/>
                  <a:pt x="934" y="120"/>
                </a:cubicBezTo>
                <a:close/>
                <a:moveTo>
                  <a:pt x="874" y="487"/>
                </a:moveTo>
                <a:cubicBezTo>
                  <a:pt x="874" y="608"/>
                  <a:pt x="874" y="608"/>
                  <a:pt x="874" y="608"/>
                </a:cubicBezTo>
                <a:cubicBezTo>
                  <a:pt x="765" y="624"/>
                  <a:pt x="669" y="681"/>
                  <a:pt x="604" y="764"/>
                </a:cubicBezTo>
                <a:cubicBezTo>
                  <a:pt x="499" y="703"/>
                  <a:pt x="499" y="703"/>
                  <a:pt x="499" y="703"/>
                </a:cubicBezTo>
                <a:cubicBezTo>
                  <a:pt x="586" y="585"/>
                  <a:pt x="720" y="504"/>
                  <a:pt x="874" y="487"/>
                </a:cubicBezTo>
                <a:close/>
                <a:moveTo>
                  <a:pt x="874" y="1128"/>
                </a:moveTo>
                <a:cubicBezTo>
                  <a:pt x="874" y="1318"/>
                  <a:pt x="874" y="1318"/>
                  <a:pt x="874" y="1318"/>
                </a:cubicBezTo>
                <a:cubicBezTo>
                  <a:pt x="809" y="1304"/>
                  <a:pt x="751" y="1270"/>
                  <a:pt x="709" y="1222"/>
                </a:cubicBezTo>
                <a:lnTo>
                  <a:pt x="874" y="1128"/>
                </a:lnTo>
                <a:close/>
                <a:moveTo>
                  <a:pt x="649" y="1119"/>
                </a:moveTo>
                <a:cubicBezTo>
                  <a:pt x="639" y="1089"/>
                  <a:pt x="634" y="1057"/>
                  <a:pt x="634" y="1024"/>
                </a:cubicBezTo>
                <a:cubicBezTo>
                  <a:pt x="634" y="990"/>
                  <a:pt x="639" y="959"/>
                  <a:pt x="649" y="929"/>
                </a:cubicBezTo>
                <a:cubicBezTo>
                  <a:pt x="814" y="1024"/>
                  <a:pt x="814" y="1024"/>
                  <a:pt x="814" y="1024"/>
                </a:cubicBezTo>
                <a:lnTo>
                  <a:pt x="649" y="1119"/>
                </a:lnTo>
                <a:close/>
                <a:moveTo>
                  <a:pt x="709" y="825"/>
                </a:moveTo>
                <a:cubicBezTo>
                  <a:pt x="751" y="777"/>
                  <a:pt x="809" y="743"/>
                  <a:pt x="874" y="730"/>
                </a:cubicBezTo>
                <a:cubicBezTo>
                  <a:pt x="874" y="920"/>
                  <a:pt x="874" y="920"/>
                  <a:pt x="874" y="920"/>
                </a:cubicBezTo>
                <a:lnTo>
                  <a:pt x="709" y="825"/>
                </a:lnTo>
                <a:close/>
                <a:moveTo>
                  <a:pt x="439" y="1240"/>
                </a:moveTo>
                <a:cubicBezTo>
                  <a:pt x="410" y="1174"/>
                  <a:pt x="394" y="1101"/>
                  <a:pt x="394" y="1024"/>
                </a:cubicBezTo>
                <a:cubicBezTo>
                  <a:pt x="394" y="947"/>
                  <a:pt x="410" y="874"/>
                  <a:pt x="439" y="807"/>
                </a:cubicBezTo>
                <a:cubicBezTo>
                  <a:pt x="544" y="868"/>
                  <a:pt x="544" y="868"/>
                  <a:pt x="544" y="868"/>
                </a:cubicBezTo>
                <a:cubicBezTo>
                  <a:pt x="524" y="916"/>
                  <a:pt x="514" y="969"/>
                  <a:pt x="514" y="1024"/>
                </a:cubicBezTo>
                <a:cubicBezTo>
                  <a:pt x="514" y="1079"/>
                  <a:pt x="524" y="1131"/>
                  <a:pt x="544" y="1180"/>
                </a:cubicBezTo>
                <a:lnTo>
                  <a:pt x="439" y="1240"/>
                </a:lnTo>
                <a:close/>
                <a:moveTo>
                  <a:pt x="499" y="1344"/>
                </a:moveTo>
                <a:cubicBezTo>
                  <a:pt x="604" y="1283"/>
                  <a:pt x="604" y="1283"/>
                  <a:pt x="604" y="1283"/>
                </a:cubicBezTo>
                <a:cubicBezTo>
                  <a:pt x="669" y="1366"/>
                  <a:pt x="765" y="1424"/>
                  <a:pt x="874" y="1439"/>
                </a:cubicBezTo>
                <a:cubicBezTo>
                  <a:pt x="874" y="1560"/>
                  <a:pt x="874" y="1560"/>
                  <a:pt x="874" y="1560"/>
                </a:cubicBezTo>
                <a:cubicBezTo>
                  <a:pt x="720" y="1543"/>
                  <a:pt x="586" y="1462"/>
                  <a:pt x="499" y="1344"/>
                </a:cubicBezTo>
                <a:close/>
                <a:moveTo>
                  <a:pt x="934" y="1928"/>
                </a:moveTo>
                <a:cubicBezTo>
                  <a:pt x="900" y="1928"/>
                  <a:pt x="874" y="1901"/>
                  <a:pt x="874" y="1868"/>
                </a:cubicBezTo>
                <a:cubicBezTo>
                  <a:pt x="874" y="1825"/>
                  <a:pt x="903" y="1728"/>
                  <a:pt x="934" y="1690"/>
                </a:cubicBezTo>
                <a:cubicBezTo>
                  <a:pt x="964" y="1728"/>
                  <a:pt x="994" y="1825"/>
                  <a:pt x="994" y="1868"/>
                </a:cubicBezTo>
                <a:cubicBezTo>
                  <a:pt x="994" y="1901"/>
                  <a:pt x="967" y="1928"/>
                  <a:pt x="934" y="1928"/>
                </a:cubicBezTo>
                <a:close/>
                <a:moveTo>
                  <a:pt x="994" y="1560"/>
                </a:moveTo>
                <a:cubicBezTo>
                  <a:pt x="994" y="1439"/>
                  <a:pt x="994" y="1439"/>
                  <a:pt x="994" y="1439"/>
                </a:cubicBezTo>
                <a:cubicBezTo>
                  <a:pt x="1103" y="1424"/>
                  <a:pt x="1198" y="1366"/>
                  <a:pt x="1263" y="1283"/>
                </a:cubicBezTo>
                <a:cubicBezTo>
                  <a:pt x="1368" y="1344"/>
                  <a:pt x="1368" y="1344"/>
                  <a:pt x="1368" y="1344"/>
                </a:cubicBezTo>
                <a:cubicBezTo>
                  <a:pt x="1281" y="1462"/>
                  <a:pt x="1147" y="1543"/>
                  <a:pt x="994" y="1560"/>
                </a:cubicBezTo>
                <a:close/>
                <a:moveTo>
                  <a:pt x="1428" y="1240"/>
                </a:moveTo>
                <a:cubicBezTo>
                  <a:pt x="1324" y="1180"/>
                  <a:pt x="1324" y="1180"/>
                  <a:pt x="1324" y="1180"/>
                </a:cubicBezTo>
                <a:cubicBezTo>
                  <a:pt x="1343" y="1131"/>
                  <a:pt x="1354" y="1079"/>
                  <a:pt x="1354" y="1024"/>
                </a:cubicBezTo>
                <a:cubicBezTo>
                  <a:pt x="1354" y="969"/>
                  <a:pt x="1343" y="916"/>
                  <a:pt x="1324" y="868"/>
                </a:cubicBezTo>
                <a:cubicBezTo>
                  <a:pt x="1428" y="807"/>
                  <a:pt x="1428" y="807"/>
                  <a:pt x="1428" y="807"/>
                </a:cubicBezTo>
                <a:cubicBezTo>
                  <a:pt x="1457" y="874"/>
                  <a:pt x="1474" y="947"/>
                  <a:pt x="1474" y="1024"/>
                </a:cubicBezTo>
                <a:cubicBezTo>
                  <a:pt x="1474" y="1101"/>
                  <a:pt x="1457" y="1174"/>
                  <a:pt x="1428" y="1240"/>
                </a:cubicBezTo>
                <a:close/>
                <a:moveTo>
                  <a:pt x="1691" y="1392"/>
                </a:moveTo>
                <a:cubicBezTo>
                  <a:pt x="1720" y="1408"/>
                  <a:pt x="1730" y="1445"/>
                  <a:pt x="1713" y="1474"/>
                </a:cubicBezTo>
                <a:cubicBezTo>
                  <a:pt x="1696" y="1502"/>
                  <a:pt x="1660" y="1512"/>
                  <a:pt x="1631" y="1496"/>
                </a:cubicBezTo>
                <a:cubicBezTo>
                  <a:pt x="1594" y="1474"/>
                  <a:pt x="1527" y="1402"/>
                  <a:pt x="1510" y="1357"/>
                </a:cubicBezTo>
                <a:cubicBezTo>
                  <a:pt x="1558" y="1348"/>
                  <a:pt x="1655" y="1371"/>
                  <a:pt x="1691" y="1392"/>
                </a:cubicBezTo>
                <a:close/>
                <a:moveTo>
                  <a:pt x="1713" y="574"/>
                </a:moveTo>
                <a:cubicBezTo>
                  <a:pt x="1730" y="602"/>
                  <a:pt x="1720" y="639"/>
                  <a:pt x="1691" y="656"/>
                </a:cubicBezTo>
                <a:cubicBezTo>
                  <a:pt x="1654" y="677"/>
                  <a:pt x="1558" y="699"/>
                  <a:pt x="1510" y="691"/>
                </a:cubicBezTo>
                <a:cubicBezTo>
                  <a:pt x="1527" y="645"/>
                  <a:pt x="1595" y="573"/>
                  <a:pt x="1631" y="552"/>
                </a:cubicBezTo>
                <a:cubicBezTo>
                  <a:pt x="1660" y="535"/>
                  <a:pt x="1696" y="545"/>
                  <a:pt x="1713" y="57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5" name="Freeform 16">
            <a:extLst>
              <a:ext uri="{FF2B5EF4-FFF2-40B4-BE49-F238E27FC236}">
                <a16:creationId xmlns:a16="http://schemas.microsoft.com/office/drawing/2014/main" id="{146AA4EB-EE5F-4154-A3FA-24E48CEC1AEA}"/>
              </a:ext>
            </a:extLst>
          </p:cNvPr>
          <p:cNvSpPr>
            <a:spLocks noEditPoints="1"/>
          </p:cNvSpPr>
          <p:nvPr/>
        </p:nvSpPr>
        <p:spPr bwMode="auto">
          <a:xfrm>
            <a:off x="10334381" y="3441868"/>
            <a:ext cx="484362" cy="484216"/>
          </a:xfrm>
          <a:custGeom>
            <a:avLst/>
            <a:gdLst>
              <a:gd name="T0" fmla="*/ 1800 w 2048"/>
              <a:gd name="T1" fmla="*/ 1448 h 2048"/>
              <a:gd name="T2" fmla="*/ 1740 w 2048"/>
              <a:gd name="T3" fmla="*/ 240 h 2048"/>
              <a:gd name="T4" fmla="*/ 1560 w 2048"/>
              <a:gd name="T5" fmla="*/ 180 h 2048"/>
              <a:gd name="T6" fmla="*/ 1200 w 2048"/>
              <a:gd name="T7" fmla="*/ 180 h 2048"/>
              <a:gd name="T8" fmla="*/ 1080 w 2048"/>
              <a:gd name="T9" fmla="*/ 240 h 2048"/>
              <a:gd name="T10" fmla="*/ 900 w 2048"/>
              <a:gd name="T11" fmla="*/ 0 h 2048"/>
              <a:gd name="T12" fmla="*/ 720 w 2048"/>
              <a:gd name="T13" fmla="*/ 240 h 2048"/>
              <a:gd name="T14" fmla="*/ 600 w 2048"/>
              <a:gd name="T15" fmla="*/ 180 h 2048"/>
              <a:gd name="T16" fmla="*/ 240 w 2048"/>
              <a:gd name="T17" fmla="*/ 180 h 2048"/>
              <a:gd name="T18" fmla="*/ 60 w 2048"/>
              <a:gd name="T19" fmla="*/ 240 h 2048"/>
              <a:gd name="T20" fmla="*/ 0 w 2048"/>
              <a:gd name="T21" fmla="*/ 1988 h 2048"/>
              <a:gd name="T22" fmla="*/ 1500 w 2048"/>
              <a:gd name="T23" fmla="*/ 2048 h 2048"/>
              <a:gd name="T24" fmla="*/ 1560 w 2048"/>
              <a:gd name="T25" fmla="*/ 1808 h 2048"/>
              <a:gd name="T26" fmla="*/ 2048 w 2048"/>
              <a:gd name="T27" fmla="*/ 1568 h 2048"/>
              <a:gd name="T28" fmla="*/ 1988 w 2048"/>
              <a:gd name="T29" fmla="*/ 1448 h 2048"/>
              <a:gd name="T30" fmla="*/ 1380 w 2048"/>
              <a:gd name="T31" fmla="*/ 120 h 2048"/>
              <a:gd name="T32" fmla="*/ 1440 w 2048"/>
              <a:gd name="T33" fmla="*/ 240 h 2048"/>
              <a:gd name="T34" fmla="*/ 1320 w 2048"/>
              <a:gd name="T35" fmla="*/ 180 h 2048"/>
              <a:gd name="T36" fmla="*/ 900 w 2048"/>
              <a:gd name="T37" fmla="*/ 120 h 2048"/>
              <a:gd name="T38" fmla="*/ 960 w 2048"/>
              <a:gd name="T39" fmla="*/ 240 h 2048"/>
              <a:gd name="T40" fmla="*/ 840 w 2048"/>
              <a:gd name="T41" fmla="*/ 180 h 2048"/>
              <a:gd name="T42" fmla="*/ 420 w 2048"/>
              <a:gd name="T43" fmla="*/ 120 h 2048"/>
              <a:gd name="T44" fmla="*/ 480 w 2048"/>
              <a:gd name="T45" fmla="*/ 240 h 2048"/>
              <a:gd name="T46" fmla="*/ 360 w 2048"/>
              <a:gd name="T47" fmla="*/ 180 h 2048"/>
              <a:gd name="T48" fmla="*/ 480 w 2048"/>
              <a:gd name="T49" fmla="*/ 360 h 2048"/>
              <a:gd name="T50" fmla="*/ 540 w 2048"/>
              <a:gd name="T51" fmla="*/ 480 h 2048"/>
              <a:gd name="T52" fmla="*/ 600 w 2048"/>
              <a:gd name="T53" fmla="*/ 360 h 2048"/>
              <a:gd name="T54" fmla="*/ 960 w 2048"/>
              <a:gd name="T55" fmla="*/ 420 h 2048"/>
              <a:gd name="T56" fmla="*/ 1080 w 2048"/>
              <a:gd name="T57" fmla="*/ 420 h 2048"/>
              <a:gd name="T58" fmla="*/ 1440 w 2048"/>
              <a:gd name="T59" fmla="*/ 360 h 2048"/>
              <a:gd name="T60" fmla="*/ 1500 w 2048"/>
              <a:gd name="T61" fmla="*/ 480 h 2048"/>
              <a:gd name="T62" fmla="*/ 1560 w 2048"/>
              <a:gd name="T63" fmla="*/ 360 h 2048"/>
              <a:gd name="T64" fmla="*/ 1680 w 2048"/>
              <a:gd name="T65" fmla="*/ 1448 h 2048"/>
              <a:gd name="T66" fmla="*/ 601 w 2048"/>
              <a:gd name="T67" fmla="*/ 1473 h 2048"/>
              <a:gd name="T68" fmla="*/ 600 w 2048"/>
              <a:gd name="T69" fmla="*/ 1568 h 2048"/>
              <a:gd name="T70" fmla="*/ 360 w 2048"/>
              <a:gd name="T71" fmla="*/ 1568 h 2048"/>
              <a:gd name="T72" fmla="*/ 1440 w 2048"/>
              <a:gd name="T73" fmla="*/ 1928 h 2048"/>
              <a:gd name="T74" fmla="*/ 120 w 2048"/>
              <a:gd name="T75" fmla="*/ 360 h 2048"/>
              <a:gd name="T76" fmla="*/ 240 w 2048"/>
              <a:gd name="T77" fmla="*/ 1568 h 2048"/>
              <a:gd name="T78" fmla="*/ 1440 w 2048"/>
              <a:gd name="T79" fmla="*/ 1808 h 2048"/>
              <a:gd name="T80" fmla="*/ 1800 w 2048"/>
              <a:gd name="T81" fmla="*/ 1688 h 2048"/>
              <a:gd name="T82" fmla="*/ 720 w 2048"/>
              <a:gd name="T83" fmla="*/ 1568 h 2048"/>
              <a:gd name="T84" fmla="*/ 1800 w 2048"/>
              <a:gd name="T85" fmla="*/ 1688 h 2048"/>
              <a:gd name="T86" fmla="*/ 498 w 2048"/>
              <a:gd name="T87" fmla="*/ 621 h 2048"/>
              <a:gd name="T88" fmla="*/ 644 w 2048"/>
              <a:gd name="T89" fmla="*/ 682 h 2048"/>
              <a:gd name="T90" fmla="*/ 807 w 2048"/>
              <a:gd name="T91" fmla="*/ 490 h 2048"/>
              <a:gd name="T92" fmla="*/ 714 w 2048"/>
              <a:gd name="T93" fmla="*/ 810 h 2048"/>
              <a:gd name="T94" fmla="*/ 498 w 2048"/>
              <a:gd name="T95" fmla="*/ 706 h 2048"/>
              <a:gd name="T96" fmla="*/ 498 w 2048"/>
              <a:gd name="T97" fmla="*/ 1101 h 2048"/>
              <a:gd name="T98" fmla="*/ 644 w 2048"/>
              <a:gd name="T99" fmla="*/ 1162 h 2048"/>
              <a:gd name="T100" fmla="*/ 807 w 2048"/>
              <a:gd name="T101" fmla="*/ 970 h 2048"/>
              <a:gd name="T102" fmla="*/ 714 w 2048"/>
              <a:gd name="T103" fmla="*/ 1290 h 2048"/>
              <a:gd name="T104" fmla="*/ 498 w 2048"/>
              <a:gd name="T105" fmla="*/ 1186 h 2048"/>
              <a:gd name="T106" fmla="*/ 1020 w 2048"/>
              <a:gd name="T107" fmla="*/ 604 h 2048"/>
              <a:gd name="T108" fmla="*/ 1560 w 2048"/>
              <a:gd name="T109" fmla="*/ 664 h 2048"/>
              <a:gd name="T110" fmla="*/ 1020 w 2048"/>
              <a:gd name="T111" fmla="*/ 724 h 2048"/>
              <a:gd name="T112" fmla="*/ 960 w 2048"/>
              <a:gd name="T113" fmla="*/ 904 h 2048"/>
              <a:gd name="T114" fmla="*/ 1500 w 2048"/>
              <a:gd name="T115" fmla="*/ 844 h 2048"/>
              <a:gd name="T116" fmla="*/ 1500 w 2048"/>
              <a:gd name="T117" fmla="*/ 964 h 2048"/>
              <a:gd name="T118" fmla="*/ 960 w 2048"/>
              <a:gd name="T119" fmla="*/ 904 h 2048"/>
              <a:gd name="T120" fmla="*/ 1020 w 2048"/>
              <a:gd name="T121" fmla="*/ 1084 h 2048"/>
              <a:gd name="T122" fmla="*/ 1560 w 2048"/>
              <a:gd name="T123" fmla="*/ 1144 h 2048"/>
              <a:gd name="T124" fmla="*/ 1020 w 2048"/>
              <a:gd name="T125" fmla="*/ 1204 h 20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048" h="2048">
                <a:moveTo>
                  <a:pt x="1988" y="1448"/>
                </a:moveTo>
                <a:cubicBezTo>
                  <a:pt x="1800" y="1448"/>
                  <a:pt x="1800" y="1448"/>
                  <a:pt x="1800" y="1448"/>
                </a:cubicBezTo>
                <a:cubicBezTo>
                  <a:pt x="1800" y="300"/>
                  <a:pt x="1800" y="300"/>
                  <a:pt x="1800" y="300"/>
                </a:cubicBezTo>
                <a:cubicBezTo>
                  <a:pt x="1800" y="267"/>
                  <a:pt x="1773" y="240"/>
                  <a:pt x="1740" y="240"/>
                </a:cubicBezTo>
                <a:cubicBezTo>
                  <a:pt x="1560" y="240"/>
                  <a:pt x="1560" y="240"/>
                  <a:pt x="1560" y="240"/>
                </a:cubicBezTo>
                <a:cubicBezTo>
                  <a:pt x="1560" y="180"/>
                  <a:pt x="1560" y="180"/>
                  <a:pt x="1560" y="180"/>
                </a:cubicBezTo>
                <a:cubicBezTo>
                  <a:pt x="1560" y="80"/>
                  <a:pt x="1479" y="0"/>
                  <a:pt x="1380" y="0"/>
                </a:cubicBezTo>
                <a:cubicBezTo>
                  <a:pt x="1281" y="0"/>
                  <a:pt x="1200" y="80"/>
                  <a:pt x="1200" y="180"/>
                </a:cubicBezTo>
                <a:cubicBezTo>
                  <a:pt x="1200" y="240"/>
                  <a:pt x="1200" y="240"/>
                  <a:pt x="1200" y="240"/>
                </a:cubicBezTo>
                <a:cubicBezTo>
                  <a:pt x="1080" y="240"/>
                  <a:pt x="1080" y="240"/>
                  <a:pt x="1080" y="240"/>
                </a:cubicBezTo>
                <a:cubicBezTo>
                  <a:pt x="1080" y="180"/>
                  <a:pt x="1080" y="180"/>
                  <a:pt x="1080" y="180"/>
                </a:cubicBezTo>
                <a:cubicBezTo>
                  <a:pt x="1080" y="80"/>
                  <a:pt x="999" y="0"/>
                  <a:pt x="900" y="0"/>
                </a:cubicBezTo>
                <a:cubicBezTo>
                  <a:pt x="801" y="0"/>
                  <a:pt x="720" y="80"/>
                  <a:pt x="720" y="180"/>
                </a:cubicBezTo>
                <a:cubicBezTo>
                  <a:pt x="720" y="240"/>
                  <a:pt x="720" y="240"/>
                  <a:pt x="720" y="240"/>
                </a:cubicBezTo>
                <a:cubicBezTo>
                  <a:pt x="600" y="240"/>
                  <a:pt x="600" y="240"/>
                  <a:pt x="600" y="240"/>
                </a:cubicBezTo>
                <a:cubicBezTo>
                  <a:pt x="600" y="180"/>
                  <a:pt x="600" y="180"/>
                  <a:pt x="600" y="180"/>
                </a:cubicBezTo>
                <a:cubicBezTo>
                  <a:pt x="600" y="80"/>
                  <a:pt x="519" y="0"/>
                  <a:pt x="420" y="0"/>
                </a:cubicBezTo>
                <a:cubicBezTo>
                  <a:pt x="321" y="0"/>
                  <a:pt x="240" y="80"/>
                  <a:pt x="240" y="180"/>
                </a:cubicBezTo>
                <a:cubicBezTo>
                  <a:pt x="240" y="240"/>
                  <a:pt x="240" y="240"/>
                  <a:pt x="240" y="240"/>
                </a:cubicBezTo>
                <a:cubicBezTo>
                  <a:pt x="60" y="240"/>
                  <a:pt x="60" y="240"/>
                  <a:pt x="60" y="240"/>
                </a:cubicBezTo>
                <a:cubicBezTo>
                  <a:pt x="27" y="240"/>
                  <a:pt x="0" y="267"/>
                  <a:pt x="0" y="300"/>
                </a:cubicBezTo>
                <a:cubicBezTo>
                  <a:pt x="0" y="1988"/>
                  <a:pt x="0" y="1988"/>
                  <a:pt x="0" y="1988"/>
                </a:cubicBezTo>
                <a:cubicBezTo>
                  <a:pt x="0" y="2021"/>
                  <a:pt x="27" y="2048"/>
                  <a:pt x="60" y="2048"/>
                </a:cubicBezTo>
                <a:cubicBezTo>
                  <a:pt x="1500" y="2048"/>
                  <a:pt x="1500" y="2048"/>
                  <a:pt x="1500" y="2048"/>
                </a:cubicBezTo>
                <a:cubicBezTo>
                  <a:pt x="1533" y="2048"/>
                  <a:pt x="1560" y="2021"/>
                  <a:pt x="1560" y="1988"/>
                </a:cubicBezTo>
                <a:cubicBezTo>
                  <a:pt x="1560" y="1808"/>
                  <a:pt x="1560" y="1808"/>
                  <a:pt x="1560" y="1808"/>
                </a:cubicBezTo>
                <a:cubicBezTo>
                  <a:pt x="1800" y="1808"/>
                  <a:pt x="1800" y="1808"/>
                  <a:pt x="1800" y="1808"/>
                </a:cubicBezTo>
                <a:cubicBezTo>
                  <a:pt x="1934" y="1808"/>
                  <a:pt x="2048" y="1698"/>
                  <a:pt x="2048" y="1568"/>
                </a:cubicBezTo>
                <a:cubicBezTo>
                  <a:pt x="2048" y="1508"/>
                  <a:pt x="2048" y="1508"/>
                  <a:pt x="2048" y="1508"/>
                </a:cubicBezTo>
                <a:cubicBezTo>
                  <a:pt x="2048" y="1475"/>
                  <a:pt x="2021" y="1448"/>
                  <a:pt x="1988" y="1448"/>
                </a:cubicBezTo>
                <a:close/>
                <a:moveTo>
                  <a:pt x="1320" y="180"/>
                </a:moveTo>
                <a:cubicBezTo>
                  <a:pt x="1320" y="147"/>
                  <a:pt x="1347" y="120"/>
                  <a:pt x="1380" y="120"/>
                </a:cubicBezTo>
                <a:cubicBezTo>
                  <a:pt x="1413" y="120"/>
                  <a:pt x="1440" y="147"/>
                  <a:pt x="1440" y="180"/>
                </a:cubicBezTo>
                <a:cubicBezTo>
                  <a:pt x="1440" y="240"/>
                  <a:pt x="1440" y="240"/>
                  <a:pt x="1440" y="240"/>
                </a:cubicBezTo>
                <a:cubicBezTo>
                  <a:pt x="1320" y="240"/>
                  <a:pt x="1320" y="240"/>
                  <a:pt x="1320" y="240"/>
                </a:cubicBezTo>
                <a:lnTo>
                  <a:pt x="1320" y="180"/>
                </a:lnTo>
                <a:close/>
                <a:moveTo>
                  <a:pt x="840" y="180"/>
                </a:moveTo>
                <a:cubicBezTo>
                  <a:pt x="840" y="147"/>
                  <a:pt x="867" y="120"/>
                  <a:pt x="900" y="120"/>
                </a:cubicBezTo>
                <a:cubicBezTo>
                  <a:pt x="933" y="120"/>
                  <a:pt x="960" y="147"/>
                  <a:pt x="960" y="180"/>
                </a:cubicBezTo>
                <a:cubicBezTo>
                  <a:pt x="960" y="240"/>
                  <a:pt x="960" y="240"/>
                  <a:pt x="960" y="240"/>
                </a:cubicBezTo>
                <a:cubicBezTo>
                  <a:pt x="840" y="240"/>
                  <a:pt x="840" y="240"/>
                  <a:pt x="840" y="240"/>
                </a:cubicBezTo>
                <a:lnTo>
                  <a:pt x="840" y="180"/>
                </a:lnTo>
                <a:close/>
                <a:moveTo>
                  <a:pt x="360" y="180"/>
                </a:moveTo>
                <a:cubicBezTo>
                  <a:pt x="360" y="147"/>
                  <a:pt x="387" y="120"/>
                  <a:pt x="420" y="120"/>
                </a:cubicBezTo>
                <a:cubicBezTo>
                  <a:pt x="453" y="120"/>
                  <a:pt x="480" y="147"/>
                  <a:pt x="480" y="180"/>
                </a:cubicBezTo>
                <a:cubicBezTo>
                  <a:pt x="480" y="240"/>
                  <a:pt x="480" y="240"/>
                  <a:pt x="480" y="240"/>
                </a:cubicBezTo>
                <a:cubicBezTo>
                  <a:pt x="360" y="240"/>
                  <a:pt x="360" y="240"/>
                  <a:pt x="360" y="240"/>
                </a:cubicBezTo>
                <a:lnTo>
                  <a:pt x="360" y="180"/>
                </a:lnTo>
                <a:close/>
                <a:moveTo>
                  <a:pt x="360" y="360"/>
                </a:moveTo>
                <a:cubicBezTo>
                  <a:pt x="480" y="360"/>
                  <a:pt x="480" y="360"/>
                  <a:pt x="480" y="360"/>
                </a:cubicBezTo>
                <a:cubicBezTo>
                  <a:pt x="480" y="420"/>
                  <a:pt x="480" y="420"/>
                  <a:pt x="480" y="420"/>
                </a:cubicBezTo>
                <a:cubicBezTo>
                  <a:pt x="480" y="453"/>
                  <a:pt x="507" y="480"/>
                  <a:pt x="540" y="480"/>
                </a:cubicBezTo>
                <a:cubicBezTo>
                  <a:pt x="573" y="480"/>
                  <a:pt x="600" y="453"/>
                  <a:pt x="600" y="420"/>
                </a:cubicBezTo>
                <a:cubicBezTo>
                  <a:pt x="600" y="360"/>
                  <a:pt x="600" y="360"/>
                  <a:pt x="600" y="360"/>
                </a:cubicBezTo>
                <a:cubicBezTo>
                  <a:pt x="960" y="360"/>
                  <a:pt x="960" y="360"/>
                  <a:pt x="960" y="360"/>
                </a:cubicBezTo>
                <a:cubicBezTo>
                  <a:pt x="960" y="420"/>
                  <a:pt x="960" y="420"/>
                  <a:pt x="960" y="420"/>
                </a:cubicBezTo>
                <a:cubicBezTo>
                  <a:pt x="960" y="453"/>
                  <a:pt x="987" y="480"/>
                  <a:pt x="1020" y="480"/>
                </a:cubicBezTo>
                <a:cubicBezTo>
                  <a:pt x="1053" y="480"/>
                  <a:pt x="1080" y="453"/>
                  <a:pt x="1080" y="420"/>
                </a:cubicBezTo>
                <a:cubicBezTo>
                  <a:pt x="1080" y="360"/>
                  <a:pt x="1080" y="360"/>
                  <a:pt x="1080" y="360"/>
                </a:cubicBezTo>
                <a:cubicBezTo>
                  <a:pt x="1440" y="360"/>
                  <a:pt x="1440" y="360"/>
                  <a:pt x="1440" y="360"/>
                </a:cubicBezTo>
                <a:cubicBezTo>
                  <a:pt x="1440" y="420"/>
                  <a:pt x="1440" y="420"/>
                  <a:pt x="1440" y="420"/>
                </a:cubicBezTo>
                <a:cubicBezTo>
                  <a:pt x="1440" y="453"/>
                  <a:pt x="1467" y="480"/>
                  <a:pt x="1500" y="480"/>
                </a:cubicBezTo>
                <a:cubicBezTo>
                  <a:pt x="1533" y="480"/>
                  <a:pt x="1560" y="453"/>
                  <a:pt x="1560" y="420"/>
                </a:cubicBezTo>
                <a:cubicBezTo>
                  <a:pt x="1560" y="360"/>
                  <a:pt x="1560" y="360"/>
                  <a:pt x="1560" y="360"/>
                </a:cubicBezTo>
                <a:cubicBezTo>
                  <a:pt x="1680" y="360"/>
                  <a:pt x="1680" y="360"/>
                  <a:pt x="1680" y="360"/>
                </a:cubicBezTo>
                <a:cubicBezTo>
                  <a:pt x="1680" y="1448"/>
                  <a:pt x="1680" y="1448"/>
                  <a:pt x="1680" y="1448"/>
                </a:cubicBezTo>
                <a:cubicBezTo>
                  <a:pt x="650" y="1448"/>
                  <a:pt x="650" y="1448"/>
                  <a:pt x="650" y="1448"/>
                </a:cubicBezTo>
                <a:cubicBezTo>
                  <a:pt x="630" y="1448"/>
                  <a:pt x="612" y="1457"/>
                  <a:pt x="601" y="1473"/>
                </a:cubicBezTo>
                <a:cubicBezTo>
                  <a:pt x="590" y="1489"/>
                  <a:pt x="587" y="1509"/>
                  <a:pt x="593" y="1528"/>
                </a:cubicBezTo>
                <a:cubicBezTo>
                  <a:pt x="598" y="1540"/>
                  <a:pt x="600" y="1554"/>
                  <a:pt x="600" y="1568"/>
                </a:cubicBezTo>
                <a:cubicBezTo>
                  <a:pt x="600" y="1634"/>
                  <a:pt x="546" y="1688"/>
                  <a:pt x="480" y="1688"/>
                </a:cubicBezTo>
                <a:cubicBezTo>
                  <a:pt x="414" y="1688"/>
                  <a:pt x="360" y="1634"/>
                  <a:pt x="360" y="1568"/>
                </a:cubicBezTo>
                <a:lnTo>
                  <a:pt x="360" y="360"/>
                </a:lnTo>
                <a:close/>
                <a:moveTo>
                  <a:pt x="1440" y="1928"/>
                </a:moveTo>
                <a:cubicBezTo>
                  <a:pt x="120" y="1928"/>
                  <a:pt x="120" y="1928"/>
                  <a:pt x="120" y="1928"/>
                </a:cubicBezTo>
                <a:cubicBezTo>
                  <a:pt x="120" y="360"/>
                  <a:pt x="120" y="360"/>
                  <a:pt x="120" y="360"/>
                </a:cubicBezTo>
                <a:cubicBezTo>
                  <a:pt x="240" y="360"/>
                  <a:pt x="240" y="360"/>
                  <a:pt x="240" y="360"/>
                </a:cubicBezTo>
                <a:cubicBezTo>
                  <a:pt x="240" y="1568"/>
                  <a:pt x="240" y="1568"/>
                  <a:pt x="240" y="1568"/>
                </a:cubicBezTo>
                <a:cubicBezTo>
                  <a:pt x="240" y="1700"/>
                  <a:pt x="348" y="1808"/>
                  <a:pt x="480" y="1808"/>
                </a:cubicBezTo>
                <a:cubicBezTo>
                  <a:pt x="1440" y="1808"/>
                  <a:pt x="1440" y="1808"/>
                  <a:pt x="1440" y="1808"/>
                </a:cubicBezTo>
                <a:lnTo>
                  <a:pt x="1440" y="1928"/>
                </a:lnTo>
                <a:close/>
                <a:moveTo>
                  <a:pt x="1800" y="1688"/>
                </a:moveTo>
                <a:cubicBezTo>
                  <a:pt x="688" y="1688"/>
                  <a:pt x="688" y="1688"/>
                  <a:pt x="688" y="1688"/>
                </a:cubicBezTo>
                <a:cubicBezTo>
                  <a:pt x="708" y="1652"/>
                  <a:pt x="720" y="1611"/>
                  <a:pt x="720" y="1568"/>
                </a:cubicBezTo>
                <a:cubicBezTo>
                  <a:pt x="1928" y="1568"/>
                  <a:pt x="1928" y="1568"/>
                  <a:pt x="1928" y="1568"/>
                </a:cubicBezTo>
                <a:cubicBezTo>
                  <a:pt x="1928" y="1632"/>
                  <a:pt x="1868" y="1688"/>
                  <a:pt x="1800" y="1688"/>
                </a:cubicBezTo>
                <a:close/>
                <a:moveTo>
                  <a:pt x="498" y="706"/>
                </a:moveTo>
                <a:cubicBezTo>
                  <a:pt x="474" y="683"/>
                  <a:pt x="474" y="645"/>
                  <a:pt x="498" y="621"/>
                </a:cubicBezTo>
                <a:cubicBezTo>
                  <a:pt x="521" y="598"/>
                  <a:pt x="559" y="598"/>
                  <a:pt x="582" y="621"/>
                </a:cubicBezTo>
                <a:cubicBezTo>
                  <a:pt x="644" y="682"/>
                  <a:pt x="644" y="682"/>
                  <a:pt x="644" y="682"/>
                </a:cubicBezTo>
                <a:cubicBezTo>
                  <a:pt x="726" y="517"/>
                  <a:pt x="726" y="517"/>
                  <a:pt x="726" y="517"/>
                </a:cubicBezTo>
                <a:cubicBezTo>
                  <a:pt x="741" y="487"/>
                  <a:pt x="777" y="475"/>
                  <a:pt x="807" y="490"/>
                </a:cubicBezTo>
                <a:cubicBezTo>
                  <a:pt x="836" y="505"/>
                  <a:pt x="848" y="541"/>
                  <a:pt x="834" y="570"/>
                </a:cubicBezTo>
                <a:cubicBezTo>
                  <a:pt x="714" y="810"/>
                  <a:pt x="714" y="810"/>
                  <a:pt x="714" y="810"/>
                </a:cubicBezTo>
                <a:cubicBezTo>
                  <a:pt x="695" y="847"/>
                  <a:pt x="647" y="855"/>
                  <a:pt x="618" y="826"/>
                </a:cubicBezTo>
                <a:lnTo>
                  <a:pt x="498" y="706"/>
                </a:lnTo>
                <a:close/>
                <a:moveTo>
                  <a:pt x="498" y="1186"/>
                </a:moveTo>
                <a:cubicBezTo>
                  <a:pt x="474" y="1163"/>
                  <a:pt x="474" y="1125"/>
                  <a:pt x="498" y="1101"/>
                </a:cubicBezTo>
                <a:cubicBezTo>
                  <a:pt x="521" y="1078"/>
                  <a:pt x="559" y="1078"/>
                  <a:pt x="582" y="1101"/>
                </a:cubicBezTo>
                <a:cubicBezTo>
                  <a:pt x="644" y="1162"/>
                  <a:pt x="644" y="1162"/>
                  <a:pt x="644" y="1162"/>
                </a:cubicBezTo>
                <a:cubicBezTo>
                  <a:pt x="726" y="997"/>
                  <a:pt x="726" y="997"/>
                  <a:pt x="726" y="997"/>
                </a:cubicBezTo>
                <a:cubicBezTo>
                  <a:pt x="741" y="967"/>
                  <a:pt x="777" y="955"/>
                  <a:pt x="807" y="970"/>
                </a:cubicBezTo>
                <a:cubicBezTo>
                  <a:pt x="836" y="985"/>
                  <a:pt x="848" y="1021"/>
                  <a:pt x="834" y="1050"/>
                </a:cubicBezTo>
                <a:cubicBezTo>
                  <a:pt x="714" y="1290"/>
                  <a:pt x="714" y="1290"/>
                  <a:pt x="714" y="1290"/>
                </a:cubicBezTo>
                <a:cubicBezTo>
                  <a:pt x="695" y="1327"/>
                  <a:pt x="647" y="1335"/>
                  <a:pt x="618" y="1306"/>
                </a:cubicBezTo>
                <a:lnTo>
                  <a:pt x="498" y="1186"/>
                </a:lnTo>
                <a:close/>
                <a:moveTo>
                  <a:pt x="960" y="664"/>
                </a:moveTo>
                <a:cubicBezTo>
                  <a:pt x="960" y="631"/>
                  <a:pt x="987" y="604"/>
                  <a:pt x="1020" y="604"/>
                </a:cubicBezTo>
                <a:cubicBezTo>
                  <a:pt x="1500" y="604"/>
                  <a:pt x="1500" y="604"/>
                  <a:pt x="1500" y="604"/>
                </a:cubicBezTo>
                <a:cubicBezTo>
                  <a:pt x="1533" y="604"/>
                  <a:pt x="1560" y="631"/>
                  <a:pt x="1560" y="664"/>
                </a:cubicBezTo>
                <a:cubicBezTo>
                  <a:pt x="1560" y="697"/>
                  <a:pt x="1533" y="724"/>
                  <a:pt x="1500" y="724"/>
                </a:cubicBezTo>
                <a:cubicBezTo>
                  <a:pt x="1020" y="724"/>
                  <a:pt x="1020" y="724"/>
                  <a:pt x="1020" y="724"/>
                </a:cubicBezTo>
                <a:cubicBezTo>
                  <a:pt x="987" y="724"/>
                  <a:pt x="960" y="697"/>
                  <a:pt x="960" y="664"/>
                </a:cubicBezTo>
                <a:close/>
                <a:moveTo>
                  <a:pt x="960" y="904"/>
                </a:moveTo>
                <a:cubicBezTo>
                  <a:pt x="960" y="871"/>
                  <a:pt x="987" y="844"/>
                  <a:pt x="1020" y="844"/>
                </a:cubicBezTo>
                <a:cubicBezTo>
                  <a:pt x="1500" y="844"/>
                  <a:pt x="1500" y="844"/>
                  <a:pt x="1500" y="844"/>
                </a:cubicBezTo>
                <a:cubicBezTo>
                  <a:pt x="1533" y="844"/>
                  <a:pt x="1560" y="871"/>
                  <a:pt x="1560" y="904"/>
                </a:cubicBezTo>
                <a:cubicBezTo>
                  <a:pt x="1560" y="937"/>
                  <a:pt x="1533" y="964"/>
                  <a:pt x="1500" y="964"/>
                </a:cubicBezTo>
                <a:cubicBezTo>
                  <a:pt x="1020" y="964"/>
                  <a:pt x="1020" y="964"/>
                  <a:pt x="1020" y="964"/>
                </a:cubicBezTo>
                <a:cubicBezTo>
                  <a:pt x="987" y="964"/>
                  <a:pt x="960" y="937"/>
                  <a:pt x="960" y="904"/>
                </a:cubicBezTo>
                <a:close/>
                <a:moveTo>
                  <a:pt x="960" y="1144"/>
                </a:moveTo>
                <a:cubicBezTo>
                  <a:pt x="960" y="1111"/>
                  <a:pt x="987" y="1084"/>
                  <a:pt x="1020" y="1084"/>
                </a:cubicBezTo>
                <a:cubicBezTo>
                  <a:pt x="1500" y="1084"/>
                  <a:pt x="1500" y="1084"/>
                  <a:pt x="1500" y="1084"/>
                </a:cubicBezTo>
                <a:cubicBezTo>
                  <a:pt x="1533" y="1084"/>
                  <a:pt x="1560" y="1111"/>
                  <a:pt x="1560" y="1144"/>
                </a:cubicBezTo>
                <a:cubicBezTo>
                  <a:pt x="1560" y="1177"/>
                  <a:pt x="1533" y="1204"/>
                  <a:pt x="1500" y="1204"/>
                </a:cubicBezTo>
                <a:cubicBezTo>
                  <a:pt x="1020" y="1204"/>
                  <a:pt x="1020" y="1204"/>
                  <a:pt x="1020" y="1204"/>
                </a:cubicBezTo>
                <a:cubicBezTo>
                  <a:pt x="987" y="1204"/>
                  <a:pt x="960" y="1177"/>
                  <a:pt x="960" y="114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6" name="Freeform 17">
            <a:extLst>
              <a:ext uri="{FF2B5EF4-FFF2-40B4-BE49-F238E27FC236}">
                <a16:creationId xmlns:a16="http://schemas.microsoft.com/office/drawing/2014/main" id="{08522195-2C86-43AF-853D-BA2DAAF7C46C}"/>
              </a:ext>
            </a:extLst>
          </p:cNvPr>
          <p:cNvSpPr>
            <a:spLocks noEditPoints="1"/>
          </p:cNvSpPr>
          <p:nvPr/>
        </p:nvSpPr>
        <p:spPr bwMode="auto">
          <a:xfrm>
            <a:off x="10261554" y="5362792"/>
            <a:ext cx="484362" cy="484216"/>
          </a:xfrm>
          <a:custGeom>
            <a:avLst/>
            <a:gdLst>
              <a:gd name="T0" fmla="*/ 218 w 2048"/>
              <a:gd name="T1" fmla="*/ 1660 h 2048"/>
              <a:gd name="T2" fmla="*/ 555 w 2048"/>
              <a:gd name="T3" fmla="*/ 1792 h 2048"/>
              <a:gd name="T4" fmla="*/ 904 w 2048"/>
              <a:gd name="T5" fmla="*/ 2048 h 2048"/>
              <a:gd name="T6" fmla="*/ 1236 w 2048"/>
              <a:gd name="T7" fmla="*/ 1898 h 2048"/>
              <a:gd name="T8" fmla="*/ 1660 w 2048"/>
              <a:gd name="T9" fmla="*/ 1830 h 2048"/>
              <a:gd name="T10" fmla="*/ 1792 w 2048"/>
              <a:gd name="T11" fmla="*/ 1492 h 2048"/>
              <a:gd name="T12" fmla="*/ 2048 w 2048"/>
              <a:gd name="T13" fmla="*/ 1144 h 2048"/>
              <a:gd name="T14" fmla="*/ 1899 w 2048"/>
              <a:gd name="T15" fmla="*/ 812 h 2048"/>
              <a:gd name="T16" fmla="*/ 1830 w 2048"/>
              <a:gd name="T17" fmla="*/ 387 h 2048"/>
              <a:gd name="T18" fmla="*/ 1493 w 2048"/>
              <a:gd name="T19" fmla="*/ 255 h 2048"/>
              <a:gd name="T20" fmla="*/ 1144 w 2048"/>
              <a:gd name="T21" fmla="*/ 0 h 2048"/>
              <a:gd name="T22" fmla="*/ 812 w 2048"/>
              <a:gd name="T23" fmla="*/ 149 h 2048"/>
              <a:gd name="T24" fmla="*/ 388 w 2048"/>
              <a:gd name="T25" fmla="*/ 218 h 2048"/>
              <a:gd name="T26" fmla="*/ 256 w 2048"/>
              <a:gd name="T27" fmla="*/ 555 h 2048"/>
              <a:gd name="T28" fmla="*/ 0 w 2048"/>
              <a:gd name="T29" fmla="*/ 904 h 2048"/>
              <a:gd name="T30" fmla="*/ 149 w 2048"/>
              <a:gd name="T31" fmla="*/ 1236 h 2048"/>
              <a:gd name="T32" fmla="*/ 219 w 2048"/>
              <a:gd name="T33" fmla="*/ 915 h 2048"/>
              <a:gd name="T34" fmla="*/ 378 w 2048"/>
              <a:gd name="T35" fmla="*/ 532 h 2048"/>
              <a:gd name="T36" fmla="*/ 532 w 2048"/>
              <a:gd name="T37" fmla="*/ 378 h 2048"/>
              <a:gd name="T38" fmla="*/ 916 w 2048"/>
              <a:gd name="T39" fmla="*/ 219 h 2048"/>
              <a:gd name="T40" fmla="*/ 1132 w 2048"/>
              <a:gd name="T41" fmla="*/ 219 h 2048"/>
              <a:gd name="T42" fmla="*/ 1516 w 2048"/>
              <a:gd name="T43" fmla="*/ 378 h 2048"/>
              <a:gd name="T44" fmla="*/ 1670 w 2048"/>
              <a:gd name="T45" fmla="*/ 532 h 2048"/>
              <a:gd name="T46" fmla="*/ 1829 w 2048"/>
              <a:gd name="T47" fmla="*/ 915 h 2048"/>
              <a:gd name="T48" fmla="*/ 1829 w 2048"/>
              <a:gd name="T49" fmla="*/ 1132 h 2048"/>
              <a:gd name="T50" fmla="*/ 1670 w 2048"/>
              <a:gd name="T51" fmla="*/ 1516 h 2048"/>
              <a:gd name="T52" fmla="*/ 1516 w 2048"/>
              <a:gd name="T53" fmla="*/ 1669 h 2048"/>
              <a:gd name="T54" fmla="*/ 1132 w 2048"/>
              <a:gd name="T55" fmla="*/ 1829 h 2048"/>
              <a:gd name="T56" fmla="*/ 916 w 2048"/>
              <a:gd name="T57" fmla="*/ 1829 h 2048"/>
              <a:gd name="T58" fmla="*/ 532 w 2048"/>
              <a:gd name="T59" fmla="*/ 1669 h 2048"/>
              <a:gd name="T60" fmla="*/ 378 w 2048"/>
              <a:gd name="T61" fmla="*/ 1516 h 2048"/>
              <a:gd name="T62" fmla="*/ 219 w 2048"/>
              <a:gd name="T63" fmla="*/ 1132 h 2048"/>
              <a:gd name="T64" fmla="*/ 1024 w 2048"/>
              <a:gd name="T65" fmla="*/ 1684 h 2048"/>
              <a:gd name="T66" fmla="*/ 364 w 2048"/>
              <a:gd name="T67" fmla="*/ 1024 h 2048"/>
              <a:gd name="T68" fmla="*/ 1564 w 2048"/>
              <a:gd name="T69" fmla="*/ 1024 h 2048"/>
              <a:gd name="T70" fmla="*/ 1024 w 2048"/>
              <a:gd name="T71" fmla="*/ 484 h 2048"/>
              <a:gd name="T72" fmla="*/ 843 w 2048"/>
              <a:gd name="T73" fmla="*/ 921 h 2048"/>
              <a:gd name="T74" fmla="*/ 1024 w 2048"/>
              <a:gd name="T75" fmla="*/ 604 h 2048"/>
              <a:gd name="T76" fmla="*/ 1203 w 2048"/>
              <a:gd name="T77" fmla="*/ 921 h 2048"/>
              <a:gd name="T78" fmla="*/ 1023 w 2048"/>
              <a:gd name="T79" fmla="*/ 861 h 2048"/>
              <a:gd name="T80" fmla="*/ 1203 w 2048"/>
              <a:gd name="T81" fmla="*/ 1161 h 2048"/>
              <a:gd name="T82" fmla="*/ 1024 w 2048"/>
              <a:gd name="T83" fmla="*/ 1444 h 2048"/>
              <a:gd name="T84" fmla="*/ 843 w 2048"/>
              <a:gd name="T85" fmla="*/ 1161 h 2048"/>
              <a:gd name="T86" fmla="*/ 1023 w 2048"/>
              <a:gd name="T87" fmla="*/ 1221 h 20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2048" h="2048">
                <a:moveTo>
                  <a:pt x="256" y="1492"/>
                </a:moveTo>
                <a:cubicBezTo>
                  <a:pt x="207" y="1591"/>
                  <a:pt x="207" y="1591"/>
                  <a:pt x="207" y="1591"/>
                </a:cubicBezTo>
                <a:cubicBezTo>
                  <a:pt x="195" y="1614"/>
                  <a:pt x="200" y="1642"/>
                  <a:pt x="218" y="1660"/>
                </a:cubicBezTo>
                <a:cubicBezTo>
                  <a:pt x="388" y="1830"/>
                  <a:pt x="388" y="1830"/>
                  <a:pt x="388" y="1830"/>
                </a:cubicBezTo>
                <a:cubicBezTo>
                  <a:pt x="406" y="1848"/>
                  <a:pt x="434" y="1853"/>
                  <a:pt x="457" y="1841"/>
                </a:cubicBezTo>
                <a:cubicBezTo>
                  <a:pt x="555" y="1792"/>
                  <a:pt x="555" y="1792"/>
                  <a:pt x="555" y="1792"/>
                </a:cubicBezTo>
                <a:cubicBezTo>
                  <a:pt x="635" y="1841"/>
                  <a:pt x="721" y="1876"/>
                  <a:pt x="812" y="1898"/>
                </a:cubicBezTo>
                <a:cubicBezTo>
                  <a:pt x="847" y="2006"/>
                  <a:pt x="847" y="2006"/>
                  <a:pt x="847" y="2006"/>
                </a:cubicBezTo>
                <a:cubicBezTo>
                  <a:pt x="855" y="2031"/>
                  <a:pt x="878" y="2048"/>
                  <a:pt x="904" y="2048"/>
                </a:cubicBezTo>
                <a:cubicBezTo>
                  <a:pt x="1144" y="2048"/>
                  <a:pt x="1144" y="2048"/>
                  <a:pt x="1144" y="2048"/>
                </a:cubicBezTo>
                <a:cubicBezTo>
                  <a:pt x="1170" y="2048"/>
                  <a:pt x="1193" y="2031"/>
                  <a:pt x="1201" y="2006"/>
                </a:cubicBezTo>
                <a:cubicBezTo>
                  <a:pt x="1236" y="1898"/>
                  <a:pt x="1236" y="1898"/>
                  <a:pt x="1236" y="1898"/>
                </a:cubicBezTo>
                <a:cubicBezTo>
                  <a:pt x="1327" y="1876"/>
                  <a:pt x="1413" y="1841"/>
                  <a:pt x="1493" y="1792"/>
                </a:cubicBezTo>
                <a:cubicBezTo>
                  <a:pt x="1591" y="1841"/>
                  <a:pt x="1591" y="1841"/>
                  <a:pt x="1591" y="1841"/>
                </a:cubicBezTo>
                <a:cubicBezTo>
                  <a:pt x="1614" y="1853"/>
                  <a:pt x="1642" y="1848"/>
                  <a:pt x="1660" y="1830"/>
                </a:cubicBezTo>
                <a:cubicBezTo>
                  <a:pt x="1830" y="1660"/>
                  <a:pt x="1830" y="1660"/>
                  <a:pt x="1830" y="1660"/>
                </a:cubicBezTo>
                <a:cubicBezTo>
                  <a:pt x="1848" y="1642"/>
                  <a:pt x="1853" y="1614"/>
                  <a:pt x="1841" y="1591"/>
                </a:cubicBezTo>
                <a:cubicBezTo>
                  <a:pt x="1792" y="1492"/>
                  <a:pt x="1792" y="1492"/>
                  <a:pt x="1792" y="1492"/>
                </a:cubicBezTo>
                <a:cubicBezTo>
                  <a:pt x="1841" y="1413"/>
                  <a:pt x="1877" y="1326"/>
                  <a:pt x="1899" y="1236"/>
                </a:cubicBezTo>
                <a:cubicBezTo>
                  <a:pt x="2006" y="1201"/>
                  <a:pt x="2006" y="1201"/>
                  <a:pt x="2006" y="1201"/>
                </a:cubicBezTo>
                <a:cubicBezTo>
                  <a:pt x="2031" y="1193"/>
                  <a:pt x="2048" y="1170"/>
                  <a:pt x="2048" y="1144"/>
                </a:cubicBezTo>
                <a:cubicBezTo>
                  <a:pt x="2048" y="904"/>
                  <a:pt x="2048" y="904"/>
                  <a:pt x="2048" y="904"/>
                </a:cubicBezTo>
                <a:cubicBezTo>
                  <a:pt x="2048" y="878"/>
                  <a:pt x="2031" y="855"/>
                  <a:pt x="2006" y="847"/>
                </a:cubicBezTo>
                <a:cubicBezTo>
                  <a:pt x="1899" y="812"/>
                  <a:pt x="1899" y="812"/>
                  <a:pt x="1899" y="812"/>
                </a:cubicBezTo>
                <a:cubicBezTo>
                  <a:pt x="1877" y="721"/>
                  <a:pt x="1841" y="635"/>
                  <a:pt x="1792" y="555"/>
                </a:cubicBezTo>
                <a:cubicBezTo>
                  <a:pt x="1841" y="457"/>
                  <a:pt x="1841" y="457"/>
                  <a:pt x="1841" y="457"/>
                </a:cubicBezTo>
                <a:cubicBezTo>
                  <a:pt x="1853" y="433"/>
                  <a:pt x="1848" y="406"/>
                  <a:pt x="1830" y="387"/>
                </a:cubicBezTo>
                <a:cubicBezTo>
                  <a:pt x="1660" y="218"/>
                  <a:pt x="1660" y="218"/>
                  <a:pt x="1660" y="218"/>
                </a:cubicBezTo>
                <a:cubicBezTo>
                  <a:pt x="1642" y="199"/>
                  <a:pt x="1614" y="195"/>
                  <a:pt x="1591" y="206"/>
                </a:cubicBezTo>
                <a:cubicBezTo>
                  <a:pt x="1493" y="255"/>
                  <a:pt x="1493" y="255"/>
                  <a:pt x="1493" y="255"/>
                </a:cubicBezTo>
                <a:cubicBezTo>
                  <a:pt x="1413" y="207"/>
                  <a:pt x="1327" y="171"/>
                  <a:pt x="1236" y="149"/>
                </a:cubicBezTo>
                <a:cubicBezTo>
                  <a:pt x="1201" y="41"/>
                  <a:pt x="1201" y="41"/>
                  <a:pt x="1201" y="41"/>
                </a:cubicBezTo>
                <a:cubicBezTo>
                  <a:pt x="1193" y="16"/>
                  <a:pt x="1170" y="0"/>
                  <a:pt x="1144" y="0"/>
                </a:cubicBezTo>
                <a:cubicBezTo>
                  <a:pt x="904" y="0"/>
                  <a:pt x="904" y="0"/>
                  <a:pt x="904" y="0"/>
                </a:cubicBezTo>
                <a:cubicBezTo>
                  <a:pt x="878" y="0"/>
                  <a:pt x="855" y="16"/>
                  <a:pt x="847" y="41"/>
                </a:cubicBezTo>
                <a:cubicBezTo>
                  <a:pt x="812" y="149"/>
                  <a:pt x="812" y="149"/>
                  <a:pt x="812" y="149"/>
                </a:cubicBezTo>
                <a:cubicBezTo>
                  <a:pt x="721" y="171"/>
                  <a:pt x="635" y="207"/>
                  <a:pt x="555" y="255"/>
                </a:cubicBezTo>
                <a:cubicBezTo>
                  <a:pt x="457" y="206"/>
                  <a:pt x="457" y="206"/>
                  <a:pt x="457" y="206"/>
                </a:cubicBezTo>
                <a:cubicBezTo>
                  <a:pt x="434" y="195"/>
                  <a:pt x="406" y="199"/>
                  <a:pt x="388" y="218"/>
                </a:cubicBezTo>
                <a:cubicBezTo>
                  <a:pt x="218" y="387"/>
                  <a:pt x="218" y="387"/>
                  <a:pt x="218" y="387"/>
                </a:cubicBezTo>
                <a:cubicBezTo>
                  <a:pt x="200" y="406"/>
                  <a:pt x="195" y="433"/>
                  <a:pt x="207" y="457"/>
                </a:cubicBezTo>
                <a:cubicBezTo>
                  <a:pt x="256" y="555"/>
                  <a:pt x="256" y="555"/>
                  <a:pt x="256" y="555"/>
                </a:cubicBezTo>
                <a:cubicBezTo>
                  <a:pt x="207" y="635"/>
                  <a:pt x="171" y="721"/>
                  <a:pt x="149" y="812"/>
                </a:cubicBezTo>
                <a:cubicBezTo>
                  <a:pt x="42" y="847"/>
                  <a:pt x="42" y="847"/>
                  <a:pt x="42" y="847"/>
                </a:cubicBezTo>
                <a:cubicBezTo>
                  <a:pt x="17" y="855"/>
                  <a:pt x="0" y="878"/>
                  <a:pt x="0" y="904"/>
                </a:cubicBezTo>
                <a:cubicBezTo>
                  <a:pt x="0" y="1144"/>
                  <a:pt x="0" y="1144"/>
                  <a:pt x="0" y="1144"/>
                </a:cubicBezTo>
                <a:cubicBezTo>
                  <a:pt x="0" y="1170"/>
                  <a:pt x="17" y="1193"/>
                  <a:pt x="42" y="1201"/>
                </a:cubicBezTo>
                <a:cubicBezTo>
                  <a:pt x="149" y="1236"/>
                  <a:pt x="149" y="1236"/>
                  <a:pt x="149" y="1236"/>
                </a:cubicBezTo>
                <a:cubicBezTo>
                  <a:pt x="171" y="1326"/>
                  <a:pt x="207" y="1412"/>
                  <a:pt x="256" y="1492"/>
                </a:cubicBezTo>
                <a:close/>
                <a:moveTo>
                  <a:pt x="120" y="947"/>
                </a:moveTo>
                <a:cubicBezTo>
                  <a:pt x="219" y="915"/>
                  <a:pt x="219" y="915"/>
                  <a:pt x="219" y="915"/>
                </a:cubicBezTo>
                <a:cubicBezTo>
                  <a:pt x="240" y="909"/>
                  <a:pt x="255" y="891"/>
                  <a:pt x="259" y="870"/>
                </a:cubicBezTo>
                <a:cubicBezTo>
                  <a:pt x="279" y="770"/>
                  <a:pt x="318" y="677"/>
                  <a:pt x="375" y="592"/>
                </a:cubicBezTo>
                <a:cubicBezTo>
                  <a:pt x="387" y="574"/>
                  <a:pt x="388" y="551"/>
                  <a:pt x="378" y="532"/>
                </a:cubicBezTo>
                <a:cubicBezTo>
                  <a:pt x="333" y="442"/>
                  <a:pt x="333" y="442"/>
                  <a:pt x="333" y="442"/>
                </a:cubicBezTo>
                <a:cubicBezTo>
                  <a:pt x="442" y="333"/>
                  <a:pt x="442" y="333"/>
                  <a:pt x="442" y="333"/>
                </a:cubicBezTo>
                <a:cubicBezTo>
                  <a:pt x="532" y="378"/>
                  <a:pt x="532" y="378"/>
                  <a:pt x="532" y="378"/>
                </a:cubicBezTo>
                <a:cubicBezTo>
                  <a:pt x="551" y="388"/>
                  <a:pt x="574" y="386"/>
                  <a:pt x="592" y="374"/>
                </a:cubicBezTo>
                <a:cubicBezTo>
                  <a:pt x="677" y="318"/>
                  <a:pt x="771" y="279"/>
                  <a:pt x="870" y="259"/>
                </a:cubicBezTo>
                <a:cubicBezTo>
                  <a:pt x="892" y="255"/>
                  <a:pt x="909" y="239"/>
                  <a:pt x="916" y="219"/>
                </a:cubicBezTo>
                <a:cubicBezTo>
                  <a:pt x="948" y="120"/>
                  <a:pt x="948" y="120"/>
                  <a:pt x="948" y="120"/>
                </a:cubicBezTo>
                <a:cubicBezTo>
                  <a:pt x="1100" y="120"/>
                  <a:pt x="1100" y="120"/>
                  <a:pt x="1100" y="120"/>
                </a:cubicBezTo>
                <a:cubicBezTo>
                  <a:pt x="1132" y="219"/>
                  <a:pt x="1132" y="219"/>
                  <a:pt x="1132" y="219"/>
                </a:cubicBezTo>
                <a:cubicBezTo>
                  <a:pt x="1139" y="239"/>
                  <a:pt x="1156" y="255"/>
                  <a:pt x="1178" y="259"/>
                </a:cubicBezTo>
                <a:cubicBezTo>
                  <a:pt x="1277" y="279"/>
                  <a:pt x="1371" y="318"/>
                  <a:pt x="1456" y="374"/>
                </a:cubicBezTo>
                <a:cubicBezTo>
                  <a:pt x="1474" y="386"/>
                  <a:pt x="1497" y="388"/>
                  <a:pt x="1516" y="378"/>
                </a:cubicBezTo>
                <a:cubicBezTo>
                  <a:pt x="1606" y="333"/>
                  <a:pt x="1606" y="333"/>
                  <a:pt x="1606" y="333"/>
                </a:cubicBezTo>
                <a:cubicBezTo>
                  <a:pt x="1715" y="442"/>
                  <a:pt x="1715" y="442"/>
                  <a:pt x="1715" y="442"/>
                </a:cubicBezTo>
                <a:cubicBezTo>
                  <a:pt x="1670" y="532"/>
                  <a:pt x="1670" y="532"/>
                  <a:pt x="1670" y="532"/>
                </a:cubicBezTo>
                <a:cubicBezTo>
                  <a:pt x="1660" y="551"/>
                  <a:pt x="1661" y="574"/>
                  <a:pt x="1673" y="592"/>
                </a:cubicBezTo>
                <a:cubicBezTo>
                  <a:pt x="1730" y="677"/>
                  <a:pt x="1769" y="770"/>
                  <a:pt x="1789" y="870"/>
                </a:cubicBezTo>
                <a:cubicBezTo>
                  <a:pt x="1793" y="891"/>
                  <a:pt x="1808" y="909"/>
                  <a:pt x="1829" y="915"/>
                </a:cubicBezTo>
                <a:cubicBezTo>
                  <a:pt x="1928" y="947"/>
                  <a:pt x="1928" y="947"/>
                  <a:pt x="1928" y="947"/>
                </a:cubicBezTo>
                <a:cubicBezTo>
                  <a:pt x="1928" y="1100"/>
                  <a:pt x="1928" y="1100"/>
                  <a:pt x="1928" y="1100"/>
                </a:cubicBezTo>
                <a:cubicBezTo>
                  <a:pt x="1829" y="1132"/>
                  <a:pt x="1829" y="1132"/>
                  <a:pt x="1829" y="1132"/>
                </a:cubicBezTo>
                <a:cubicBezTo>
                  <a:pt x="1808" y="1139"/>
                  <a:pt x="1793" y="1156"/>
                  <a:pt x="1789" y="1177"/>
                </a:cubicBezTo>
                <a:cubicBezTo>
                  <a:pt x="1769" y="1277"/>
                  <a:pt x="1730" y="1371"/>
                  <a:pt x="1673" y="1456"/>
                </a:cubicBezTo>
                <a:cubicBezTo>
                  <a:pt x="1661" y="1473"/>
                  <a:pt x="1660" y="1496"/>
                  <a:pt x="1670" y="1516"/>
                </a:cubicBezTo>
                <a:cubicBezTo>
                  <a:pt x="1715" y="1606"/>
                  <a:pt x="1715" y="1606"/>
                  <a:pt x="1715" y="1606"/>
                </a:cubicBezTo>
                <a:cubicBezTo>
                  <a:pt x="1606" y="1714"/>
                  <a:pt x="1606" y="1714"/>
                  <a:pt x="1606" y="1714"/>
                </a:cubicBezTo>
                <a:cubicBezTo>
                  <a:pt x="1516" y="1669"/>
                  <a:pt x="1516" y="1669"/>
                  <a:pt x="1516" y="1669"/>
                </a:cubicBezTo>
                <a:cubicBezTo>
                  <a:pt x="1497" y="1660"/>
                  <a:pt x="1474" y="1661"/>
                  <a:pt x="1456" y="1673"/>
                </a:cubicBezTo>
                <a:cubicBezTo>
                  <a:pt x="1371" y="1730"/>
                  <a:pt x="1277" y="1768"/>
                  <a:pt x="1178" y="1788"/>
                </a:cubicBezTo>
                <a:cubicBezTo>
                  <a:pt x="1156" y="1793"/>
                  <a:pt x="1139" y="1808"/>
                  <a:pt x="1132" y="1829"/>
                </a:cubicBezTo>
                <a:cubicBezTo>
                  <a:pt x="1100" y="1928"/>
                  <a:pt x="1100" y="1928"/>
                  <a:pt x="1100" y="1928"/>
                </a:cubicBezTo>
                <a:cubicBezTo>
                  <a:pt x="948" y="1928"/>
                  <a:pt x="948" y="1928"/>
                  <a:pt x="948" y="1928"/>
                </a:cubicBezTo>
                <a:cubicBezTo>
                  <a:pt x="916" y="1829"/>
                  <a:pt x="916" y="1829"/>
                  <a:pt x="916" y="1829"/>
                </a:cubicBezTo>
                <a:cubicBezTo>
                  <a:pt x="909" y="1808"/>
                  <a:pt x="892" y="1793"/>
                  <a:pt x="870" y="1788"/>
                </a:cubicBezTo>
                <a:cubicBezTo>
                  <a:pt x="771" y="1768"/>
                  <a:pt x="677" y="1730"/>
                  <a:pt x="592" y="1673"/>
                </a:cubicBezTo>
                <a:cubicBezTo>
                  <a:pt x="574" y="1661"/>
                  <a:pt x="551" y="1660"/>
                  <a:pt x="532" y="1669"/>
                </a:cubicBezTo>
                <a:cubicBezTo>
                  <a:pt x="442" y="1714"/>
                  <a:pt x="442" y="1714"/>
                  <a:pt x="442" y="1714"/>
                </a:cubicBezTo>
                <a:cubicBezTo>
                  <a:pt x="333" y="1606"/>
                  <a:pt x="333" y="1606"/>
                  <a:pt x="333" y="1606"/>
                </a:cubicBezTo>
                <a:cubicBezTo>
                  <a:pt x="378" y="1516"/>
                  <a:pt x="378" y="1516"/>
                  <a:pt x="378" y="1516"/>
                </a:cubicBezTo>
                <a:cubicBezTo>
                  <a:pt x="388" y="1496"/>
                  <a:pt x="387" y="1473"/>
                  <a:pt x="375" y="1456"/>
                </a:cubicBezTo>
                <a:cubicBezTo>
                  <a:pt x="318" y="1371"/>
                  <a:pt x="279" y="1277"/>
                  <a:pt x="259" y="1177"/>
                </a:cubicBezTo>
                <a:cubicBezTo>
                  <a:pt x="255" y="1156"/>
                  <a:pt x="240" y="1139"/>
                  <a:pt x="219" y="1132"/>
                </a:cubicBezTo>
                <a:cubicBezTo>
                  <a:pt x="120" y="1100"/>
                  <a:pt x="120" y="1100"/>
                  <a:pt x="120" y="1100"/>
                </a:cubicBezTo>
                <a:lnTo>
                  <a:pt x="120" y="947"/>
                </a:lnTo>
                <a:close/>
                <a:moveTo>
                  <a:pt x="1024" y="1684"/>
                </a:moveTo>
                <a:cubicBezTo>
                  <a:pt x="1388" y="1684"/>
                  <a:pt x="1684" y="1388"/>
                  <a:pt x="1684" y="1024"/>
                </a:cubicBezTo>
                <a:cubicBezTo>
                  <a:pt x="1684" y="660"/>
                  <a:pt x="1388" y="364"/>
                  <a:pt x="1024" y="364"/>
                </a:cubicBezTo>
                <a:cubicBezTo>
                  <a:pt x="660" y="364"/>
                  <a:pt x="364" y="660"/>
                  <a:pt x="364" y="1024"/>
                </a:cubicBezTo>
                <a:cubicBezTo>
                  <a:pt x="364" y="1388"/>
                  <a:pt x="660" y="1684"/>
                  <a:pt x="1024" y="1684"/>
                </a:cubicBezTo>
                <a:close/>
                <a:moveTo>
                  <a:pt x="1024" y="484"/>
                </a:moveTo>
                <a:cubicBezTo>
                  <a:pt x="1322" y="484"/>
                  <a:pt x="1564" y="726"/>
                  <a:pt x="1564" y="1024"/>
                </a:cubicBezTo>
                <a:cubicBezTo>
                  <a:pt x="1564" y="1321"/>
                  <a:pt x="1322" y="1564"/>
                  <a:pt x="1024" y="1564"/>
                </a:cubicBezTo>
                <a:cubicBezTo>
                  <a:pt x="726" y="1564"/>
                  <a:pt x="484" y="1321"/>
                  <a:pt x="484" y="1024"/>
                </a:cubicBezTo>
                <a:cubicBezTo>
                  <a:pt x="484" y="726"/>
                  <a:pt x="726" y="484"/>
                  <a:pt x="1024" y="484"/>
                </a:cubicBezTo>
                <a:close/>
                <a:moveTo>
                  <a:pt x="1083" y="1161"/>
                </a:moveTo>
                <a:cubicBezTo>
                  <a:pt x="1083" y="1128"/>
                  <a:pt x="1056" y="1101"/>
                  <a:pt x="1023" y="1101"/>
                </a:cubicBezTo>
                <a:cubicBezTo>
                  <a:pt x="924" y="1101"/>
                  <a:pt x="843" y="1020"/>
                  <a:pt x="843" y="921"/>
                </a:cubicBezTo>
                <a:cubicBezTo>
                  <a:pt x="843" y="843"/>
                  <a:pt x="894" y="776"/>
                  <a:pt x="964" y="751"/>
                </a:cubicBezTo>
                <a:cubicBezTo>
                  <a:pt x="964" y="664"/>
                  <a:pt x="964" y="664"/>
                  <a:pt x="964" y="664"/>
                </a:cubicBezTo>
                <a:cubicBezTo>
                  <a:pt x="964" y="631"/>
                  <a:pt x="991" y="604"/>
                  <a:pt x="1024" y="604"/>
                </a:cubicBezTo>
                <a:cubicBezTo>
                  <a:pt x="1057" y="604"/>
                  <a:pt x="1084" y="631"/>
                  <a:pt x="1084" y="664"/>
                </a:cubicBezTo>
                <a:cubicBezTo>
                  <a:pt x="1084" y="752"/>
                  <a:pt x="1084" y="752"/>
                  <a:pt x="1084" y="752"/>
                </a:cubicBezTo>
                <a:cubicBezTo>
                  <a:pt x="1153" y="777"/>
                  <a:pt x="1203" y="843"/>
                  <a:pt x="1203" y="921"/>
                </a:cubicBezTo>
                <a:cubicBezTo>
                  <a:pt x="1203" y="954"/>
                  <a:pt x="1176" y="981"/>
                  <a:pt x="1143" y="981"/>
                </a:cubicBezTo>
                <a:cubicBezTo>
                  <a:pt x="1110" y="981"/>
                  <a:pt x="1083" y="954"/>
                  <a:pt x="1083" y="921"/>
                </a:cubicBezTo>
                <a:cubicBezTo>
                  <a:pt x="1083" y="888"/>
                  <a:pt x="1056" y="861"/>
                  <a:pt x="1023" y="861"/>
                </a:cubicBezTo>
                <a:cubicBezTo>
                  <a:pt x="990" y="861"/>
                  <a:pt x="963" y="888"/>
                  <a:pt x="963" y="921"/>
                </a:cubicBezTo>
                <a:cubicBezTo>
                  <a:pt x="963" y="954"/>
                  <a:pt x="990" y="981"/>
                  <a:pt x="1023" y="981"/>
                </a:cubicBezTo>
                <a:cubicBezTo>
                  <a:pt x="1123" y="981"/>
                  <a:pt x="1203" y="1062"/>
                  <a:pt x="1203" y="1161"/>
                </a:cubicBezTo>
                <a:cubicBezTo>
                  <a:pt x="1203" y="1239"/>
                  <a:pt x="1153" y="1306"/>
                  <a:pt x="1084" y="1331"/>
                </a:cubicBezTo>
                <a:cubicBezTo>
                  <a:pt x="1084" y="1384"/>
                  <a:pt x="1084" y="1384"/>
                  <a:pt x="1084" y="1384"/>
                </a:cubicBezTo>
                <a:cubicBezTo>
                  <a:pt x="1084" y="1417"/>
                  <a:pt x="1057" y="1444"/>
                  <a:pt x="1024" y="1444"/>
                </a:cubicBezTo>
                <a:cubicBezTo>
                  <a:pt x="991" y="1444"/>
                  <a:pt x="964" y="1417"/>
                  <a:pt x="964" y="1384"/>
                </a:cubicBezTo>
                <a:cubicBezTo>
                  <a:pt x="964" y="1331"/>
                  <a:pt x="964" y="1331"/>
                  <a:pt x="964" y="1331"/>
                </a:cubicBezTo>
                <a:cubicBezTo>
                  <a:pt x="894" y="1307"/>
                  <a:pt x="843" y="1240"/>
                  <a:pt x="843" y="1161"/>
                </a:cubicBezTo>
                <a:cubicBezTo>
                  <a:pt x="843" y="1128"/>
                  <a:pt x="870" y="1101"/>
                  <a:pt x="903" y="1101"/>
                </a:cubicBezTo>
                <a:cubicBezTo>
                  <a:pt x="936" y="1101"/>
                  <a:pt x="963" y="1128"/>
                  <a:pt x="963" y="1161"/>
                </a:cubicBezTo>
                <a:cubicBezTo>
                  <a:pt x="963" y="1194"/>
                  <a:pt x="990" y="1221"/>
                  <a:pt x="1023" y="1221"/>
                </a:cubicBezTo>
                <a:cubicBezTo>
                  <a:pt x="1056" y="1221"/>
                  <a:pt x="1083" y="1194"/>
                  <a:pt x="1083" y="116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7" name="Freeform 12">
            <a:extLst>
              <a:ext uri="{FF2B5EF4-FFF2-40B4-BE49-F238E27FC236}">
                <a16:creationId xmlns:a16="http://schemas.microsoft.com/office/drawing/2014/main" id="{7C27D0B4-9F78-4571-8BDF-000A082BABE1}"/>
              </a:ext>
            </a:extLst>
          </p:cNvPr>
          <p:cNvSpPr>
            <a:spLocks noEditPoints="1"/>
          </p:cNvSpPr>
          <p:nvPr/>
        </p:nvSpPr>
        <p:spPr bwMode="auto">
          <a:xfrm>
            <a:off x="4990115" y="3441144"/>
            <a:ext cx="485664" cy="485664"/>
          </a:xfrm>
          <a:custGeom>
            <a:avLst/>
            <a:gdLst>
              <a:gd name="T0" fmla="*/ 486 w 2054"/>
              <a:gd name="T1" fmla="*/ 1390 h 2054"/>
              <a:gd name="T2" fmla="*/ 670 w 2054"/>
              <a:gd name="T3" fmla="*/ 1210 h 2054"/>
              <a:gd name="T4" fmla="*/ 850 w 2054"/>
              <a:gd name="T5" fmla="*/ 1994 h 2054"/>
              <a:gd name="T6" fmla="*/ 1150 w 2054"/>
              <a:gd name="T7" fmla="*/ 2054 h 2054"/>
              <a:gd name="T8" fmla="*/ 1210 w 2054"/>
              <a:gd name="T9" fmla="*/ 1390 h 2054"/>
              <a:gd name="T10" fmla="*/ 1570 w 2054"/>
              <a:gd name="T11" fmla="*/ 1210 h 2054"/>
              <a:gd name="T12" fmla="*/ 1607 w 2054"/>
              <a:gd name="T13" fmla="*/ 1445 h 2054"/>
              <a:gd name="T14" fmla="*/ 2036 w 2054"/>
              <a:gd name="T15" fmla="*/ 1073 h 2054"/>
              <a:gd name="T16" fmla="*/ 2036 w 2054"/>
              <a:gd name="T17" fmla="*/ 987 h 2054"/>
              <a:gd name="T18" fmla="*/ 1607 w 2054"/>
              <a:gd name="T19" fmla="*/ 615 h 2054"/>
              <a:gd name="T20" fmla="*/ 1570 w 2054"/>
              <a:gd name="T21" fmla="*/ 850 h 2054"/>
              <a:gd name="T22" fmla="*/ 1210 w 2054"/>
              <a:gd name="T23" fmla="*/ 881 h 2054"/>
              <a:gd name="T24" fmla="*/ 1390 w 2054"/>
              <a:gd name="T25" fmla="*/ 486 h 2054"/>
              <a:gd name="T26" fmla="*/ 1432 w 2054"/>
              <a:gd name="T27" fmla="*/ 384 h 2054"/>
              <a:gd name="T28" fmla="*/ 987 w 2054"/>
              <a:gd name="T29" fmla="*/ 24 h 2054"/>
              <a:gd name="T30" fmla="*/ 614 w 2054"/>
              <a:gd name="T31" fmla="*/ 449 h 2054"/>
              <a:gd name="T32" fmla="*/ 850 w 2054"/>
              <a:gd name="T33" fmla="*/ 486 h 2054"/>
              <a:gd name="T34" fmla="*/ 670 w 2054"/>
              <a:gd name="T35" fmla="*/ 850 h 2054"/>
              <a:gd name="T36" fmla="*/ 486 w 2054"/>
              <a:gd name="T37" fmla="*/ 670 h 2054"/>
              <a:gd name="T38" fmla="*/ 383 w 2054"/>
              <a:gd name="T39" fmla="*/ 628 h 2054"/>
              <a:gd name="T40" fmla="*/ 23 w 2054"/>
              <a:gd name="T41" fmla="*/ 1072 h 2054"/>
              <a:gd name="T42" fmla="*/ 449 w 2054"/>
              <a:gd name="T43" fmla="*/ 1445 h 2054"/>
              <a:gd name="T44" fmla="*/ 1030 w 2054"/>
              <a:gd name="T45" fmla="*/ 988 h 2054"/>
              <a:gd name="T46" fmla="*/ 970 w 2054"/>
              <a:gd name="T47" fmla="*/ 486 h 2054"/>
              <a:gd name="T48" fmla="*/ 1090 w 2054"/>
              <a:gd name="T49" fmla="*/ 941 h 2054"/>
              <a:gd name="T50" fmla="*/ 1630 w 2054"/>
              <a:gd name="T51" fmla="*/ 970 h 2054"/>
              <a:gd name="T52" fmla="*/ 1690 w 2054"/>
              <a:gd name="T53" fmla="*/ 814 h 2054"/>
              <a:gd name="T54" fmla="*/ 1690 w 2054"/>
              <a:gd name="T55" fmla="*/ 1246 h 2054"/>
              <a:gd name="T56" fmla="*/ 1630 w 2054"/>
              <a:gd name="T57" fmla="*/ 1090 h 2054"/>
              <a:gd name="T58" fmla="*/ 1170 w 2054"/>
              <a:gd name="T59" fmla="*/ 1186 h 2054"/>
              <a:gd name="T60" fmla="*/ 1390 w 2054"/>
              <a:gd name="T61" fmla="*/ 970 h 2054"/>
              <a:gd name="T62" fmla="*/ 1030 w 2054"/>
              <a:gd name="T63" fmla="*/ 151 h 2054"/>
              <a:gd name="T64" fmla="*/ 815 w 2054"/>
              <a:gd name="T65" fmla="*/ 366 h 2054"/>
              <a:gd name="T66" fmla="*/ 366 w 2054"/>
              <a:gd name="T67" fmla="*/ 1245 h 2054"/>
              <a:gd name="T68" fmla="*/ 366 w 2054"/>
              <a:gd name="T69" fmla="*/ 815 h 2054"/>
              <a:gd name="T70" fmla="*/ 426 w 2054"/>
              <a:gd name="T71" fmla="*/ 970 h 2054"/>
              <a:gd name="T72" fmla="*/ 1090 w 2054"/>
              <a:gd name="T73" fmla="*/ 1390 h 2054"/>
              <a:gd name="T74" fmla="*/ 970 w 2054"/>
              <a:gd name="T75" fmla="*/ 1934 h 2054"/>
              <a:gd name="T76" fmla="*/ 670 w 2054"/>
              <a:gd name="T77" fmla="*/ 1090 h 2054"/>
              <a:gd name="T78" fmla="*/ 366 w 2054"/>
              <a:gd name="T79" fmla="*/ 1150 h 20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2054" h="2054">
                <a:moveTo>
                  <a:pt x="449" y="1445"/>
                </a:moveTo>
                <a:cubicBezTo>
                  <a:pt x="471" y="1436"/>
                  <a:pt x="486" y="1414"/>
                  <a:pt x="486" y="1390"/>
                </a:cubicBezTo>
                <a:cubicBezTo>
                  <a:pt x="486" y="1210"/>
                  <a:pt x="486" y="1210"/>
                  <a:pt x="486" y="1210"/>
                </a:cubicBezTo>
                <a:cubicBezTo>
                  <a:pt x="670" y="1210"/>
                  <a:pt x="670" y="1210"/>
                  <a:pt x="670" y="1210"/>
                </a:cubicBezTo>
                <a:cubicBezTo>
                  <a:pt x="769" y="1210"/>
                  <a:pt x="850" y="1291"/>
                  <a:pt x="850" y="1390"/>
                </a:cubicBezTo>
                <a:cubicBezTo>
                  <a:pt x="850" y="1994"/>
                  <a:pt x="850" y="1994"/>
                  <a:pt x="850" y="1994"/>
                </a:cubicBezTo>
                <a:cubicBezTo>
                  <a:pt x="850" y="2027"/>
                  <a:pt x="877" y="2054"/>
                  <a:pt x="910" y="2054"/>
                </a:cubicBezTo>
                <a:cubicBezTo>
                  <a:pt x="1150" y="2054"/>
                  <a:pt x="1150" y="2054"/>
                  <a:pt x="1150" y="2054"/>
                </a:cubicBezTo>
                <a:cubicBezTo>
                  <a:pt x="1183" y="2054"/>
                  <a:pt x="1210" y="2027"/>
                  <a:pt x="1210" y="1994"/>
                </a:cubicBezTo>
                <a:cubicBezTo>
                  <a:pt x="1210" y="1390"/>
                  <a:pt x="1210" y="1390"/>
                  <a:pt x="1210" y="1390"/>
                </a:cubicBezTo>
                <a:cubicBezTo>
                  <a:pt x="1210" y="1291"/>
                  <a:pt x="1291" y="1210"/>
                  <a:pt x="1390" y="1210"/>
                </a:cubicBezTo>
                <a:cubicBezTo>
                  <a:pt x="1570" y="1210"/>
                  <a:pt x="1570" y="1210"/>
                  <a:pt x="1570" y="1210"/>
                </a:cubicBezTo>
                <a:cubicBezTo>
                  <a:pt x="1570" y="1390"/>
                  <a:pt x="1570" y="1390"/>
                  <a:pt x="1570" y="1390"/>
                </a:cubicBezTo>
                <a:cubicBezTo>
                  <a:pt x="1570" y="1414"/>
                  <a:pt x="1584" y="1436"/>
                  <a:pt x="1607" y="1445"/>
                </a:cubicBezTo>
                <a:cubicBezTo>
                  <a:pt x="1629" y="1455"/>
                  <a:pt x="1655" y="1450"/>
                  <a:pt x="1672" y="1433"/>
                </a:cubicBezTo>
                <a:cubicBezTo>
                  <a:pt x="2036" y="1073"/>
                  <a:pt x="2036" y="1073"/>
                  <a:pt x="2036" y="1073"/>
                </a:cubicBezTo>
                <a:cubicBezTo>
                  <a:pt x="2047" y="1061"/>
                  <a:pt x="2054" y="1046"/>
                  <a:pt x="2054" y="1030"/>
                </a:cubicBezTo>
                <a:cubicBezTo>
                  <a:pt x="2054" y="1014"/>
                  <a:pt x="2047" y="999"/>
                  <a:pt x="2036" y="987"/>
                </a:cubicBezTo>
                <a:cubicBezTo>
                  <a:pt x="1672" y="627"/>
                  <a:pt x="1672" y="627"/>
                  <a:pt x="1672" y="627"/>
                </a:cubicBezTo>
                <a:cubicBezTo>
                  <a:pt x="1655" y="610"/>
                  <a:pt x="1629" y="605"/>
                  <a:pt x="1607" y="615"/>
                </a:cubicBezTo>
                <a:cubicBezTo>
                  <a:pt x="1584" y="624"/>
                  <a:pt x="1570" y="646"/>
                  <a:pt x="1570" y="670"/>
                </a:cubicBezTo>
                <a:cubicBezTo>
                  <a:pt x="1570" y="850"/>
                  <a:pt x="1570" y="850"/>
                  <a:pt x="1570" y="850"/>
                </a:cubicBezTo>
                <a:cubicBezTo>
                  <a:pt x="1390" y="850"/>
                  <a:pt x="1390" y="850"/>
                  <a:pt x="1390" y="850"/>
                </a:cubicBezTo>
                <a:cubicBezTo>
                  <a:pt x="1328" y="850"/>
                  <a:pt x="1267" y="861"/>
                  <a:pt x="1210" y="881"/>
                </a:cubicBezTo>
                <a:cubicBezTo>
                  <a:pt x="1210" y="486"/>
                  <a:pt x="1210" y="486"/>
                  <a:pt x="1210" y="486"/>
                </a:cubicBezTo>
                <a:cubicBezTo>
                  <a:pt x="1390" y="486"/>
                  <a:pt x="1390" y="486"/>
                  <a:pt x="1390" y="486"/>
                </a:cubicBezTo>
                <a:cubicBezTo>
                  <a:pt x="1414" y="486"/>
                  <a:pt x="1436" y="471"/>
                  <a:pt x="1445" y="449"/>
                </a:cubicBezTo>
                <a:cubicBezTo>
                  <a:pt x="1455" y="426"/>
                  <a:pt x="1449" y="401"/>
                  <a:pt x="1432" y="384"/>
                </a:cubicBezTo>
                <a:cubicBezTo>
                  <a:pt x="1072" y="24"/>
                  <a:pt x="1072" y="24"/>
                  <a:pt x="1072" y="24"/>
                </a:cubicBezTo>
                <a:cubicBezTo>
                  <a:pt x="1049" y="0"/>
                  <a:pt x="1011" y="0"/>
                  <a:pt x="987" y="24"/>
                </a:cubicBezTo>
                <a:cubicBezTo>
                  <a:pt x="627" y="384"/>
                  <a:pt x="627" y="384"/>
                  <a:pt x="627" y="384"/>
                </a:cubicBezTo>
                <a:cubicBezTo>
                  <a:pt x="610" y="401"/>
                  <a:pt x="605" y="426"/>
                  <a:pt x="614" y="449"/>
                </a:cubicBezTo>
                <a:cubicBezTo>
                  <a:pt x="624" y="471"/>
                  <a:pt x="646" y="486"/>
                  <a:pt x="670" y="486"/>
                </a:cubicBezTo>
                <a:cubicBezTo>
                  <a:pt x="850" y="486"/>
                  <a:pt x="850" y="486"/>
                  <a:pt x="850" y="486"/>
                </a:cubicBezTo>
                <a:cubicBezTo>
                  <a:pt x="850" y="881"/>
                  <a:pt x="850" y="881"/>
                  <a:pt x="850" y="881"/>
                </a:cubicBezTo>
                <a:cubicBezTo>
                  <a:pt x="793" y="861"/>
                  <a:pt x="733" y="850"/>
                  <a:pt x="670" y="850"/>
                </a:cubicBezTo>
                <a:cubicBezTo>
                  <a:pt x="486" y="850"/>
                  <a:pt x="486" y="850"/>
                  <a:pt x="486" y="850"/>
                </a:cubicBezTo>
                <a:cubicBezTo>
                  <a:pt x="486" y="670"/>
                  <a:pt x="486" y="670"/>
                  <a:pt x="486" y="670"/>
                </a:cubicBezTo>
                <a:cubicBezTo>
                  <a:pt x="486" y="646"/>
                  <a:pt x="471" y="624"/>
                  <a:pt x="449" y="615"/>
                </a:cubicBezTo>
                <a:cubicBezTo>
                  <a:pt x="426" y="605"/>
                  <a:pt x="401" y="610"/>
                  <a:pt x="383" y="628"/>
                </a:cubicBezTo>
                <a:cubicBezTo>
                  <a:pt x="23" y="988"/>
                  <a:pt x="23" y="988"/>
                  <a:pt x="23" y="988"/>
                </a:cubicBezTo>
                <a:cubicBezTo>
                  <a:pt x="0" y="1011"/>
                  <a:pt x="0" y="1049"/>
                  <a:pt x="23" y="1072"/>
                </a:cubicBezTo>
                <a:cubicBezTo>
                  <a:pt x="383" y="1432"/>
                  <a:pt x="383" y="1432"/>
                  <a:pt x="383" y="1432"/>
                </a:cubicBezTo>
                <a:cubicBezTo>
                  <a:pt x="401" y="1450"/>
                  <a:pt x="426" y="1455"/>
                  <a:pt x="449" y="1445"/>
                </a:cubicBezTo>
                <a:close/>
                <a:moveTo>
                  <a:pt x="1090" y="941"/>
                </a:moveTo>
                <a:cubicBezTo>
                  <a:pt x="1069" y="955"/>
                  <a:pt x="1049" y="971"/>
                  <a:pt x="1030" y="988"/>
                </a:cubicBezTo>
                <a:cubicBezTo>
                  <a:pt x="1011" y="971"/>
                  <a:pt x="991" y="955"/>
                  <a:pt x="970" y="941"/>
                </a:cubicBezTo>
                <a:cubicBezTo>
                  <a:pt x="970" y="486"/>
                  <a:pt x="970" y="486"/>
                  <a:pt x="970" y="486"/>
                </a:cubicBezTo>
                <a:cubicBezTo>
                  <a:pt x="1090" y="486"/>
                  <a:pt x="1090" y="486"/>
                  <a:pt x="1090" y="486"/>
                </a:cubicBezTo>
                <a:lnTo>
                  <a:pt x="1090" y="941"/>
                </a:lnTo>
                <a:close/>
                <a:moveTo>
                  <a:pt x="1390" y="970"/>
                </a:moveTo>
                <a:cubicBezTo>
                  <a:pt x="1630" y="970"/>
                  <a:pt x="1630" y="970"/>
                  <a:pt x="1630" y="970"/>
                </a:cubicBezTo>
                <a:cubicBezTo>
                  <a:pt x="1663" y="970"/>
                  <a:pt x="1690" y="943"/>
                  <a:pt x="1690" y="910"/>
                </a:cubicBezTo>
                <a:cubicBezTo>
                  <a:pt x="1690" y="814"/>
                  <a:pt x="1690" y="814"/>
                  <a:pt x="1690" y="814"/>
                </a:cubicBezTo>
                <a:cubicBezTo>
                  <a:pt x="1909" y="1030"/>
                  <a:pt x="1909" y="1030"/>
                  <a:pt x="1909" y="1030"/>
                </a:cubicBezTo>
                <a:cubicBezTo>
                  <a:pt x="1690" y="1246"/>
                  <a:pt x="1690" y="1246"/>
                  <a:pt x="1690" y="1246"/>
                </a:cubicBezTo>
                <a:cubicBezTo>
                  <a:pt x="1690" y="1150"/>
                  <a:pt x="1690" y="1150"/>
                  <a:pt x="1690" y="1150"/>
                </a:cubicBezTo>
                <a:cubicBezTo>
                  <a:pt x="1690" y="1117"/>
                  <a:pt x="1663" y="1090"/>
                  <a:pt x="1630" y="1090"/>
                </a:cubicBezTo>
                <a:cubicBezTo>
                  <a:pt x="1390" y="1090"/>
                  <a:pt x="1390" y="1090"/>
                  <a:pt x="1390" y="1090"/>
                </a:cubicBezTo>
                <a:cubicBezTo>
                  <a:pt x="1303" y="1090"/>
                  <a:pt x="1225" y="1127"/>
                  <a:pt x="1170" y="1186"/>
                </a:cubicBezTo>
                <a:cubicBezTo>
                  <a:pt x="1154" y="1147"/>
                  <a:pt x="1134" y="1111"/>
                  <a:pt x="1110" y="1077"/>
                </a:cubicBezTo>
                <a:cubicBezTo>
                  <a:pt x="1187" y="1009"/>
                  <a:pt x="1286" y="970"/>
                  <a:pt x="1390" y="970"/>
                </a:cubicBezTo>
                <a:close/>
                <a:moveTo>
                  <a:pt x="815" y="366"/>
                </a:moveTo>
                <a:cubicBezTo>
                  <a:pt x="1030" y="151"/>
                  <a:pt x="1030" y="151"/>
                  <a:pt x="1030" y="151"/>
                </a:cubicBezTo>
                <a:cubicBezTo>
                  <a:pt x="1245" y="366"/>
                  <a:pt x="1245" y="366"/>
                  <a:pt x="1245" y="366"/>
                </a:cubicBezTo>
                <a:lnTo>
                  <a:pt x="815" y="366"/>
                </a:lnTo>
                <a:close/>
                <a:moveTo>
                  <a:pt x="366" y="1150"/>
                </a:moveTo>
                <a:cubicBezTo>
                  <a:pt x="366" y="1245"/>
                  <a:pt x="366" y="1245"/>
                  <a:pt x="366" y="1245"/>
                </a:cubicBezTo>
                <a:cubicBezTo>
                  <a:pt x="151" y="1030"/>
                  <a:pt x="151" y="1030"/>
                  <a:pt x="151" y="1030"/>
                </a:cubicBezTo>
                <a:cubicBezTo>
                  <a:pt x="366" y="815"/>
                  <a:pt x="366" y="815"/>
                  <a:pt x="366" y="815"/>
                </a:cubicBezTo>
                <a:cubicBezTo>
                  <a:pt x="366" y="910"/>
                  <a:pt x="366" y="910"/>
                  <a:pt x="366" y="910"/>
                </a:cubicBezTo>
                <a:cubicBezTo>
                  <a:pt x="366" y="943"/>
                  <a:pt x="393" y="970"/>
                  <a:pt x="426" y="970"/>
                </a:cubicBezTo>
                <a:cubicBezTo>
                  <a:pt x="670" y="970"/>
                  <a:pt x="670" y="970"/>
                  <a:pt x="670" y="970"/>
                </a:cubicBezTo>
                <a:cubicBezTo>
                  <a:pt x="902" y="970"/>
                  <a:pt x="1090" y="1159"/>
                  <a:pt x="1090" y="1390"/>
                </a:cubicBezTo>
                <a:cubicBezTo>
                  <a:pt x="1090" y="1934"/>
                  <a:pt x="1090" y="1934"/>
                  <a:pt x="1090" y="1934"/>
                </a:cubicBezTo>
                <a:cubicBezTo>
                  <a:pt x="970" y="1934"/>
                  <a:pt x="970" y="1934"/>
                  <a:pt x="970" y="1934"/>
                </a:cubicBezTo>
                <a:cubicBezTo>
                  <a:pt x="970" y="1390"/>
                  <a:pt x="970" y="1390"/>
                  <a:pt x="970" y="1390"/>
                </a:cubicBezTo>
                <a:cubicBezTo>
                  <a:pt x="970" y="1225"/>
                  <a:pt x="835" y="1090"/>
                  <a:pt x="670" y="1090"/>
                </a:cubicBezTo>
                <a:cubicBezTo>
                  <a:pt x="426" y="1090"/>
                  <a:pt x="426" y="1090"/>
                  <a:pt x="426" y="1090"/>
                </a:cubicBezTo>
                <a:cubicBezTo>
                  <a:pt x="393" y="1090"/>
                  <a:pt x="366" y="1117"/>
                  <a:pt x="366" y="115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8" name="Freeform 18">
            <a:extLst>
              <a:ext uri="{FF2B5EF4-FFF2-40B4-BE49-F238E27FC236}">
                <a16:creationId xmlns:a16="http://schemas.microsoft.com/office/drawing/2014/main" id="{81B0BFB0-295E-444C-94E9-E7DD5A6D797C}"/>
              </a:ext>
            </a:extLst>
          </p:cNvPr>
          <p:cNvSpPr>
            <a:spLocks noEditPoints="1"/>
          </p:cNvSpPr>
          <p:nvPr/>
        </p:nvSpPr>
        <p:spPr bwMode="auto">
          <a:xfrm>
            <a:off x="1408708" y="5383114"/>
            <a:ext cx="468558" cy="467018"/>
          </a:xfrm>
          <a:custGeom>
            <a:avLst/>
            <a:gdLst>
              <a:gd name="T0" fmla="*/ 1406 w 2052"/>
              <a:gd name="T1" fmla="*/ 1395 h 2046"/>
              <a:gd name="T2" fmla="*/ 1067 w 2052"/>
              <a:gd name="T3" fmla="*/ 1321 h 2046"/>
              <a:gd name="T4" fmla="*/ 446 w 2052"/>
              <a:gd name="T5" fmla="*/ 1282 h 2046"/>
              <a:gd name="T6" fmla="*/ 60 w 2052"/>
              <a:gd name="T7" fmla="*/ 1321 h 2046"/>
              <a:gd name="T8" fmla="*/ 0 w 2052"/>
              <a:gd name="T9" fmla="*/ 1860 h 2046"/>
              <a:gd name="T10" fmla="*/ 418 w 2052"/>
              <a:gd name="T11" fmla="*/ 1920 h 2046"/>
              <a:gd name="T12" fmla="*/ 1176 w 2052"/>
              <a:gd name="T13" fmla="*/ 2033 h 2046"/>
              <a:gd name="T14" fmla="*/ 2019 w 2052"/>
              <a:gd name="T15" fmla="*/ 1413 h 2046"/>
              <a:gd name="T16" fmla="*/ 1620 w 2052"/>
              <a:gd name="T17" fmla="*/ 1254 h 2046"/>
              <a:gd name="T18" fmla="*/ 423 w 2052"/>
              <a:gd name="T19" fmla="*/ 1800 h 2046"/>
              <a:gd name="T20" fmla="*/ 120 w 2052"/>
              <a:gd name="T21" fmla="*/ 1441 h 2046"/>
              <a:gd name="T22" fmla="*/ 463 w 2052"/>
              <a:gd name="T23" fmla="*/ 1426 h 2046"/>
              <a:gd name="T24" fmla="*/ 920 w 2052"/>
              <a:gd name="T25" fmla="*/ 1372 h 2046"/>
              <a:gd name="T26" fmla="*/ 1261 w 2052"/>
              <a:gd name="T27" fmla="*/ 1441 h 2046"/>
              <a:gd name="T28" fmla="*/ 1261 w 2052"/>
              <a:gd name="T29" fmla="*/ 1561 h 2046"/>
              <a:gd name="T30" fmla="*/ 722 w 2052"/>
              <a:gd name="T31" fmla="*/ 1621 h 2046"/>
              <a:gd name="T32" fmla="*/ 1261 w 2052"/>
              <a:gd name="T33" fmla="*/ 1681 h 2046"/>
              <a:gd name="T34" fmla="*/ 1686 w 2052"/>
              <a:gd name="T35" fmla="*/ 1354 h 2046"/>
              <a:gd name="T36" fmla="*/ 1127 w 2052"/>
              <a:gd name="T37" fmla="*/ 1921 h 2046"/>
              <a:gd name="T38" fmla="*/ 483 w 2052"/>
              <a:gd name="T39" fmla="*/ 543 h 2046"/>
              <a:gd name="T40" fmla="*/ 1561 w 2052"/>
              <a:gd name="T41" fmla="*/ 543 h 2046"/>
              <a:gd name="T42" fmla="*/ 1021 w 2052"/>
              <a:gd name="T43" fmla="*/ 740 h 2046"/>
              <a:gd name="T44" fmla="*/ 901 w 2052"/>
              <a:gd name="T45" fmla="*/ 620 h 2046"/>
              <a:gd name="T46" fmla="*/ 962 w 2052"/>
              <a:gd name="T47" fmla="*/ 850 h 2046"/>
              <a:gd name="T48" fmla="*/ 603 w 2052"/>
              <a:gd name="T49" fmla="*/ 543 h 2046"/>
              <a:gd name="T50" fmla="*/ 962 w 2052"/>
              <a:gd name="T51" fmla="*/ 271 h 2046"/>
              <a:gd name="T52" fmla="*/ 1021 w 2052"/>
              <a:gd name="T53" fmla="*/ 620 h 2046"/>
              <a:gd name="T54" fmla="*/ 1021 w 2052"/>
              <a:gd name="T55" fmla="*/ 740 h 2046"/>
              <a:gd name="T56" fmla="*/ 1082 w 2052"/>
              <a:gd name="T57" fmla="*/ 849 h 2046"/>
              <a:gd name="T58" fmla="*/ 1021 w 2052"/>
              <a:gd name="T59" fmla="*/ 500 h 2046"/>
              <a:gd name="T60" fmla="*/ 1021 w 2052"/>
              <a:gd name="T61" fmla="*/ 381 h 2046"/>
              <a:gd name="T62" fmla="*/ 1141 w 2052"/>
              <a:gd name="T63" fmla="*/ 500 h 2046"/>
              <a:gd name="T64" fmla="*/ 1082 w 2052"/>
              <a:gd name="T65" fmla="*/ 271 h 2046"/>
              <a:gd name="T66" fmla="*/ 1441 w 2052"/>
              <a:gd name="T67" fmla="*/ 543 h 20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052" h="2046">
                <a:moveTo>
                  <a:pt x="1620" y="1254"/>
                </a:moveTo>
                <a:cubicBezTo>
                  <a:pt x="1406" y="1395"/>
                  <a:pt x="1406" y="1395"/>
                  <a:pt x="1406" y="1395"/>
                </a:cubicBezTo>
                <a:cubicBezTo>
                  <a:pt x="1373" y="1350"/>
                  <a:pt x="1321" y="1321"/>
                  <a:pt x="1261" y="1321"/>
                </a:cubicBezTo>
                <a:cubicBezTo>
                  <a:pt x="1067" y="1321"/>
                  <a:pt x="1067" y="1321"/>
                  <a:pt x="1067" y="1321"/>
                </a:cubicBezTo>
                <a:cubicBezTo>
                  <a:pt x="1034" y="1321"/>
                  <a:pt x="1021" y="1297"/>
                  <a:pt x="999" y="1282"/>
                </a:cubicBezTo>
                <a:cubicBezTo>
                  <a:pt x="842" y="1143"/>
                  <a:pt x="603" y="1143"/>
                  <a:pt x="446" y="1282"/>
                </a:cubicBezTo>
                <a:cubicBezTo>
                  <a:pt x="400" y="1321"/>
                  <a:pt x="400" y="1321"/>
                  <a:pt x="400" y="1321"/>
                </a:cubicBezTo>
                <a:cubicBezTo>
                  <a:pt x="60" y="1321"/>
                  <a:pt x="60" y="1321"/>
                  <a:pt x="60" y="1321"/>
                </a:cubicBezTo>
                <a:cubicBezTo>
                  <a:pt x="27" y="1321"/>
                  <a:pt x="0" y="1348"/>
                  <a:pt x="0" y="1381"/>
                </a:cubicBezTo>
                <a:cubicBezTo>
                  <a:pt x="0" y="1860"/>
                  <a:pt x="0" y="1860"/>
                  <a:pt x="0" y="1860"/>
                </a:cubicBezTo>
                <a:cubicBezTo>
                  <a:pt x="0" y="1893"/>
                  <a:pt x="27" y="1920"/>
                  <a:pt x="60" y="1920"/>
                </a:cubicBezTo>
                <a:cubicBezTo>
                  <a:pt x="418" y="1920"/>
                  <a:pt x="418" y="1920"/>
                  <a:pt x="418" y="1920"/>
                </a:cubicBezTo>
                <a:cubicBezTo>
                  <a:pt x="1131" y="2043"/>
                  <a:pt x="1131" y="2043"/>
                  <a:pt x="1131" y="2043"/>
                </a:cubicBezTo>
                <a:cubicBezTo>
                  <a:pt x="1147" y="2046"/>
                  <a:pt x="1163" y="2042"/>
                  <a:pt x="1176" y="2033"/>
                </a:cubicBezTo>
                <a:cubicBezTo>
                  <a:pt x="1177" y="2033"/>
                  <a:pt x="1177" y="2032"/>
                  <a:pt x="1177" y="2032"/>
                </a:cubicBezTo>
                <a:cubicBezTo>
                  <a:pt x="2019" y="1413"/>
                  <a:pt x="2019" y="1413"/>
                  <a:pt x="2019" y="1413"/>
                </a:cubicBezTo>
                <a:cubicBezTo>
                  <a:pt x="2046" y="1394"/>
                  <a:pt x="2052" y="1357"/>
                  <a:pt x="2033" y="1330"/>
                </a:cubicBezTo>
                <a:cubicBezTo>
                  <a:pt x="1940" y="1199"/>
                  <a:pt x="1754" y="1165"/>
                  <a:pt x="1620" y="1254"/>
                </a:cubicBezTo>
                <a:close/>
                <a:moveTo>
                  <a:pt x="1127" y="1921"/>
                </a:moveTo>
                <a:cubicBezTo>
                  <a:pt x="392" y="1794"/>
                  <a:pt x="433" y="1800"/>
                  <a:pt x="423" y="1800"/>
                </a:cubicBezTo>
                <a:cubicBezTo>
                  <a:pt x="120" y="1800"/>
                  <a:pt x="120" y="1800"/>
                  <a:pt x="120" y="1800"/>
                </a:cubicBezTo>
                <a:cubicBezTo>
                  <a:pt x="120" y="1441"/>
                  <a:pt x="120" y="1441"/>
                  <a:pt x="120" y="1441"/>
                </a:cubicBezTo>
                <a:cubicBezTo>
                  <a:pt x="423" y="1441"/>
                  <a:pt x="423" y="1441"/>
                  <a:pt x="423" y="1441"/>
                </a:cubicBezTo>
                <a:cubicBezTo>
                  <a:pt x="438" y="1441"/>
                  <a:pt x="452" y="1436"/>
                  <a:pt x="463" y="1426"/>
                </a:cubicBezTo>
                <a:cubicBezTo>
                  <a:pt x="525" y="1372"/>
                  <a:pt x="525" y="1372"/>
                  <a:pt x="525" y="1372"/>
                </a:cubicBezTo>
                <a:cubicBezTo>
                  <a:pt x="637" y="1272"/>
                  <a:pt x="807" y="1272"/>
                  <a:pt x="920" y="1372"/>
                </a:cubicBezTo>
                <a:cubicBezTo>
                  <a:pt x="936" y="1382"/>
                  <a:pt x="980" y="1441"/>
                  <a:pt x="1067" y="1441"/>
                </a:cubicBezTo>
                <a:cubicBezTo>
                  <a:pt x="1261" y="1441"/>
                  <a:pt x="1261" y="1441"/>
                  <a:pt x="1261" y="1441"/>
                </a:cubicBezTo>
                <a:cubicBezTo>
                  <a:pt x="1294" y="1441"/>
                  <a:pt x="1321" y="1468"/>
                  <a:pt x="1321" y="1501"/>
                </a:cubicBezTo>
                <a:cubicBezTo>
                  <a:pt x="1321" y="1534"/>
                  <a:pt x="1294" y="1561"/>
                  <a:pt x="1261" y="1561"/>
                </a:cubicBezTo>
                <a:cubicBezTo>
                  <a:pt x="782" y="1561"/>
                  <a:pt x="782" y="1561"/>
                  <a:pt x="782" y="1561"/>
                </a:cubicBezTo>
                <a:cubicBezTo>
                  <a:pt x="749" y="1561"/>
                  <a:pt x="722" y="1588"/>
                  <a:pt x="722" y="1621"/>
                </a:cubicBezTo>
                <a:cubicBezTo>
                  <a:pt x="722" y="1654"/>
                  <a:pt x="749" y="1681"/>
                  <a:pt x="782" y="1681"/>
                </a:cubicBezTo>
                <a:cubicBezTo>
                  <a:pt x="1261" y="1681"/>
                  <a:pt x="1261" y="1681"/>
                  <a:pt x="1261" y="1681"/>
                </a:cubicBezTo>
                <a:cubicBezTo>
                  <a:pt x="1356" y="1681"/>
                  <a:pt x="1433" y="1608"/>
                  <a:pt x="1440" y="1515"/>
                </a:cubicBezTo>
                <a:cubicBezTo>
                  <a:pt x="1686" y="1354"/>
                  <a:pt x="1686" y="1354"/>
                  <a:pt x="1686" y="1354"/>
                </a:cubicBezTo>
                <a:cubicBezTo>
                  <a:pt x="1750" y="1311"/>
                  <a:pt x="1833" y="1315"/>
                  <a:pt x="1893" y="1358"/>
                </a:cubicBezTo>
                <a:lnTo>
                  <a:pt x="1127" y="1921"/>
                </a:lnTo>
                <a:close/>
                <a:moveTo>
                  <a:pt x="1022" y="0"/>
                </a:moveTo>
                <a:cubicBezTo>
                  <a:pt x="725" y="0"/>
                  <a:pt x="483" y="243"/>
                  <a:pt x="483" y="543"/>
                </a:cubicBezTo>
                <a:cubicBezTo>
                  <a:pt x="483" y="840"/>
                  <a:pt x="725" y="1082"/>
                  <a:pt x="1022" y="1082"/>
                </a:cubicBezTo>
                <a:cubicBezTo>
                  <a:pt x="1319" y="1082"/>
                  <a:pt x="1561" y="840"/>
                  <a:pt x="1561" y="543"/>
                </a:cubicBezTo>
                <a:cubicBezTo>
                  <a:pt x="1561" y="243"/>
                  <a:pt x="1319" y="0"/>
                  <a:pt x="1022" y="0"/>
                </a:cubicBezTo>
                <a:close/>
                <a:moveTo>
                  <a:pt x="1021" y="740"/>
                </a:moveTo>
                <a:cubicBezTo>
                  <a:pt x="988" y="740"/>
                  <a:pt x="961" y="713"/>
                  <a:pt x="961" y="680"/>
                </a:cubicBezTo>
                <a:cubicBezTo>
                  <a:pt x="961" y="647"/>
                  <a:pt x="935" y="620"/>
                  <a:pt x="901" y="620"/>
                </a:cubicBezTo>
                <a:cubicBezTo>
                  <a:pt x="868" y="620"/>
                  <a:pt x="842" y="647"/>
                  <a:pt x="842" y="680"/>
                </a:cubicBezTo>
                <a:cubicBezTo>
                  <a:pt x="842" y="758"/>
                  <a:pt x="892" y="825"/>
                  <a:pt x="962" y="850"/>
                </a:cubicBezTo>
                <a:cubicBezTo>
                  <a:pt x="962" y="958"/>
                  <a:pt x="962" y="958"/>
                  <a:pt x="962" y="958"/>
                </a:cubicBezTo>
                <a:cubicBezTo>
                  <a:pt x="759" y="929"/>
                  <a:pt x="603" y="754"/>
                  <a:pt x="603" y="543"/>
                </a:cubicBezTo>
                <a:cubicBezTo>
                  <a:pt x="603" y="330"/>
                  <a:pt x="759" y="153"/>
                  <a:pt x="962" y="124"/>
                </a:cubicBezTo>
                <a:cubicBezTo>
                  <a:pt x="962" y="271"/>
                  <a:pt x="962" y="271"/>
                  <a:pt x="962" y="271"/>
                </a:cubicBezTo>
                <a:cubicBezTo>
                  <a:pt x="892" y="296"/>
                  <a:pt x="842" y="362"/>
                  <a:pt x="842" y="441"/>
                </a:cubicBezTo>
                <a:cubicBezTo>
                  <a:pt x="842" y="540"/>
                  <a:pt x="922" y="620"/>
                  <a:pt x="1021" y="620"/>
                </a:cubicBezTo>
                <a:cubicBezTo>
                  <a:pt x="1054" y="620"/>
                  <a:pt x="1081" y="647"/>
                  <a:pt x="1081" y="680"/>
                </a:cubicBezTo>
                <a:cubicBezTo>
                  <a:pt x="1081" y="713"/>
                  <a:pt x="1054" y="740"/>
                  <a:pt x="1021" y="740"/>
                </a:cubicBezTo>
                <a:close/>
                <a:moveTo>
                  <a:pt x="1082" y="958"/>
                </a:moveTo>
                <a:cubicBezTo>
                  <a:pt x="1082" y="849"/>
                  <a:pt x="1082" y="849"/>
                  <a:pt x="1082" y="849"/>
                </a:cubicBezTo>
                <a:cubicBezTo>
                  <a:pt x="1151" y="824"/>
                  <a:pt x="1201" y="758"/>
                  <a:pt x="1201" y="680"/>
                </a:cubicBezTo>
                <a:cubicBezTo>
                  <a:pt x="1201" y="581"/>
                  <a:pt x="1120" y="500"/>
                  <a:pt x="1021" y="500"/>
                </a:cubicBezTo>
                <a:cubicBezTo>
                  <a:pt x="988" y="500"/>
                  <a:pt x="961" y="474"/>
                  <a:pt x="961" y="441"/>
                </a:cubicBezTo>
                <a:cubicBezTo>
                  <a:pt x="961" y="408"/>
                  <a:pt x="988" y="381"/>
                  <a:pt x="1021" y="381"/>
                </a:cubicBezTo>
                <a:cubicBezTo>
                  <a:pt x="1054" y="381"/>
                  <a:pt x="1081" y="408"/>
                  <a:pt x="1081" y="441"/>
                </a:cubicBezTo>
                <a:cubicBezTo>
                  <a:pt x="1081" y="474"/>
                  <a:pt x="1108" y="500"/>
                  <a:pt x="1141" y="500"/>
                </a:cubicBezTo>
                <a:cubicBezTo>
                  <a:pt x="1174" y="500"/>
                  <a:pt x="1201" y="474"/>
                  <a:pt x="1201" y="441"/>
                </a:cubicBezTo>
                <a:cubicBezTo>
                  <a:pt x="1201" y="363"/>
                  <a:pt x="1151" y="296"/>
                  <a:pt x="1082" y="271"/>
                </a:cubicBezTo>
                <a:cubicBezTo>
                  <a:pt x="1082" y="124"/>
                  <a:pt x="1082" y="124"/>
                  <a:pt x="1082" y="124"/>
                </a:cubicBezTo>
                <a:cubicBezTo>
                  <a:pt x="1285" y="153"/>
                  <a:pt x="1441" y="330"/>
                  <a:pt x="1441" y="543"/>
                </a:cubicBezTo>
                <a:cubicBezTo>
                  <a:pt x="1441" y="754"/>
                  <a:pt x="1285" y="929"/>
                  <a:pt x="1082" y="95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9" name="Freeform 20">
            <a:extLst>
              <a:ext uri="{FF2B5EF4-FFF2-40B4-BE49-F238E27FC236}">
                <a16:creationId xmlns:a16="http://schemas.microsoft.com/office/drawing/2014/main" id="{7149653F-55FD-4CB9-BCB8-D6DD6DD60421}"/>
              </a:ext>
            </a:extLst>
          </p:cNvPr>
          <p:cNvSpPr>
            <a:spLocks noEditPoints="1"/>
          </p:cNvSpPr>
          <p:nvPr/>
        </p:nvSpPr>
        <p:spPr bwMode="auto">
          <a:xfrm>
            <a:off x="4916312" y="5374514"/>
            <a:ext cx="467578" cy="484218"/>
          </a:xfrm>
          <a:custGeom>
            <a:avLst/>
            <a:gdLst>
              <a:gd name="T0" fmla="*/ 1560 w 2048"/>
              <a:gd name="T1" fmla="*/ 1118 h 2121"/>
              <a:gd name="T2" fmla="*/ 883 w 2048"/>
              <a:gd name="T3" fmla="*/ 88 h 2121"/>
              <a:gd name="T4" fmla="*/ 493 w 2048"/>
              <a:gd name="T5" fmla="*/ 1124 h 2121"/>
              <a:gd name="T6" fmla="*/ 724 w 2048"/>
              <a:gd name="T7" fmla="*/ 1435 h 2121"/>
              <a:gd name="T8" fmla="*/ 664 w 2048"/>
              <a:gd name="T9" fmla="*/ 1517 h 2121"/>
              <a:gd name="T10" fmla="*/ 664 w 2048"/>
              <a:gd name="T11" fmla="*/ 1637 h 2121"/>
              <a:gd name="T12" fmla="*/ 724 w 2048"/>
              <a:gd name="T13" fmla="*/ 1821 h 2121"/>
              <a:gd name="T14" fmla="*/ 1324 w 2048"/>
              <a:gd name="T15" fmla="*/ 1821 h 2121"/>
              <a:gd name="T16" fmla="*/ 1384 w 2048"/>
              <a:gd name="T17" fmla="*/ 1637 h 2121"/>
              <a:gd name="T18" fmla="*/ 1384 w 2048"/>
              <a:gd name="T19" fmla="*/ 1517 h 2121"/>
              <a:gd name="T20" fmla="*/ 1324 w 2048"/>
              <a:gd name="T21" fmla="*/ 1445 h 2121"/>
              <a:gd name="T22" fmla="*/ 1024 w 2048"/>
              <a:gd name="T23" fmla="*/ 2001 h 2121"/>
              <a:gd name="T24" fmla="*/ 1194 w 2048"/>
              <a:gd name="T25" fmla="*/ 1881 h 2121"/>
              <a:gd name="T26" fmla="*/ 1204 w 2048"/>
              <a:gd name="T27" fmla="*/ 1761 h 2121"/>
              <a:gd name="T28" fmla="*/ 844 w 2048"/>
              <a:gd name="T29" fmla="*/ 1637 h 2121"/>
              <a:gd name="T30" fmla="*/ 1204 w 2048"/>
              <a:gd name="T31" fmla="*/ 1761 h 2121"/>
              <a:gd name="T32" fmla="*/ 1204 w 2048"/>
              <a:gd name="T33" fmla="*/ 1517 h 2121"/>
              <a:gd name="T34" fmla="*/ 844 w 2048"/>
              <a:gd name="T35" fmla="*/ 1435 h 2121"/>
              <a:gd name="T36" fmla="*/ 589 w 2048"/>
              <a:gd name="T37" fmla="*/ 1053 h 2121"/>
              <a:gd name="T38" fmla="*/ 908 w 2048"/>
              <a:gd name="T39" fmla="*/ 205 h 2121"/>
              <a:gd name="T40" fmla="*/ 1463 w 2048"/>
              <a:gd name="T41" fmla="*/ 1048 h 2121"/>
              <a:gd name="T42" fmla="*/ 1204 w 2048"/>
              <a:gd name="T43" fmla="*/ 1445 h 2121"/>
              <a:gd name="T44" fmla="*/ 2048 w 2048"/>
              <a:gd name="T45" fmla="*/ 733 h 2121"/>
              <a:gd name="T46" fmla="*/ 1868 w 2048"/>
              <a:gd name="T47" fmla="*/ 793 h 2121"/>
              <a:gd name="T48" fmla="*/ 1868 w 2048"/>
              <a:gd name="T49" fmla="*/ 673 h 2121"/>
              <a:gd name="T50" fmla="*/ 60 w 2048"/>
              <a:gd name="T51" fmla="*/ 673 h 2121"/>
              <a:gd name="T52" fmla="*/ 240 w 2048"/>
              <a:gd name="T53" fmla="*/ 733 h 2121"/>
              <a:gd name="T54" fmla="*/ 60 w 2048"/>
              <a:gd name="T55" fmla="*/ 793 h 2121"/>
              <a:gd name="T56" fmla="*/ 60 w 2048"/>
              <a:gd name="T57" fmla="*/ 673 h 2121"/>
              <a:gd name="T58" fmla="*/ 327 w 2048"/>
              <a:gd name="T59" fmla="*/ 1205 h 2121"/>
              <a:gd name="T60" fmla="*/ 33 w 2048"/>
              <a:gd name="T61" fmla="*/ 1302 h 2121"/>
              <a:gd name="T62" fmla="*/ 267 w 2048"/>
              <a:gd name="T63" fmla="*/ 1101 h 2121"/>
              <a:gd name="T64" fmla="*/ 1722 w 2048"/>
              <a:gd name="T65" fmla="*/ 261 h 2121"/>
              <a:gd name="T66" fmla="*/ 2016 w 2048"/>
              <a:gd name="T67" fmla="*/ 163 h 2121"/>
              <a:gd name="T68" fmla="*/ 1781 w 2048"/>
              <a:gd name="T69" fmla="*/ 365 h 2121"/>
              <a:gd name="T70" fmla="*/ 1722 w 2048"/>
              <a:gd name="T71" fmla="*/ 261 h 2121"/>
              <a:gd name="T72" fmla="*/ 267 w 2048"/>
              <a:gd name="T73" fmla="*/ 365 h 2121"/>
              <a:gd name="T74" fmla="*/ 33 w 2048"/>
              <a:gd name="T75" fmla="*/ 163 h 2121"/>
              <a:gd name="T76" fmla="*/ 327 w 2048"/>
              <a:gd name="T77" fmla="*/ 261 h 2121"/>
              <a:gd name="T78" fmla="*/ 1934 w 2048"/>
              <a:gd name="T79" fmla="*/ 1325 h 2121"/>
              <a:gd name="T80" fmla="*/ 1700 w 2048"/>
              <a:gd name="T81" fmla="*/ 1123 h 2121"/>
              <a:gd name="T82" fmla="*/ 1993 w 2048"/>
              <a:gd name="T83" fmla="*/ 1221 h 2121"/>
              <a:gd name="T84" fmla="*/ 1934 w 2048"/>
              <a:gd name="T85" fmla="*/ 1325 h 2121"/>
              <a:gd name="T86" fmla="*/ 1024 w 2048"/>
              <a:gd name="T87" fmla="*/ 810 h 2121"/>
              <a:gd name="T88" fmla="*/ 1084 w 2048"/>
              <a:gd name="T89" fmla="*/ 1160 h 2121"/>
              <a:gd name="T90" fmla="*/ 1024 w 2048"/>
              <a:gd name="T91" fmla="*/ 1273 h 2121"/>
              <a:gd name="T92" fmla="*/ 964 w 2048"/>
              <a:gd name="T93" fmla="*/ 1160 h 2121"/>
              <a:gd name="T94" fmla="*/ 904 w 2048"/>
              <a:gd name="T95" fmla="*/ 930 h 2121"/>
              <a:gd name="T96" fmla="*/ 1024 w 2048"/>
              <a:gd name="T97" fmla="*/ 1050 h 2121"/>
              <a:gd name="T98" fmla="*/ 1024 w 2048"/>
              <a:gd name="T99" fmla="*/ 930 h 2121"/>
              <a:gd name="T100" fmla="*/ 964 w 2048"/>
              <a:gd name="T101" fmla="*/ 581 h 2121"/>
              <a:gd name="T102" fmla="*/ 1024 w 2048"/>
              <a:gd name="T103" fmla="*/ 433 h 2121"/>
              <a:gd name="T104" fmla="*/ 1084 w 2048"/>
              <a:gd name="T105" fmla="*/ 581 h 2121"/>
              <a:gd name="T106" fmla="*/ 1144 w 2048"/>
              <a:gd name="T107" fmla="*/ 810 h 2121"/>
              <a:gd name="T108" fmla="*/ 1024 w 2048"/>
              <a:gd name="T109" fmla="*/ 690 h 21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2048" h="2121">
                <a:moveTo>
                  <a:pt x="1467" y="1226"/>
                </a:moveTo>
                <a:cubicBezTo>
                  <a:pt x="1502" y="1189"/>
                  <a:pt x="1534" y="1154"/>
                  <a:pt x="1560" y="1118"/>
                </a:cubicBezTo>
                <a:cubicBezTo>
                  <a:pt x="1641" y="1006"/>
                  <a:pt x="1684" y="872"/>
                  <a:pt x="1684" y="733"/>
                </a:cubicBezTo>
                <a:cubicBezTo>
                  <a:pt x="1684" y="317"/>
                  <a:pt x="1304" y="0"/>
                  <a:pt x="883" y="88"/>
                </a:cubicBezTo>
                <a:cubicBezTo>
                  <a:pt x="626" y="141"/>
                  <a:pt x="422" y="351"/>
                  <a:pt x="376" y="610"/>
                </a:cubicBezTo>
                <a:cubicBezTo>
                  <a:pt x="342" y="794"/>
                  <a:pt x="384" y="976"/>
                  <a:pt x="493" y="1124"/>
                </a:cubicBezTo>
                <a:cubicBezTo>
                  <a:pt x="518" y="1158"/>
                  <a:pt x="551" y="1192"/>
                  <a:pt x="585" y="1228"/>
                </a:cubicBezTo>
                <a:cubicBezTo>
                  <a:pt x="650" y="1295"/>
                  <a:pt x="724" y="1371"/>
                  <a:pt x="724" y="1435"/>
                </a:cubicBezTo>
                <a:cubicBezTo>
                  <a:pt x="724" y="1517"/>
                  <a:pt x="724" y="1517"/>
                  <a:pt x="724" y="1517"/>
                </a:cubicBezTo>
                <a:cubicBezTo>
                  <a:pt x="664" y="1517"/>
                  <a:pt x="664" y="1517"/>
                  <a:pt x="664" y="1517"/>
                </a:cubicBezTo>
                <a:cubicBezTo>
                  <a:pt x="631" y="1517"/>
                  <a:pt x="604" y="1544"/>
                  <a:pt x="604" y="1577"/>
                </a:cubicBezTo>
                <a:cubicBezTo>
                  <a:pt x="604" y="1610"/>
                  <a:pt x="631" y="1637"/>
                  <a:pt x="664" y="1637"/>
                </a:cubicBezTo>
                <a:cubicBezTo>
                  <a:pt x="724" y="1637"/>
                  <a:pt x="724" y="1637"/>
                  <a:pt x="724" y="1637"/>
                </a:cubicBezTo>
                <a:cubicBezTo>
                  <a:pt x="724" y="1821"/>
                  <a:pt x="724" y="1821"/>
                  <a:pt x="724" y="1821"/>
                </a:cubicBezTo>
                <a:cubicBezTo>
                  <a:pt x="724" y="1986"/>
                  <a:pt x="859" y="2121"/>
                  <a:pt x="1024" y="2121"/>
                </a:cubicBezTo>
                <a:cubicBezTo>
                  <a:pt x="1190" y="2121"/>
                  <a:pt x="1324" y="1986"/>
                  <a:pt x="1324" y="1821"/>
                </a:cubicBezTo>
                <a:cubicBezTo>
                  <a:pt x="1324" y="1637"/>
                  <a:pt x="1324" y="1637"/>
                  <a:pt x="1324" y="1637"/>
                </a:cubicBezTo>
                <a:cubicBezTo>
                  <a:pt x="1384" y="1637"/>
                  <a:pt x="1384" y="1637"/>
                  <a:pt x="1384" y="1637"/>
                </a:cubicBezTo>
                <a:cubicBezTo>
                  <a:pt x="1418" y="1637"/>
                  <a:pt x="1444" y="1610"/>
                  <a:pt x="1444" y="1577"/>
                </a:cubicBezTo>
                <a:cubicBezTo>
                  <a:pt x="1444" y="1544"/>
                  <a:pt x="1418" y="1517"/>
                  <a:pt x="1384" y="1517"/>
                </a:cubicBezTo>
                <a:cubicBezTo>
                  <a:pt x="1324" y="1517"/>
                  <a:pt x="1324" y="1517"/>
                  <a:pt x="1324" y="1517"/>
                </a:cubicBezTo>
                <a:cubicBezTo>
                  <a:pt x="1324" y="1445"/>
                  <a:pt x="1324" y="1445"/>
                  <a:pt x="1324" y="1445"/>
                </a:cubicBezTo>
                <a:cubicBezTo>
                  <a:pt x="1324" y="1377"/>
                  <a:pt x="1400" y="1297"/>
                  <a:pt x="1467" y="1226"/>
                </a:cubicBezTo>
                <a:close/>
                <a:moveTo>
                  <a:pt x="1024" y="2001"/>
                </a:moveTo>
                <a:cubicBezTo>
                  <a:pt x="946" y="2001"/>
                  <a:pt x="879" y="1951"/>
                  <a:pt x="855" y="1881"/>
                </a:cubicBezTo>
                <a:cubicBezTo>
                  <a:pt x="1194" y="1881"/>
                  <a:pt x="1194" y="1881"/>
                  <a:pt x="1194" y="1881"/>
                </a:cubicBezTo>
                <a:cubicBezTo>
                  <a:pt x="1169" y="1951"/>
                  <a:pt x="1103" y="2001"/>
                  <a:pt x="1024" y="2001"/>
                </a:cubicBezTo>
                <a:close/>
                <a:moveTo>
                  <a:pt x="1204" y="1761"/>
                </a:moveTo>
                <a:cubicBezTo>
                  <a:pt x="844" y="1761"/>
                  <a:pt x="844" y="1761"/>
                  <a:pt x="844" y="1761"/>
                </a:cubicBezTo>
                <a:cubicBezTo>
                  <a:pt x="844" y="1637"/>
                  <a:pt x="844" y="1637"/>
                  <a:pt x="844" y="1637"/>
                </a:cubicBezTo>
                <a:cubicBezTo>
                  <a:pt x="1204" y="1637"/>
                  <a:pt x="1204" y="1637"/>
                  <a:pt x="1204" y="1637"/>
                </a:cubicBezTo>
                <a:lnTo>
                  <a:pt x="1204" y="1761"/>
                </a:lnTo>
                <a:close/>
                <a:moveTo>
                  <a:pt x="1204" y="1445"/>
                </a:moveTo>
                <a:cubicBezTo>
                  <a:pt x="1204" y="1517"/>
                  <a:pt x="1204" y="1517"/>
                  <a:pt x="1204" y="1517"/>
                </a:cubicBezTo>
                <a:cubicBezTo>
                  <a:pt x="844" y="1517"/>
                  <a:pt x="844" y="1517"/>
                  <a:pt x="844" y="1517"/>
                </a:cubicBezTo>
                <a:cubicBezTo>
                  <a:pt x="844" y="1435"/>
                  <a:pt x="844" y="1435"/>
                  <a:pt x="844" y="1435"/>
                </a:cubicBezTo>
                <a:cubicBezTo>
                  <a:pt x="844" y="1323"/>
                  <a:pt x="752" y="1228"/>
                  <a:pt x="671" y="1144"/>
                </a:cubicBezTo>
                <a:cubicBezTo>
                  <a:pt x="640" y="1111"/>
                  <a:pt x="610" y="1081"/>
                  <a:pt x="589" y="1053"/>
                </a:cubicBezTo>
                <a:cubicBezTo>
                  <a:pt x="500" y="932"/>
                  <a:pt x="466" y="782"/>
                  <a:pt x="494" y="632"/>
                </a:cubicBezTo>
                <a:cubicBezTo>
                  <a:pt x="532" y="420"/>
                  <a:pt x="698" y="249"/>
                  <a:pt x="908" y="205"/>
                </a:cubicBezTo>
                <a:cubicBezTo>
                  <a:pt x="1252" y="133"/>
                  <a:pt x="1564" y="392"/>
                  <a:pt x="1564" y="733"/>
                </a:cubicBezTo>
                <a:cubicBezTo>
                  <a:pt x="1564" y="847"/>
                  <a:pt x="1529" y="956"/>
                  <a:pt x="1463" y="1048"/>
                </a:cubicBezTo>
                <a:cubicBezTo>
                  <a:pt x="1442" y="1077"/>
                  <a:pt x="1411" y="1110"/>
                  <a:pt x="1379" y="1144"/>
                </a:cubicBezTo>
                <a:cubicBezTo>
                  <a:pt x="1297" y="1231"/>
                  <a:pt x="1204" y="1330"/>
                  <a:pt x="1204" y="1445"/>
                </a:cubicBezTo>
                <a:close/>
                <a:moveTo>
                  <a:pt x="1988" y="673"/>
                </a:moveTo>
                <a:cubicBezTo>
                  <a:pt x="2022" y="673"/>
                  <a:pt x="2048" y="700"/>
                  <a:pt x="2048" y="733"/>
                </a:cubicBezTo>
                <a:cubicBezTo>
                  <a:pt x="2048" y="766"/>
                  <a:pt x="2022" y="793"/>
                  <a:pt x="1988" y="793"/>
                </a:cubicBezTo>
                <a:cubicBezTo>
                  <a:pt x="1868" y="793"/>
                  <a:pt x="1868" y="793"/>
                  <a:pt x="1868" y="793"/>
                </a:cubicBezTo>
                <a:cubicBezTo>
                  <a:pt x="1835" y="793"/>
                  <a:pt x="1808" y="766"/>
                  <a:pt x="1808" y="733"/>
                </a:cubicBezTo>
                <a:cubicBezTo>
                  <a:pt x="1808" y="700"/>
                  <a:pt x="1835" y="673"/>
                  <a:pt x="1868" y="673"/>
                </a:cubicBezTo>
                <a:lnTo>
                  <a:pt x="1988" y="673"/>
                </a:lnTo>
                <a:close/>
                <a:moveTo>
                  <a:pt x="60" y="673"/>
                </a:moveTo>
                <a:cubicBezTo>
                  <a:pt x="180" y="673"/>
                  <a:pt x="180" y="673"/>
                  <a:pt x="180" y="673"/>
                </a:cubicBezTo>
                <a:cubicBezTo>
                  <a:pt x="214" y="673"/>
                  <a:pt x="240" y="700"/>
                  <a:pt x="240" y="733"/>
                </a:cubicBezTo>
                <a:cubicBezTo>
                  <a:pt x="240" y="766"/>
                  <a:pt x="214" y="793"/>
                  <a:pt x="180" y="793"/>
                </a:cubicBezTo>
                <a:cubicBezTo>
                  <a:pt x="60" y="793"/>
                  <a:pt x="60" y="793"/>
                  <a:pt x="60" y="793"/>
                </a:cubicBezTo>
                <a:cubicBezTo>
                  <a:pt x="27" y="793"/>
                  <a:pt x="0" y="766"/>
                  <a:pt x="0" y="733"/>
                </a:cubicBezTo>
                <a:cubicBezTo>
                  <a:pt x="0" y="700"/>
                  <a:pt x="27" y="673"/>
                  <a:pt x="60" y="673"/>
                </a:cubicBezTo>
                <a:close/>
                <a:moveTo>
                  <a:pt x="349" y="1123"/>
                </a:moveTo>
                <a:cubicBezTo>
                  <a:pt x="365" y="1152"/>
                  <a:pt x="355" y="1189"/>
                  <a:pt x="327" y="1205"/>
                </a:cubicBezTo>
                <a:cubicBezTo>
                  <a:pt x="115" y="1325"/>
                  <a:pt x="115" y="1325"/>
                  <a:pt x="115" y="1325"/>
                </a:cubicBezTo>
                <a:cubicBezTo>
                  <a:pt x="86" y="1341"/>
                  <a:pt x="49" y="1331"/>
                  <a:pt x="33" y="1302"/>
                </a:cubicBezTo>
                <a:cubicBezTo>
                  <a:pt x="17" y="1274"/>
                  <a:pt x="27" y="1237"/>
                  <a:pt x="56" y="1221"/>
                </a:cubicBezTo>
                <a:cubicBezTo>
                  <a:pt x="267" y="1101"/>
                  <a:pt x="267" y="1101"/>
                  <a:pt x="267" y="1101"/>
                </a:cubicBezTo>
                <a:cubicBezTo>
                  <a:pt x="296" y="1084"/>
                  <a:pt x="333" y="1094"/>
                  <a:pt x="349" y="1123"/>
                </a:cubicBezTo>
                <a:close/>
                <a:moveTo>
                  <a:pt x="1722" y="261"/>
                </a:moveTo>
                <a:cubicBezTo>
                  <a:pt x="1934" y="141"/>
                  <a:pt x="1934" y="141"/>
                  <a:pt x="1934" y="141"/>
                </a:cubicBezTo>
                <a:cubicBezTo>
                  <a:pt x="1963" y="124"/>
                  <a:pt x="2000" y="134"/>
                  <a:pt x="2016" y="163"/>
                </a:cubicBezTo>
                <a:cubicBezTo>
                  <a:pt x="2032" y="192"/>
                  <a:pt x="2022" y="229"/>
                  <a:pt x="1993" y="245"/>
                </a:cubicBezTo>
                <a:cubicBezTo>
                  <a:pt x="1781" y="365"/>
                  <a:pt x="1781" y="365"/>
                  <a:pt x="1781" y="365"/>
                </a:cubicBezTo>
                <a:cubicBezTo>
                  <a:pt x="1753" y="381"/>
                  <a:pt x="1716" y="371"/>
                  <a:pt x="1700" y="342"/>
                </a:cubicBezTo>
                <a:cubicBezTo>
                  <a:pt x="1683" y="314"/>
                  <a:pt x="1693" y="277"/>
                  <a:pt x="1722" y="261"/>
                </a:cubicBezTo>
                <a:close/>
                <a:moveTo>
                  <a:pt x="349" y="342"/>
                </a:moveTo>
                <a:cubicBezTo>
                  <a:pt x="333" y="371"/>
                  <a:pt x="296" y="381"/>
                  <a:pt x="267" y="365"/>
                </a:cubicBezTo>
                <a:cubicBezTo>
                  <a:pt x="56" y="245"/>
                  <a:pt x="56" y="245"/>
                  <a:pt x="56" y="245"/>
                </a:cubicBezTo>
                <a:cubicBezTo>
                  <a:pt x="27" y="229"/>
                  <a:pt x="17" y="192"/>
                  <a:pt x="33" y="163"/>
                </a:cubicBezTo>
                <a:cubicBezTo>
                  <a:pt x="49" y="134"/>
                  <a:pt x="86" y="124"/>
                  <a:pt x="115" y="141"/>
                </a:cubicBezTo>
                <a:cubicBezTo>
                  <a:pt x="327" y="261"/>
                  <a:pt x="327" y="261"/>
                  <a:pt x="327" y="261"/>
                </a:cubicBezTo>
                <a:cubicBezTo>
                  <a:pt x="355" y="277"/>
                  <a:pt x="365" y="314"/>
                  <a:pt x="349" y="342"/>
                </a:cubicBezTo>
                <a:close/>
                <a:moveTo>
                  <a:pt x="1934" y="1325"/>
                </a:moveTo>
                <a:cubicBezTo>
                  <a:pt x="1722" y="1205"/>
                  <a:pt x="1722" y="1205"/>
                  <a:pt x="1722" y="1205"/>
                </a:cubicBezTo>
                <a:cubicBezTo>
                  <a:pt x="1693" y="1189"/>
                  <a:pt x="1683" y="1152"/>
                  <a:pt x="1700" y="1123"/>
                </a:cubicBezTo>
                <a:cubicBezTo>
                  <a:pt x="1716" y="1094"/>
                  <a:pt x="1753" y="1084"/>
                  <a:pt x="1781" y="1101"/>
                </a:cubicBezTo>
                <a:cubicBezTo>
                  <a:pt x="1993" y="1221"/>
                  <a:pt x="1993" y="1221"/>
                  <a:pt x="1993" y="1221"/>
                </a:cubicBezTo>
                <a:cubicBezTo>
                  <a:pt x="2022" y="1237"/>
                  <a:pt x="2032" y="1274"/>
                  <a:pt x="2016" y="1302"/>
                </a:cubicBezTo>
                <a:cubicBezTo>
                  <a:pt x="2000" y="1331"/>
                  <a:pt x="1963" y="1341"/>
                  <a:pt x="1934" y="1325"/>
                </a:cubicBezTo>
                <a:close/>
                <a:moveTo>
                  <a:pt x="964" y="750"/>
                </a:moveTo>
                <a:cubicBezTo>
                  <a:pt x="964" y="784"/>
                  <a:pt x="991" y="810"/>
                  <a:pt x="1024" y="810"/>
                </a:cubicBezTo>
                <a:cubicBezTo>
                  <a:pt x="1123" y="810"/>
                  <a:pt x="1204" y="891"/>
                  <a:pt x="1204" y="990"/>
                </a:cubicBezTo>
                <a:cubicBezTo>
                  <a:pt x="1204" y="1068"/>
                  <a:pt x="1154" y="1135"/>
                  <a:pt x="1084" y="1160"/>
                </a:cubicBezTo>
                <a:cubicBezTo>
                  <a:pt x="1084" y="1213"/>
                  <a:pt x="1084" y="1213"/>
                  <a:pt x="1084" y="1213"/>
                </a:cubicBezTo>
                <a:cubicBezTo>
                  <a:pt x="1084" y="1246"/>
                  <a:pt x="1058" y="1273"/>
                  <a:pt x="1024" y="1273"/>
                </a:cubicBezTo>
                <a:cubicBezTo>
                  <a:pt x="991" y="1273"/>
                  <a:pt x="964" y="1246"/>
                  <a:pt x="964" y="1213"/>
                </a:cubicBezTo>
                <a:cubicBezTo>
                  <a:pt x="964" y="1160"/>
                  <a:pt x="964" y="1160"/>
                  <a:pt x="964" y="1160"/>
                </a:cubicBezTo>
                <a:cubicBezTo>
                  <a:pt x="894" y="1136"/>
                  <a:pt x="844" y="1069"/>
                  <a:pt x="844" y="990"/>
                </a:cubicBezTo>
                <a:cubicBezTo>
                  <a:pt x="844" y="957"/>
                  <a:pt x="871" y="930"/>
                  <a:pt x="904" y="930"/>
                </a:cubicBezTo>
                <a:cubicBezTo>
                  <a:pt x="937" y="930"/>
                  <a:pt x="964" y="957"/>
                  <a:pt x="964" y="990"/>
                </a:cubicBezTo>
                <a:cubicBezTo>
                  <a:pt x="964" y="1023"/>
                  <a:pt x="991" y="1050"/>
                  <a:pt x="1024" y="1050"/>
                </a:cubicBezTo>
                <a:cubicBezTo>
                  <a:pt x="1057" y="1050"/>
                  <a:pt x="1084" y="1023"/>
                  <a:pt x="1084" y="990"/>
                </a:cubicBezTo>
                <a:cubicBezTo>
                  <a:pt x="1084" y="957"/>
                  <a:pt x="1057" y="930"/>
                  <a:pt x="1024" y="930"/>
                </a:cubicBezTo>
                <a:cubicBezTo>
                  <a:pt x="925" y="930"/>
                  <a:pt x="844" y="850"/>
                  <a:pt x="844" y="750"/>
                </a:cubicBezTo>
                <a:cubicBezTo>
                  <a:pt x="844" y="672"/>
                  <a:pt x="894" y="605"/>
                  <a:pt x="964" y="581"/>
                </a:cubicBezTo>
                <a:cubicBezTo>
                  <a:pt x="964" y="493"/>
                  <a:pt x="964" y="493"/>
                  <a:pt x="964" y="493"/>
                </a:cubicBezTo>
                <a:cubicBezTo>
                  <a:pt x="964" y="460"/>
                  <a:pt x="991" y="433"/>
                  <a:pt x="1024" y="433"/>
                </a:cubicBezTo>
                <a:cubicBezTo>
                  <a:pt x="1058" y="433"/>
                  <a:pt x="1084" y="460"/>
                  <a:pt x="1084" y="493"/>
                </a:cubicBezTo>
                <a:cubicBezTo>
                  <a:pt x="1084" y="581"/>
                  <a:pt x="1084" y="581"/>
                  <a:pt x="1084" y="581"/>
                </a:cubicBezTo>
                <a:cubicBezTo>
                  <a:pt x="1154" y="606"/>
                  <a:pt x="1204" y="672"/>
                  <a:pt x="1204" y="750"/>
                </a:cubicBezTo>
                <a:cubicBezTo>
                  <a:pt x="1204" y="784"/>
                  <a:pt x="1177" y="810"/>
                  <a:pt x="1144" y="810"/>
                </a:cubicBezTo>
                <a:cubicBezTo>
                  <a:pt x="1111" y="810"/>
                  <a:pt x="1084" y="784"/>
                  <a:pt x="1084" y="750"/>
                </a:cubicBezTo>
                <a:cubicBezTo>
                  <a:pt x="1084" y="717"/>
                  <a:pt x="1057" y="690"/>
                  <a:pt x="1024" y="690"/>
                </a:cubicBezTo>
                <a:cubicBezTo>
                  <a:pt x="991" y="690"/>
                  <a:pt x="964" y="717"/>
                  <a:pt x="964" y="75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0" name="Freeform 21">
            <a:extLst>
              <a:ext uri="{FF2B5EF4-FFF2-40B4-BE49-F238E27FC236}">
                <a16:creationId xmlns:a16="http://schemas.microsoft.com/office/drawing/2014/main" id="{DDA554C7-98F2-4880-A712-9F34DC57A139}"/>
              </a:ext>
            </a:extLst>
          </p:cNvPr>
          <p:cNvSpPr>
            <a:spLocks noEditPoints="1"/>
          </p:cNvSpPr>
          <p:nvPr/>
        </p:nvSpPr>
        <p:spPr bwMode="auto">
          <a:xfrm>
            <a:off x="6808389" y="5382904"/>
            <a:ext cx="301328" cy="467438"/>
          </a:xfrm>
          <a:custGeom>
            <a:avLst/>
            <a:gdLst>
              <a:gd name="T0" fmla="*/ 1320 w 1320"/>
              <a:gd name="T1" fmla="*/ 660 h 2048"/>
              <a:gd name="T2" fmla="*/ 660 w 1320"/>
              <a:gd name="T3" fmla="*/ 0 h 2048"/>
              <a:gd name="T4" fmla="*/ 0 w 1320"/>
              <a:gd name="T5" fmla="*/ 660 h 2048"/>
              <a:gd name="T6" fmla="*/ 480 w 1320"/>
              <a:gd name="T7" fmla="*/ 1295 h 2048"/>
              <a:gd name="T8" fmla="*/ 480 w 1320"/>
              <a:gd name="T9" fmla="*/ 1568 h 2048"/>
              <a:gd name="T10" fmla="*/ 300 w 1320"/>
              <a:gd name="T11" fmla="*/ 1568 h 2048"/>
              <a:gd name="T12" fmla="*/ 245 w 1320"/>
              <a:gd name="T13" fmla="*/ 1605 h 2048"/>
              <a:gd name="T14" fmla="*/ 258 w 1320"/>
              <a:gd name="T15" fmla="*/ 1670 h 2048"/>
              <a:gd name="T16" fmla="*/ 618 w 1320"/>
              <a:gd name="T17" fmla="*/ 2030 h 2048"/>
              <a:gd name="T18" fmla="*/ 660 w 1320"/>
              <a:gd name="T19" fmla="*/ 2048 h 2048"/>
              <a:gd name="T20" fmla="*/ 702 w 1320"/>
              <a:gd name="T21" fmla="*/ 2030 h 2048"/>
              <a:gd name="T22" fmla="*/ 1062 w 1320"/>
              <a:gd name="T23" fmla="*/ 1670 h 2048"/>
              <a:gd name="T24" fmla="*/ 1075 w 1320"/>
              <a:gd name="T25" fmla="*/ 1605 h 2048"/>
              <a:gd name="T26" fmla="*/ 1020 w 1320"/>
              <a:gd name="T27" fmla="*/ 1568 h 2048"/>
              <a:gd name="T28" fmla="*/ 840 w 1320"/>
              <a:gd name="T29" fmla="*/ 1568 h 2048"/>
              <a:gd name="T30" fmla="*/ 840 w 1320"/>
              <a:gd name="T31" fmla="*/ 1295 h 2048"/>
              <a:gd name="T32" fmla="*/ 1320 w 1320"/>
              <a:gd name="T33" fmla="*/ 660 h 2048"/>
              <a:gd name="T34" fmla="*/ 875 w 1320"/>
              <a:gd name="T35" fmla="*/ 1688 h 2048"/>
              <a:gd name="T36" fmla="*/ 660 w 1320"/>
              <a:gd name="T37" fmla="*/ 1903 h 2048"/>
              <a:gd name="T38" fmla="*/ 445 w 1320"/>
              <a:gd name="T39" fmla="*/ 1688 h 2048"/>
              <a:gd name="T40" fmla="*/ 540 w 1320"/>
              <a:gd name="T41" fmla="*/ 1688 h 2048"/>
              <a:gd name="T42" fmla="*/ 600 w 1320"/>
              <a:gd name="T43" fmla="*/ 1628 h 2048"/>
              <a:gd name="T44" fmla="*/ 600 w 1320"/>
              <a:gd name="T45" fmla="*/ 1317 h 2048"/>
              <a:gd name="T46" fmla="*/ 660 w 1320"/>
              <a:gd name="T47" fmla="*/ 1320 h 2048"/>
              <a:gd name="T48" fmla="*/ 720 w 1320"/>
              <a:gd name="T49" fmla="*/ 1317 h 2048"/>
              <a:gd name="T50" fmla="*/ 720 w 1320"/>
              <a:gd name="T51" fmla="*/ 1628 h 2048"/>
              <a:gd name="T52" fmla="*/ 780 w 1320"/>
              <a:gd name="T53" fmla="*/ 1688 h 2048"/>
              <a:gd name="T54" fmla="*/ 875 w 1320"/>
              <a:gd name="T55" fmla="*/ 1688 h 2048"/>
              <a:gd name="T56" fmla="*/ 660 w 1320"/>
              <a:gd name="T57" fmla="*/ 1200 h 2048"/>
              <a:gd name="T58" fmla="*/ 120 w 1320"/>
              <a:gd name="T59" fmla="*/ 660 h 2048"/>
              <a:gd name="T60" fmla="*/ 660 w 1320"/>
              <a:gd name="T61" fmla="*/ 120 h 2048"/>
              <a:gd name="T62" fmla="*/ 1200 w 1320"/>
              <a:gd name="T63" fmla="*/ 660 h 2048"/>
              <a:gd name="T64" fmla="*/ 660 w 1320"/>
              <a:gd name="T65" fmla="*/ 1200 h 2048"/>
              <a:gd name="T66" fmla="*/ 601 w 1320"/>
              <a:gd name="T67" fmla="*/ 522 h 2048"/>
              <a:gd name="T68" fmla="*/ 661 w 1320"/>
              <a:gd name="T69" fmla="*/ 582 h 2048"/>
              <a:gd name="T70" fmla="*/ 841 w 1320"/>
              <a:gd name="T71" fmla="*/ 762 h 2048"/>
              <a:gd name="T72" fmla="*/ 720 w 1320"/>
              <a:gd name="T73" fmla="*/ 932 h 2048"/>
              <a:gd name="T74" fmla="*/ 720 w 1320"/>
              <a:gd name="T75" fmla="*/ 1020 h 2048"/>
              <a:gd name="T76" fmla="*/ 660 w 1320"/>
              <a:gd name="T77" fmla="*/ 1080 h 2048"/>
              <a:gd name="T78" fmla="*/ 600 w 1320"/>
              <a:gd name="T79" fmla="*/ 1020 h 2048"/>
              <a:gd name="T80" fmla="*/ 600 w 1320"/>
              <a:gd name="T81" fmla="*/ 932 h 2048"/>
              <a:gd name="T82" fmla="*/ 481 w 1320"/>
              <a:gd name="T83" fmla="*/ 762 h 2048"/>
              <a:gd name="T84" fmla="*/ 541 w 1320"/>
              <a:gd name="T85" fmla="*/ 702 h 2048"/>
              <a:gd name="T86" fmla="*/ 601 w 1320"/>
              <a:gd name="T87" fmla="*/ 762 h 2048"/>
              <a:gd name="T88" fmla="*/ 661 w 1320"/>
              <a:gd name="T89" fmla="*/ 822 h 2048"/>
              <a:gd name="T90" fmla="*/ 721 w 1320"/>
              <a:gd name="T91" fmla="*/ 762 h 2048"/>
              <a:gd name="T92" fmla="*/ 661 w 1320"/>
              <a:gd name="T93" fmla="*/ 702 h 2048"/>
              <a:gd name="T94" fmla="*/ 481 w 1320"/>
              <a:gd name="T95" fmla="*/ 522 h 2048"/>
              <a:gd name="T96" fmla="*/ 600 w 1320"/>
              <a:gd name="T97" fmla="*/ 353 h 2048"/>
              <a:gd name="T98" fmla="*/ 600 w 1320"/>
              <a:gd name="T99" fmla="*/ 300 h 2048"/>
              <a:gd name="T100" fmla="*/ 660 w 1320"/>
              <a:gd name="T101" fmla="*/ 240 h 2048"/>
              <a:gd name="T102" fmla="*/ 720 w 1320"/>
              <a:gd name="T103" fmla="*/ 300 h 2048"/>
              <a:gd name="T104" fmla="*/ 720 w 1320"/>
              <a:gd name="T105" fmla="*/ 352 h 2048"/>
              <a:gd name="T106" fmla="*/ 841 w 1320"/>
              <a:gd name="T107" fmla="*/ 522 h 2048"/>
              <a:gd name="T108" fmla="*/ 781 w 1320"/>
              <a:gd name="T109" fmla="*/ 582 h 2048"/>
              <a:gd name="T110" fmla="*/ 721 w 1320"/>
              <a:gd name="T111" fmla="*/ 522 h 2048"/>
              <a:gd name="T112" fmla="*/ 661 w 1320"/>
              <a:gd name="T113" fmla="*/ 462 h 2048"/>
              <a:gd name="T114" fmla="*/ 601 w 1320"/>
              <a:gd name="T115" fmla="*/ 522 h 20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320" h="2048">
                <a:moveTo>
                  <a:pt x="1320" y="660"/>
                </a:moveTo>
                <a:cubicBezTo>
                  <a:pt x="1320" y="296"/>
                  <a:pt x="1024" y="0"/>
                  <a:pt x="660" y="0"/>
                </a:cubicBezTo>
                <a:cubicBezTo>
                  <a:pt x="296" y="0"/>
                  <a:pt x="0" y="296"/>
                  <a:pt x="0" y="660"/>
                </a:cubicBezTo>
                <a:cubicBezTo>
                  <a:pt x="0" y="961"/>
                  <a:pt x="203" y="1216"/>
                  <a:pt x="480" y="1295"/>
                </a:cubicBezTo>
                <a:cubicBezTo>
                  <a:pt x="480" y="1568"/>
                  <a:pt x="480" y="1568"/>
                  <a:pt x="480" y="1568"/>
                </a:cubicBezTo>
                <a:cubicBezTo>
                  <a:pt x="300" y="1568"/>
                  <a:pt x="300" y="1568"/>
                  <a:pt x="300" y="1568"/>
                </a:cubicBezTo>
                <a:cubicBezTo>
                  <a:pt x="276" y="1568"/>
                  <a:pt x="254" y="1582"/>
                  <a:pt x="245" y="1605"/>
                </a:cubicBezTo>
                <a:cubicBezTo>
                  <a:pt x="235" y="1627"/>
                  <a:pt x="240" y="1653"/>
                  <a:pt x="258" y="1670"/>
                </a:cubicBezTo>
                <a:cubicBezTo>
                  <a:pt x="618" y="2030"/>
                  <a:pt x="618" y="2030"/>
                  <a:pt x="618" y="2030"/>
                </a:cubicBezTo>
                <a:cubicBezTo>
                  <a:pt x="629" y="2042"/>
                  <a:pt x="645" y="2048"/>
                  <a:pt x="660" y="2048"/>
                </a:cubicBezTo>
                <a:cubicBezTo>
                  <a:pt x="675" y="2048"/>
                  <a:pt x="691" y="2042"/>
                  <a:pt x="702" y="2030"/>
                </a:cubicBezTo>
                <a:cubicBezTo>
                  <a:pt x="1062" y="1670"/>
                  <a:pt x="1062" y="1670"/>
                  <a:pt x="1062" y="1670"/>
                </a:cubicBezTo>
                <a:cubicBezTo>
                  <a:pt x="1080" y="1653"/>
                  <a:pt x="1085" y="1627"/>
                  <a:pt x="1075" y="1605"/>
                </a:cubicBezTo>
                <a:cubicBezTo>
                  <a:pt x="1066" y="1582"/>
                  <a:pt x="1044" y="1568"/>
                  <a:pt x="1020" y="1568"/>
                </a:cubicBezTo>
                <a:cubicBezTo>
                  <a:pt x="840" y="1568"/>
                  <a:pt x="840" y="1568"/>
                  <a:pt x="840" y="1568"/>
                </a:cubicBezTo>
                <a:cubicBezTo>
                  <a:pt x="840" y="1295"/>
                  <a:pt x="840" y="1295"/>
                  <a:pt x="840" y="1295"/>
                </a:cubicBezTo>
                <a:cubicBezTo>
                  <a:pt x="1117" y="1216"/>
                  <a:pt x="1320" y="961"/>
                  <a:pt x="1320" y="660"/>
                </a:cubicBezTo>
                <a:close/>
                <a:moveTo>
                  <a:pt x="875" y="1688"/>
                </a:moveTo>
                <a:cubicBezTo>
                  <a:pt x="660" y="1903"/>
                  <a:pt x="660" y="1903"/>
                  <a:pt x="660" y="1903"/>
                </a:cubicBezTo>
                <a:cubicBezTo>
                  <a:pt x="445" y="1688"/>
                  <a:pt x="445" y="1688"/>
                  <a:pt x="445" y="1688"/>
                </a:cubicBezTo>
                <a:cubicBezTo>
                  <a:pt x="540" y="1688"/>
                  <a:pt x="540" y="1688"/>
                  <a:pt x="540" y="1688"/>
                </a:cubicBezTo>
                <a:cubicBezTo>
                  <a:pt x="573" y="1688"/>
                  <a:pt x="600" y="1661"/>
                  <a:pt x="600" y="1628"/>
                </a:cubicBezTo>
                <a:cubicBezTo>
                  <a:pt x="600" y="1317"/>
                  <a:pt x="600" y="1317"/>
                  <a:pt x="600" y="1317"/>
                </a:cubicBezTo>
                <a:cubicBezTo>
                  <a:pt x="620" y="1319"/>
                  <a:pt x="640" y="1320"/>
                  <a:pt x="660" y="1320"/>
                </a:cubicBezTo>
                <a:cubicBezTo>
                  <a:pt x="680" y="1320"/>
                  <a:pt x="700" y="1319"/>
                  <a:pt x="720" y="1317"/>
                </a:cubicBezTo>
                <a:cubicBezTo>
                  <a:pt x="720" y="1628"/>
                  <a:pt x="720" y="1628"/>
                  <a:pt x="720" y="1628"/>
                </a:cubicBezTo>
                <a:cubicBezTo>
                  <a:pt x="720" y="1661"/>
                  <a:pt x="747" y="1688"/>
                  <a:pt x="780" y="1688"/>
                </a:cubicBezTo>
                <a:lnTo>
                  <a:pt x="875" y="1688"/>
                </a:lnTo>
                <a:close/>
                <a:moveTo>
                  <a:pt x="660" y="1200"/>
                </a:moveTo>
                <a:cubicBezTo>
                  <a:pt x="362" y="1200"/>
                  <a:pt x="120" y="958"/>
                  <a:pt x="120" y="660"/>
                </a:cubicBezTo>
                <a:cubicBezTo>
                  <a:pt x="120" y="362"/>
                  <a:pt x="362" y="120"/>
                  <a:pt x="660" y="120"/>
                </a:cubicBezTo>
                <a:cubicBezTo>
                  <a:pt x="958" y="120"/>
                  <a:pt x="1200" y="362"/>
                  <a:pt x="1200" y="660"/>
                </a:cubicBezTo>
                <a:cubicBezTo>
                  <a:pt x="1200" y="958"/>
                  <a:pt x="958" y="1200"/>
                  <a:pt x="660" y="1200"/>
                </a:cubicBezTo>
                <a:close/>
                <a:moveTo>
                  <a:pt x="601" y="522"/>
                </a:moveTo>
                <a:cubicBezTo>
                  <a:pt x="601" y="555"/>
                  <a:pt x="628" y="582"/>
                  <a:pt x="661" y="582"/>
                </a:cubicBezTo>
                <a:cubicBezTo>
                  <a:pt x="760" y="582"/>
                  <a:pt x="841" y="663"/>
                  <a:pt x="841" y="762"/>
                </a:cubicBezTo>
                <a:cubicBezTo>
                  <a:pt x="841" y="841"/>
                  <a:pt x="790" y="908"/>
                  <a:pt x="720" y="932"/>
                </a:cubicBezTo>
                <a:cubicBezTo>
                  <a:pt x="720" y="1020"/>
                  <a:pt x="720" y="1020"/>
                  <a:pt x="720" y="1020"/>
                </a:cubicBezTo>
                <a:cubicBezTo>
                  <a:pt x="720" y="1053"/>
                  <a:pt x="693" y="1080"/>
                  <a:pt x="660" y="1080"/>
                </a:cubicBezTo>
                <a:cubicBezTo>
                  <a:pt x="627" y="1080"/>
                  <a:pt x="600" y="1053"/>
                  <a:pt x="600" y="1020"/>
                </a:cubicBezTo>
                <a:cubicBezTo>
                  <a:pt x="600" y="932"/>
                  <a:pt x="600" y="932"/>
                  <a:pt x="600" y="932"/>
                </a:cubicBezTo>
                <a:cubicBezTo>
                  <a:pt x="530" y="907"/>
                  <a:pt x="481" y="840"/>
                  <a:pt x="481" y="762"/>
                </a:cubicBezTo>
                <a:cubicBezTo>
                  <a:pt x="481" y="729"/>
                  <a:pt x="508" y="702"/>
                  <a:pt x="541" y="702"/>
                </a:cubicBezTo>
                <a:cubicBezTo>
                  <a:pt x="574" y="702"/>
                  <a:pt x="601" y="729"/>
                  <a:pt x="601" y="762"/>
                </a:cubicBezTo>
                <a:cubicBezTo>
                  <a:pt x="601" y="795"/>
                  <a:pt x="628" y="822"/>
                  <a:pt x="661" y="822"/>
                </a:cubicBezTo>
                <a:cubicBezTo>
                  <a:pt x="694" y="822"/>
                  <a:pt x="721" y="795"/>
                  <a:pt x="721" y="762"/>
                </a:cubicBezTo>
                <a:cubicBezTo>
                  <a:pt x="721" y="729"/>
                  <a:pt x="694" y="702"/>
                  <a:pt x="661" y="702"/>
                </a:cubicBezTo>
                <a:cubicBezTo>
                  <a:pt x="561" y="702"/>
                  <a:pt x="481" y="622"/>
                  <a:pt x="481" y="522"/>
                </a:cubicBezTo>
                <a:cubicBezTo>
                  <a:pt x="481" y="444"/>
                  <a:pt x="530" y="378"/>
                  <a:pt x="600" y="353"/>
                </a:cubicBezTo>
                <a:cubicBezTo>
                  <a:pt x="600" y="300"/>
                  <a:pt x="600" y="300"/>
                  <a:pt x="600" y="300"/>
                </a:cubicBezTo>
                <a:cubicBezTo>
                  <a:pt x="600" y="267"/>
                  <a:pt x="627" y="240"/>
                  <a:pt x="660" y="240"/>
                </a:cubicBezTo>
                <a:cubicBezTo>
                  <a:pt x="693" y="240"/>
                  <a:pt x="720" y="267"/>
                  <a:pt x="720" y="300"/>
                </a:cubicBezTo>
                <a:cubicBezTo>
                  <a:pt x="720" y="352"/>
                  <a:pt x="720" y="352"/>
                  <a:pt x="720" y="352"/>
                </a:cubicBezTo>
                <a:cubicBezTo>
                  <a:pt x="790" y="377"/>
                  <a:pt x="841" y="444"/>
                  <a:pt x="841" y="522"/>
                </a:cubicBezTo>
                <a:cubicBezTo>
                  <a:pt x="841" y="555"/>
                  <a:pt x="814" y="582"/>
                  <a:pt x="781" y="582"/>
                </a:cubicBezTo>
                <a:cubicBezTo>
                  <a:pt x="748" y="582"/>
                  <a:pt x="721" y="555"/>
                  <a:pt x="721" y="522"/>
                </a:cubicBezTo>
                <a:cubicBezTo>
                  <a:pt x="721" y="489"/>
                  <a:pt x="694" y="462"/>
                  <a:pt x="661" y="462"/>
                </a:cubicBezTo>
                <a:cubicBezTo>
                  <a:pt x="628" y="462"/>
                  <a:pt x="601" y="489"/>
                  <a:pt x="601" y="52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1" name="Freeform 19">
            <a:extLst>
              <a:ext uri="{FF2B5EF4-FFF2-40B4-BE49-F238E27FC236}">
                <a16:creationId xmlns:a16="http://schemas.microsoft.com/office/drawing/2014/main" id="{B04F926A-2627-4628-AA40-FE884F995DAD}"/>
              </a:ext>
            </a:extLst>
          </p:cNvPr>
          <p:cNvSpPr>
            <a:spLocks noEditPoints="1"/>
          </p:cNvSpPr>
          <p:nvPr/>
        </p:nvSpPr>
        <p:spPr bwMode="auto">
          <a:xfrm>
            <a:off x="3170012" y="5382834"/>
            <a:ext cx="469536" cy="467578"/>
          </a:xfrm>
          <a:custGeom>
            <a:avLst/>
            <a:gdLst>
              <a:gd name="T0" fmla="*/ 2039 w 2056"/>
              <a:gd name="T1" fmla="*/ 1950 h 2048"/>
              <a:gd name="T2" fmla="*/ 1088 w 2056"/>
              <a:gd name="T3" fmla="*/ 480 h 2048"/>
              <a:gd name="T4" fmla="*/ 1328 w 2056"/>
              <a:gd name="T5" fmla="*/ 660 h 2048"/>
              <a:gd name="T6" fmla="*/ 1992 w 2056"/>
              <a:gd name="T7" fmla="*/ 720 h 2048"/>
              <a:gd name="T8" fmla="*/ 2042 w 2056"/>
              <a:gd name="T9" fmla="*/ 626 h 2048"/>
              <a:gd name="T10" fmla="*/ 2042 w 2056"/>
              <a:gd name="T11" fmla="*/ 333 h 2048"/>
              <a:gd name="T12" fmla="*/ 1992 w 2056"/>
              <a:gd name="T13" fmla="*/ 240 h 2048"/>
              <a:gd name="T14" fmla="*/ 1688 w 2056"/>
              <a:gd name="T15" fmla="*/ 60 h 2048"/>
              <a:gd name="T16" fmla="*/ 1028 w 2056"/>
              <a:gd name="T17" fmla="*/ 0 h 2048"/>
              <a:gd name="T18" fmla="*/ 968 w 2056"/>
              <a:gd name="T19" fmla="*/ 759 h 2048"/>
              <a:gd name="T20" fmla="*/ 10 w 2056"/>
              <a:gd name="T21" fmla="*/ 2014 h 2048"/>
              <a:gd name="T22" fmla="*/ 1992 w 2056"/>
              <a:gd name="T23" fmla="*/ 2048 h 2048"/>
              <a:gd name="T24" fmla="*/ 1688 w 2056"/>
              <a:gd name="T25" fmla="*/ 420 h 2048"/>
              <a:gd name="T26" fmla="*/ 1880 w 2056"/>
              <a:gd name="T27" fmla="*/ 360 h 2048"/>
              <a:gd name="T28" fmla="*/ 1822 w 2056"/>
              <a:gd name="T29" fmla="*/ 513 h 2048"/>
              <a:gd name="T30" fmla="*/ 1448 w 2056"/>
              <a:gd name="T31" fmla="*/ 600 h 2048"/>
              <a:gd name="T32" fmla="*/ 1628 w 2056"/>
              <a:gd name="T33" fmla="*/ 480 h 2048"/>
              <a:gd name="T34" fmla="*/ 1088 w 2056"/>
              <a:gd name="T35" fmla="*/ 120 h 2048"/>
              <a:gd name="T36" fmla="*/ 1568 w 2056"/>
              <a:gd name="T37" fmla="*/ 360 h 2048"/>
              <a:gd name="T38" fmla="*/ 1088 w 2056"/>
              <a:gd name="T39" fmla="*/ 120 h 2048"/>
              <a:gd name="T40" fmla="*/ 1339 w 2056"/>
              <a:gd name="T41" fmla="*/ 1265 h 2048"/>
              <a:gd name="T42" fmla="*/ 1191 w 2056"/>
              <a:gd name="T43" fmla="*/ 1221 h 2048"/>
              <a:gd name="T44" fmla="*/ 1028 w 2056"/>
              <a:gd name="T45" fmla="*/ 1299 h 2048"/>
              <a:gd name="T46" fmla="*/ 866 w 2056"/>
              <a:gd name="T47" fmla="*/ 1221 h 2048"/>
              <a:gd name="T48" fmla="*/ 718 w 2056"/>
              <a:gd name="T49" fmla="*/ 1265 h 2048"/>
              <a:gd name="T50" fmla="*/ 189 w 2056"/>
              <a:gd name="T51" fmla="*/ 1928 h 2048"/>
              <a:gd name="T52" fmla="*/ 755 w 2056"/>
              <a:gd name="T53" fmla="*/ 1434 h 2048"/>
              <a:gd name="T54" fmla="*/ 908 w 2056"/>
              <a:gd name="T55" fmla="*/ 1349 h 2048"/>
              <a:gd name="T56" fmla="*/ 1071 w 2056"/>
              <a:gd name="T57" fmla="*/ 1426 h 2048"/>
              <a:gd name="T58" fmla="*/ 1226 w 2056"/>
              <a:gd name="T59" fmla="*/ 1426 h 2048"/>
              <a:gd name="T60" fmla="*/ 1302 w 2056"/>
              <a:gd name="T61" fmla="*/ 1434 h 2048"/>
              <a:gd name="T62" fmla="*/ 1868 w 2056"/>
              <a:gd name="T63" fmla="*/ 1928 h 20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056" h="2048">
                <a:moveTo>
                  <a:pt x="2046" y="2014"/>
                </a:moveTo>
                <a:cubicBezTo>
                  <a:pt x="2056" y="1993"/>
                  <a:pt x="2054" y="1968"/>
                  <a:pt x="2039" y="1950"/>
                </a:cubicBezTo>
                <a:cubicBezTo>
                  <a:pt x="1088" y="759"/>
                  <a:pt x="1088" y="759"/>
                  <a:pt x="1088" y="759"/>
                </a:cubicBezTo>
                <a:cubicBezTo>
                  <a:pt x="1088" y="480"/>
                  <a:pt x="1088" y="480"/>
                  <a:pt x="1088" y="480"/>
                </a:cubicBezTo>
                <a:cubicBezTo>
                  <a:pt x="1328" y="480"/>
                  <a:pt x="1328" y="480"/>
                  <a:pt x="1328" y="480"/>
                </a:cubicBezTo>
                <a:cubicBezTo>
                  <a:pt x="1328" y="660"/>
                  <a:pt x="1328" y="660"/>
                  <a:pt x="1328" y="660"/>
                </a:cubicBezTo>
                <a:cubicBezTo>
                  <a:pt x="1328" y="693"/>
                  <a:pt x="1355" y="720"/>
                  <a:pt x="1388" y="720"/>
                </a:cubicBezTo>
                <a:cubicBezTo>
                  <a:pt x="1992" y="720"/>
                  <a:pt x="1992" y="720"/>
                  <a:pt x="1992" y="720"/>
                </a:cubicBezTo>
                <a:cubicBezTo>
                  <a:pt x="2014" y="720"/>
                  <a:pt x="2035" y="708"/>
                  <a:pt x="2045" y="688"/>
                </a:cubicBezTo>
                <a:cubicBezTo>
                  <a:pt x="2056" y="669"/>
                  <a:pt x="2054" y="645"/>
                  <a:pt x="2042" y="626"/>
                </a:cubicBezTo>
                <a:cubicBezTo>
                  <a:pt x="1944" y="480"/>
                  <a:pt x="1944" y="480"/>
                  <a:pt x="1944" y="480"/>
                </a:cubicBezTo>
                <a:cubicBezTo>
                  <a:pt x="2042" y="333"/>
                  <a:pt x="2042" y="333"/>
                  <a:pt x="2042" y="333"/>
                </a:cubicBezTo>
                <a:cubicBezTo>
                  <a:pt x="2054" y="315"/>
                  <a:pt x="2056" y="291"/>
                  <a:pt x="2045" y="271"/>
                </a:cubicBezTo>
                <a:cubicBezTo>
                  <a:pt x="2035" y="252"/>
                  <a:pt x="2014" y="240"/>
                  <a:pt x="1992" y="240"/>
                </a:cubicBezTo>
                <a:cubicBezTo>
                  <a:pt x="1688" y="240"/>
                  <a:pt x="1688" y="240"/>
                  <a:pt x="1688" y="240"/>
                </a:cubicBezTo>
                <a:cubicBezTo>
                  <a:pt x="1688" y="60"/>
                  <a:pt x="1688" y="60"/>
                  <a:pt x="1688" y="60"/>
                </a:cubicBezTo>
                <a:cubicBezTo>
                  <a:pt x="1688" y="27"/>
                  <a:pt x="1661" y="0"/>
                  <a:pt x="1628" y="0"/>
                </a:cubicBezTo>
                <a:cubicBezTo>
                  <a:pt x="1028" y="0"/>
                  <a:pt x="1028" y="0"/>
                  <a:pt x="1028" y="0"/>
                </a:cubicBezTo>
                <a:cubicBezTo>
                  <a:pt x="995" y="0"/>
                  <a:pt x="968" y="27"/>
                  <a:pt x="968" y="60"/>
                </a:cubicBezTo>
                <a:cubicBezTo>
                  <a:pt x="968" y="759"/>
                  <a:pt x="968" y="759"/>
                  <a:pt x="968" y="759"/>
                </a:cubicBezTo>
                <a:cubicBezTo>
                  <a:pt x="17" y="1950"/>
                  <a:pt x="17" y="1950"/>
                  <a:pt x="17" y="1950"/>
                </a:cubicBezTo>
                <a:cubicBezTo>
                  <a:pt x="3" y="1968"/>
                  <a:pt x="0" y="1993"/>
                  <a:pt x="10" y="2014"/>
                </a:cubicBezTo>
                <a:cubicBezTo>
                  <a:pt x="20" y="2035"/>
                  <a:pt x="41" y="2048"/>
                  <a:pt x="64" y="2048"/>
                </a:cubicBezTo>
                <a:cubicBezTo>
                  <a:pt x="1992" y="2048"/>
                  <a:pt x="1992" y="2048"/>
                  <a:pt x="1992" y="2048"/>
                </a:cubicBezTo>
                <a:cubicBezTo>
                  <a:pt x="2015" y="2048"/>
                  <a:pt x="2036" y="2035"/>
                  <a:pt x="2046" y="2014"/>
                </a:cubicBezTo>
                <a:close/>
                <a:moveTo>
                  <a:pt x="1688" y="420"/>
                </a:moveTo>
                <a:cubicBezTo>
                  <a:pt x="1688" y="360"/>
                  <a:pt x="1688" y="360"/>
                  <a:pt x="1688" y="360"/>
                </a:cubicBezTo>
                <a:cubicBezTo>
                  <a:pt x="1880" y="360"/>
                  <a:pt x="1880" y="360"/>
                  <a:pt x="1880" y="360"/>
                </a:cubicBezTo>
                <a:cubicBezTo>
                  <a:pt x="1822" y="446"/>
                  <a:pt x="1822" y="446"/>
                  <a:pt x="1822" y="446"/>
                </a:cubicBezTo>
                <a:cubicBezTo>
                  <a:pt x="1809" y="467"/>
                  <a:pt x="1809" y="493"/>
                  <a:pt x="1822" y="513"/>
                </a:cubicBezTo>
                <a:cubicBezTo>
                  <a:pt x="1880" y="600"/>
                  <a:pt x="1880" y="600"/>
                  <a:pt x="1880" y="600"/>
                </a:cubicBezTo>
                <a:cubicBezTo>
                  <a:pt x="1448" y="600"/>
                  <a:pt x="1448" y="600"/>
                  <a:pt x="1448" y="600"/>
                </a:cubicBezTo>
                <a:cubicBezTo>
                  <a:pt x="1448" y="480"/>
                  <a:pt x="1448" y="480"/>
                  <a:pt x="1448" y="480"/>
                </a:cubicBezTo>
                <a:cubicBezTo>
                  <a:pt x="1628" y="480"/>
                  <a:pt x="1628" y="480"/>
                  <a:pt x="1628" y="480"/>
                </a:cubicBezTo>
                <a:cubicBezTo>
                  <a:pt x="1661" y="480"/>
                  <a:pt x="1688" y="453"/>
                  <a:pt x="1688" y="420"/>
                </a:cubicBezTo>
                <a:close/>
                <a:moveTo>
                  <a:pt x="1088" y="120"/>
                </a:moveTo>
                <a:cubicBezTo>
                  <a:pt x="1568" y="120"/>
                  <a:pt x="1568" y="120"/>
                  <a:pt x="1568" y="120"/>
                </a:cubicBezTo>
                <a:cubicBezTo>
                  <a:pt x="1568" y="360"/>
                  <a:pt x="1568" y="360"/>
                  <a:pt x="1568" y="360"/>
                </a:cubicBezTo>
                <a:cubicBezTo>
                  <a:pt x="1088" y="360"/>
                  <a:pt x="1088" y="360"/>
                  <a:pt x="1088" y="360"/>
                </a:cubicBezTo>
                <a:lnTo>
                  <a:pt x="1088" y="120"/>
                </a:lnTo>
                <a:close/>
                <a:moveTo>
                  <a:pt x="1028" y="876"/>
                </a:moveTo>
                <a:cubicBezTo>
                  <a:pt x="1339" y="1265"/>
                  <a:pt x="1339" y="1265"/>
                  <a:pt x="1339" y="1265"/>
                </a:cubicBezTo>
                <a:cubicBezTo>
                  <a:pt x="1276" y="1307"/>
                  <a:pt x="1276" y="1307"/>
                  <a:pt x="1276" y="1307"/>
                </a:cubicBezTo>
                <a:cubicBezTo>
                  <a:pt x="1191" y="1221"/>
                  <a:pt x="1191" y="1221"/>
                  <a:pt x="1191" y="1221"/>
                </a:cubicBezTo>
                <a:cubicBezTo>
                  <a:pt x="1167" y="1198"/>
                  <a:pt x="1129" y="1198"/>
                  <a:pt x="1106" y="1221"/>
                </a:cubicBezTo>
                <a:cubicBezTo>
                  <a:pt x="1028" y="1299"/>
                  <a:pt x="1028" y="1299"/>
                  <a:pt x="1028" y="1299"/>
                </a:cubicBezTo>
                <a:cubicBezTo>
                  <a:pt x="951" y="1221"/>
                  <a:pt x="951" y="1221"/>
                  <a:pt x="951" y="1221"/>
                </a:cubicBezTo>
                <a:cubicBezTo>
                  <a:pt x="927" y="1198"/>
                  <a:pt x="889" y="1198"/>
                  <a:pt x="866" y="1221"/>
                </a:cubicBezTo>
                <a:cubicBezTo>
                  <a:pt x="781" y="1307"/>
                  <a:pt x="781" y="1307"/>
                  <a:pt x="781" y="1307"/>
                </a:cubicBezTo>
                <a:cubicBezTo>
                  <a:pt x="718" y="1265"/>
                  <a:pt x="718" y="1265"/>
                  <a:pt x="718" y="1265"/>
                </a:cubicBezTo>
                <a:lnTo>
                  <a:pt x="1028" y="876"/>
                </a:lnTo>
                <a:close/>
                <a:moveTo>
                  <a:pt x="189" y="1928"/>
                </a:moveTo>
                <a:cubicBezTo>
                  <a:pt x="643" y="1359"/>
                  <a:pt x="643" y="1359"/>
                  <a:pt x="643" y="1359"/>
                </a:cubicBezTo>
                <a:cubicBezTo>
                  <a:pt x="755" y="1434"/>
                  <a:pt x="755" y="1434"/>
                  <a:pt x="755" y="1434"/>
                </a:cubicBezTo>
                <a:cubicBezTo>
                  <a:pt x="779" y="1450"/>
                  <a:pt x="810" y="1446"/>
                  <a:pt x="831" y="1426"/>
                </a:cubicBezTo>
                <a:cubicBezTo>
                  <a:pt x="908" y="1349"/>
                  <a:pt x="908" y="1349"/>
                  <a:pt x="908" y="1349"/>
                </a:cubicBezTo>
                <a:cubicBezTo>
                  <a:pt x="986" y="1426"/>
                  <a:pt x="986" y="1426"/>
                  <a:pt x="986" y="1426"/>
                </a:cubicBezTo>
                <a:cubicBezTo>
                  <a:pt x="1009" y="1450"/>
                  <a:pt x="1047" y="1450"/>
                  <a:pt x="1071" y="1426"/>
                </a:cubicBezTo>
                <a:cubicBezTo>
                  <a:pt x="1148" y="1349"/>
                  <a:pt x="1148" y="1349"/>
                  <a:pt x="1148" y="1349"/>
                </a:cubicBezTo>
                <a:cubicBezTo>
                  <a:pt x="1226" y="1426"/>
                  <a:pt x="1226" y="1426"/>
                  <a:pt x="1226" y="1426"/>
                </a:cubicBezTo>
                <a:cubicBezTo>
                  <a:pt x="1237" y="1438"/>
                  <a:pt x="1253" y="1444"/>
                  <a:pt x="1268" y="1444"/>
                </a:cubicBezTo>
                <a:cubicBezTo>
                  <a:pt x="1280" y="1444"/>
                  <a:pt x="1291" y="1440"/>
                  <a:pt x="1302" y="1434"/>
                </a:cubicBezTo>
                <a:cubicBezTo>
                  <a:pt x="1414" y="1359"/>
                  <a:pt x="1414" y="1359"/>
                  <a:pt x="1414" y="1359"/>
                </a:cubicBezTo>
                <a:cubicBezTo>
                  <a:pt x="1868" y="1928"/>
                  <a:pt x="1868" y="1928"/>
                  <a:pt x="1868" y="1928"/>
                </a:cubicBezTo>
                <a:lnTo>
                  <a:pt x="189" y="192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2" name="Freeform 44">
            <a:extLst>
              <a:ext uri="{FF2B5EF4-FFF2-40B4-BE49-F238E27FC236}">
                <a16:creationId xmlns:a16="http://schemas.microsoft.com/office/drawing/2014/main" id="{F9128A75-B850-46C2-8A7B-FBB46C81E742}"/>
              </a:ext>
            </a:extLst>
          </p:cNvPr>
          <p:cNvSpPr>
            <a:spLocks noEditPoints="1"/>
          </p:cNvSpPr>
          <p:nvPr/>
        </p:nvSpPr>
        <p:spPr bwMode="auto">
          <a:xfrm>
            <a:off x="8515652" y="5432384"/>
            <a:ext cx="449212" cy="368478"/>
          </a:xfrm>
          <a:custGeom>
            <a:avLst/>
            <a:gdLst>
              <a:gd name="T0" fmla="*/ 1024 w 2048"/>
              <a:gd name="T1" fmla="*/ 720 h 1680"/>
              <a:gd name="T2" fmla="*/ 1024 w 2048"/>
              <a:gd name="T3" fmla="*/ 840 h 1680"/>
              <a:gd name="T4" fmla="*/ 2048 w 2048"/>
              <a:gd name="T5" fmla="*/ 720 h 1680"/>
              <a:gd name="T6" fmla="*/ 1808 w 2048"/>
              <a:gd name="T7" fmla="*/ 1260 h 1680"/>
              <a:gd name="T8" fmla="*/ 1452 w 2048"/>
              <a:gd name="T9" fmla="*/ 1299 h 1680"/>
              <a:gd name="T10" fmla="*/ 963 w 2048"/>
              <a:gd name="T11" fmla="*/ 1608 h 1680"/>
              <a:gd name="T12" fmla="*/ 904 w 2048"/>
              <a:gd name="T13" fmla="*/ 1680 h 1680"/>
              <a:gd name="T14" fmla="*/ 485 w 2048"/>
              <a:gd name="T15" fmla="*/ 1632 h 1680"/>
              <a:gd name="T16" fmla="*/ 180 w 2048"/>
              <a:gd name="T17" fmla="*/ 1080 h 1680"/>
              <a:gd name="T18" fmla="*/ 0 w 2048"/>
              <a:gd name="T19" fmla="*/ 540 h 1680"/>
              <a:gd name="T20" fmla="*/ 784 w 2048"/>
              <a:gd name="T21" fmla="*/ 360 h 1680"/>
              <a:gd name="T22" fmla="*/ 1628 w 2048"/>
              <a:gd name="T23" fmla="*/ 0 h 1680"/>
              <a:gd name="T24" fmla="*/ 1808 w 2048"/>
              <a:gd name="T25" fmla="*/ 480 h 1680"/>
              <a:gd name="T26" fmla="*/ 724 w 2048"/>
              <a:gd name="T27" fmla="*/ 960 h 1680"/>
              <a:gd name="T28" fmla="*/ 604 w 2048"/>
              <a:gd name="T29" fmla="*/ 480 h 1680"/>
              <a:gd name="T30" fmla="*/ 544 w 2048"/>
              <a:gd name="T31" fmla="*/ 720 h 1680"/>
              <a:gd name="T32" fmla="*/ 484 w 2048"/>
              <a:gd name="T33" fmla="*/ 480 h 1680"/>
              <a:gd name="T34" fmla="*/ 364 w 2048"/>
              <a:gd name="T35" fmla="*/ 660 h 1680"/>
              <a:gd name="T36" fmla="*/ 244 w 2048"/>
              <a:gd name="T37" fmla="*/ 660 h 1680"/>
              <a:gd name="T38" fmla="*/ 180 w 2048"/>
              <a:gd name="T39" fmla="*/ 480 h 1680"/>
              <a:gd name="T40" fmla="*/ 120 w 2048"/>
              <a:gd name="T41" fmla="*/ 900 h 1680"/>
              <a:gd name="T42" fmla="*/ 724 w 2048"/>
              <a:gd name="T43" fmla="*/ 960 h 1680"/>
              <a:gd name="T44" fmla="*/ 735 w 2048"/>
              <a:gd name="T45" fmla="*/ 1080 h 1680"/>
              <a:gd name="T46" fmla="*/ 593 w 2048"/>
              <a:gd name="T47" fmla="*/ 1560 h 1680"/>
              <a:gd name="T48" fmla="*/ 1448 w 2048"/>
              <a:gd name="T49" fmla="*/ 276 h 1680"/>
              <a:gd name="T50" fmla="*/ 844 w 2048"/>
              <a:gd name="T51" fmla="*/ 961 h 1680"/>
              <a:gd name="T52" fmla="*/ 1448 w 2048"/>
              <a:gd name="T53" fmla="*/ 276 h 1680"/>
              <a:gd name="T54" fmla="*/ 1628 w 2048"/>
              <a:gd name="T55" fmla="*/ 120 h 1680"/>
              <a:gd name="T56" fmla="*/ 1568 w 2048"/>
              <a:gd name="T57" fmla="*/ 1260 h 1680"/>
              <a:gd name="T58" fmla="*/ 1688 w 2048"/>
              <a:gd name="T59" fmla="*/ 1260 h 1680"/>
              <a:gd name="T60" fmla="*/ 1928 w 2048"/>
              <a:gd name="T61" fmla="*/ 720 h 1680"/>
              <a:gd name="T62" fmla="*/ 1808 w 2048"/>
              <a:gd name="T63" fmla="*/ 840 h 16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048" h="1680">
                <a:moveTo>
                  <a:pt x="964" y="780"/>
                </a:moveTo>
                <a:cubicBezTo>
                  <a:pt x="964" y="747"/>
                  <a:pt x="991" y="720"/>
                  <a:pt x="1024" y="720"/>
                </a:cubicBezTo>
                <a:cubicBezTo>
                  <a:pt x="1057" y="720"/>
                  <a:pt x="1084" y="747"/>
                  <a:pt x="1084" y="780"/>
                </a:cubicBezTo>
                <a:cubicBezTo>
                  <a:pt x="1084" y="813"/>
                  <a:pt x="1057" y="840"/>
                  <a:pt x="1024" y="840"/>
                </a:cubicBezTo>
                <a:cubicBezTo>
                  <a:pt x="991" y="840"/>
                  <a:pt x="964" y="813"/>
                  <a:pt x="964" y="780"/>
                </a:cubicBezTo>
                <a:close/>
                <a:moveTo>
                  <a:pt x="2048" y="720"/>
                </a:moveTo>
                <a:cubicBezTo>
                  <a:pt x="2048" y="852"/>
                  <a:pt x="1940" y="960"/>
                  <a:pt x="1808" y="960"/>
                </a:cubicBezTo>
                <a:cubicBezTo>
                  <a:pt x="1808" y="1260"/>
                  <a:pt x="1808" y="1260"/>
                  <a:pt x="1808" y="1260"/>
                </a:cubicBezTo>
                <a:cubicBezTo>
                  <a:pt x="1808" y="1359"/>
                  <a:pt x="1727" y="1440"/>
                  <a:pt x="1628" y="1440"/>
                </a:cubicBezTo>
                <a:cubicBezTo>
                  <a:pt x="1542" y="1440"/>
                  <a:pt x="1470" y="1380"/>
                  <a:pt x="1452" y="1299"/>
                </a:cubicBezTo>
                <a:cubicBezTo>
                  <a:pt x="1267" y="1218"/>
                  <a:pt x="1124" y="1104"/>
                  <a:pt x="858" y="1083"/>
                </a:cubicBezTo>
                <a:cubicBezTo>
                  <a:pt x="963" y="1608"/>
                  <a:pt x="963" y="1608"/>
                  <a:pt x="963" y="1608"/>
                </a:cubicBezTo>
                <a:cubicBezTo>
                  <a:pt x="966" y="1626"/>
                  <a:pt x="962" y="1644"/>
                  <a:pt x="950" y="1658"/>
                </a:cubicBezTo>
                <a:cubicBezTo>
                  <a:pt x="939" y="1672"/>
                  <a:pt x="922" y="1680"/>
                  <a:pt x="904" y="1680"/>
                </a:cubicBezTo>
                <a:cubicBezTo>
                  <a:pt x="544" y="1680"/>
                  <a:pt x="544" y="1680"/>
                  <a:pt x="544" y="1680"/>
                </a:cubicBezTo>
                <a:cubicBezTo>
                  <a:pt x="515" y="1680"/>
                  <a:pt x="491" y="1660"/>
                  <a:pt x="485" y="1632"/>
                </a:cubicBezTo>
                <a:cubicBezTo>
                  <a:pt x="375" y="1080"/>
                  <a:pt x="375" y="1080"/>
                  <a:pt x="375" y="1080"/>
                </a:cubicBezTo>
                <a:cubicBezTo>
                  <a:pt x="180" y="1080"/>
                  <a:pt x="180" y="1080"/>
                  <a:pt x="180" y="1080"/>
                </a:cubicBezTo>
                <a:cubicBezTo>
                  <a:pt x="81" y="1080"/>
                  <a:pt x="0" y="999"/>
                  <a:pt x="0" y="900"/>
                </a:cubicBezTo>
                <a:cubicBezTo>
                  <a:pt x="0" y="540"/>
                  <a:pt x="0" y="540"/>
                  <a:pt x="0" y="540"/>
                </a:cubicBezTo>
                <a:cubicBezTo>
                  <a:pt x="0" y="441"/>
                  <a:pt x="81" y="360"/>
                  <a:pt x="180" y="360"/>
                </a:cubicBezTo>
                <a:cubicBezTo>
                  <a:pt x="784" y="360"/>
                  <a:pt x="784" y="360"/>
                  <a:pt x="784" y="360"/>
                </a:cubicBezTo>
                <a:cubicBezTo>
                  <a:pt x="1097" y="360"/>
                  <a:pt x="1276" y="214"/>
                  <a:pt x="1452" y="140"/>
                </a:cubicBezTo>
                <a:cubicBezTo>
                  <a:pt x="1470" y="60"/>
                  <a:pt x="1542" y="0"/>
                  <a:pt x="1628" y="0"/>
                </a:cubicBezTo>
                <a:cubicBezTo>
                  <a:pt x="1727" y="0"/>
                  <a:pt x="1808" y="81"/>
                  <a:pt x="1808" y="180"/>
                </a:cubicBezTo>
                <a:cubicBezTo>
                  <a:pt x="1808" y="480"/>
                  <a:pt x="1808" y="480"/>
                  <a:pt x="1808" y="480"/>
                </a:cubicBezTo>
                <a:cubicBezTo>
                  <a:pt x="1940" y="480"/>
                  <a:pt x="2048" y="587"/>
                  <a:pt x="2048" y="720"/>
                </a:cubicBezTo>
                <a:close/>
                <a:moveTo>
                  <a:pt x="724" y="960"/>
                </a:moveTo>
                <a:cubicBezTo>
                  <a:pt x="724" y="480"/>
                  <a:pt x="724" y="480"/>
                  <a:pt x="724" y="480"/>
                </a:cubicBezTo>
                <a:cubicBezTo>
                  <a:pt x="604" y="480"/>
                  <a:pt x="604" y="480"/>
                  <a:pt x="604" y="480"/>
                </a:cubicBezTo>
                <a:cubicBezTo>
                  <a:pt x="604" y="660"/>
                  <a:pt x="604" y="660"/>
                  <a:pt x="604" y="660"/>
                </a:cubicBezTo>
                <a:cubicBezTo>
                  <a:pt x="604" y="693"/>
                  <a:pt x="577" y="720"/>
                  <a:pt x="544" y="720"/>
                </a:cubicBezTo>
                <a:cubicBezTo>
                  <a:pt x="511" y="720"/>
                  <a:pt x="484" y="693"/>
                  <a:pt x="484" y="660"/>
                </a:cubicBezTo>
                <a:cubicBezTo>
                  <a:pt x="484" y="480"/>
                  <a:pt x="484" y="480"/>
                  <a:pt x="484" y="480"/>
                </a:cubicBezTo>
                <a:cubicBezTo>
                  <a:pt x="364" y="480"/>
                  <a:pt x="364" y="480"/>
                  <a:pt x="364" y="480"/>
                </a:cubicBezTo>
                <a:cubicBezTo>
                  <a:pt x="364" y="660"/>
                  <a:pt x="364" y="660"/>
                  <a:pt x="364" y="660"/>
                </a:cubicBezTo>
                <a:cubicBezTo>
                  <a:pt x="364" y="693"/>
                  <a:pt x="337" y="720"/>
                  <a:pt x="304" y="720"/>
                </a:cubicBezTo>
                <a:cubicBezTo>
                  <a:pt x="271" y="720"/>
                  <a:pt x="244" y="693"/>
                  <a:pt x="244" y="660"/>
                </a:cubicBezTo>
                <a:cubicBezTo>
                  <a:pt x="244" y="480"/>
                  <a:pt x="244" y="480"/>
                  <a:pt x="244" y="480"/>
                </a:cubicBezTo>
                <a:cubicBezTo>
                  <a:pt x="180" y="480"/>
                  <a:pt x="180" y="480"/>
                  <a:pt x="180" y="480"/>
                </a:cubicBezTo>
                <a:cubicBezTo>
                  <a:pt x="147" y="480"/>
                  <a:pt x="120" y="507"/>
                  <a:pt x="120" y="540"/>
                </a:cubicBezTo>
                <a:cubicBezTo>
                  <a:pt x="120" y="900"/>
                  <a:pt x="120" y="900"/>
                  <a:pt x="120" y="900"/>
                </a:cubicBezTo>
                <a:cubicBezTo>
                  <a:pt x="120" y="933"/>
                  <a:pt x="147" y="960"/>
                  <a:pt x="180" y="960"/>
                </a:cubicBezTo>
                <a:lnTo>
                  <a:pt x="724" y="960"/>
                </a:lnTo>
                <a:close/>
                <a:moveTo>
                  <a:pt x="831" y="1560"/>
                </a:moveTo>
                <a:cubicBezTo>
                  <a:pt x="735" y="1080"/>
                  <a:pt x="735" y="1080"/>
                  <a:pt x="735" y="1080"/>
                </a:cubicBezTo>
                <a:cubicBezTo>
                  <a:pt x="497" y="1080"/>
                  <a:pt x="497" y="1080"/>
                  <a:pt x="497" y="1080"/>
                </a:cubicBezTo>
                <a:cubicBezTo>
                  <a:pt x="593" y="1560"/>
                  <a:pt x="593" y="1560"/>
                  <a:pt x="593" y="1560"/>
                </a:cubicBezTo>
                <a:lnTo>
                  <a:pt x="831" y="1560"/>
                </a:lnTo>
                <a:close/>
                <a:moveTo>
                  <a:pt x="1448" y="276"/>
                </a:moveTo>
                <a:cubicBezTo>
                  <a:pt x="1318" y="331"/>
                  <a:pt x="1146" y="461"/>
                  <a:pt x="844" y="478"/>
                </a:cubicBezTo>
                <a:cubicBezTo>
                  <a:pt x="844" y="961"/>
                  <a:pt x="844" y="961"/>
                  <a:pt x="844" y="961"/>
                </a:cubicBezTo>
                <a:cubicBezTo>
                  <a:pt x="1146" y="979"/>
                  <a:pt x="1318" y="1108"/>
                  <a:pt x="1448" y="1163"/>
                </a:cubicBezTo>
                <a:lnTo>
                  <a:pt x="1448" y="276"/>
                </a:lnTo>
                <a:close/>
                <a:moveTo>
                  <a:pt x="1688" y="180"/>
                </a:moveTo>
                <a:cubicBezTo>
                  <a:pt x="1688" y="147"/>
                  <a:pt x="1661" y="120"/>
                  <a:pt x="1628" y="120"/>
                </a:cubicBezTo>
                <a:cubicBezTo>
                  <a:pt x="1595" y="120"/>
                  <a:pt x="1568" y="147"/>
                  <a:pt x="1568" y="180"/>
                </a:cubicBezTo>
                <a:cubicBezTo>
                  <a:pt x="1568" y="1260"/>
                  <a:pt x="1568" y="1260"/>
                  <a:pt x="1568" y="1260"/>
                </a:cubicBezTo>
                <a:cubicBezTo>
                  <a:pt x="1568" y="1293"/>
                  <a:pt x="1595" y="1320"/>
                  <a:pt x="1628" y="1320"/>
                </a:cubicBezTo>
                <a:cubicBezTo>
                  <a:pt x="1661" y="1320"/>
                  <a:pt x="1688" y="1293"/>
                  <a:pt x="1688" y="1260"/>
                </a:cubicBezTo>
                <a:lnTo>
                  <a:pt x="1688" y="180"/>
                </a:lnTo>
                <a:close/>
                <a:moveTo>
                  <a:pt x="1928" y="720"/>
                </a:moveTo>
                <a:cubicBezTo>
                  <a:pt x="1928" y="654"/>
                  <a:pt x="1874" y="600"/>
                  <a:pt x="1808" y="600"/>
                </a:cubicBezTo>
                <a:cubicBezTo>
                  <a:pt x="1808" y="840"/>
                  <a:pt x="1808" y="840"/>
                  <a:pt x="1808" y="840"/>
                </a:cubicBezTo>
                <a:cubicBezTo>
                  <a:pt x="1874" y="840"/>
                  <a:pt x="1928" y="786"/>
                  <a:pt x="1928" y="72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601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56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/>
              <a:t>Icon pack</a:t>
            </a:r>
            <a:endParaRPr/>
          </a:p>
        </p:txBody>
      </p:sp>
      <p:grpSp>
        <p:nvGrpSpPr>
          <p:cNvPr id="636" name="Google Shape;636;p56"/>
          <p:cNvGrpSpPr/>
          <p:nvPr/>
        </p:nvGrpSpPr>
        <p:grpSpPr>
          <a:xfrm>
            <a:off x="10726197" y="5285194"/>
            <a:ext cx="494252" cy="505417"/>
            <a:chOff x="8044647" y="3963895"/>
            <a:chExt cx="370689" cy="379063"/>
          </a:xfrm>
        </p:grpSpPr>
        <p:sp>
          <p:nvSpPr>
            <p:cNvPr id="637" name="Google Shape;637;p56"/>
            <p:cNvSpPr/>
            <p:nvPr/>
          </p:nvSpPr>
          <p:spPr>
            <a:xfrm>
              <a:off x="8307171" y="4030774"/>
              <a:ext cx="89199" cy="89227"/>
            </a:xfrm>
            <a:custGeom>
              <a:avLst/>
              <a:gdLst/>
              <a:ahLst/>
              <a:cxnLst/>
              <a:rect l="l" t="t" r="r" b="b"/>
              <a:pathLst>
                <a:path w="3217" h="3218" extrusionOk="0">
                  <a:moveTo>
                    <a:pt x="1609" y="1"/>
                  </a:moveTo>
                  <a:cubicBezTo>
                    <a:pt x="721" y="1"/>
                    <a:pt x="1" y="721"/>
                    <a:pt x="1" y="1609"/>
                  </a:cubicBezTo>
                  <a:cubicBezTo>
                    <a:pt x="1" y="2497"/>
                    <a:pt x="721" y="3218"/>
                    <a:pt x="1609" y="3218"/>
                  </a:cubicBezTo>
                  <a:cubicBezTo>
                    <a:pt x="2498" y="3218"/>
                    <a:pt x="3216" y="2497"/>
                    <a:pt x="3216" y="1609"/>
                  </a:cubicBezTo>
                  <a:cubicBezTo>
                    <a:pt x="3216" y="721"/>
                    <a:pt x="2498" y="1"/>
                    <a:pt x="16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56"/>
            <p:cNvSpPr/>
            <p:nvPr/>
          </p:nvSpPr>
          <p:spPr>
            <a:xfrm>
              <a:off x="8044647" y="4205679"/>
              <a:ext cx="257588" cy="137279"/>
            </a:xfrm>
            <a:custGeom>
              <a:avLst/>
              <a:gdLst/>
              <a:ahLst/>
              <a:cxnLst/>
              <a:rect l="l" t="t" r="r" b="b"/>
              <a:pathLst>
                <a:path w="9290" h="4951" extrusionOk="0">
                  <a:moveTo>
                    <a:pt x="7039" y="1"/>
                  </a:moveTo>
                  <a:cubicBezTo>
                    <a:pt x="6608" y="331"/>
                    <a:pt x="6364" y="555"/>
                    <a:pt x="5850" y="555"/>
                  </a:cubicBezTo>
                  <a:cubicBezTo>
                    <a:pt x="5140" y="555"/>
                    <a:pt x="5031" y="125"/>
                    <a:pt x="4645" y="125"/>
                  </a:cubicBezTo>
                  <a:cubicBezTo>
                    <a:pt x="4261" y="125"/>
                    <a:pt x="4148" y="555"/>
                    <a:pt x="3438" y="555"/>
                  </a:cubicBezTo>
                  <a:cubicBezTo>
                    <a:pt x="2963" y="555"/>
                    <a:pt x="2740" y="378"/>
                    <a:pt x="2246" y="7"/>
                  </a:cubicBezTo>
                  <a:lnTo>
                    <a:pt x="1" y="4951"/>
                  </a:lnTo>
                  <a:lnTo>
                    <a:pt x="9289" y="4951"/>
                  </a:lnTo>
                  <a:lnTo>
                    <a:pt x="703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56"/>
            <p:cNvSpPr/>
            <p:nvPr/>
          </p:nvSpPr>
          <p:spPr>
            <a:xfrm>
              <a:off x="8116516" y="3963895"/>
              <a:ext cx="157631" cy="234852"/>
            </a:xfrm>
            <a:custGeom>
              <a:avLst/>
              <a:gdLst/>
              <a:ahLst/>
              <a:cxnLst/>
              <a:rect l="l" t="t" r="r" b="b"/>
              <a:pathLst>
                <a:path w="5685" h="8470" extrusionOk="0">
                  <a:moveTo>
                    <a:pt x="1653" y="1"/>
                  </a:moveTo>
                  <a:lnTo>
                    <a:pt x="1653" y="4423"/>
                  </a:lnTo>
                  <a:lnTo>
                    <a:pt x="0" y="7982"/>
                  </a:lnTo>
                  <a:lnTo>
                    <a:pt x="389" y="8268"/>
                  </a:lnTo>
                  <a:cubicBezTo>
                    <a:pt x="582" y="8397"/>
                    <a:pt x="636" y="8470"/>
                    <a:pt x="849" y="8470"/>
                  </a:cubicBezTo>
                  <a:cubicBezTo>
                    <a:pt x="1238" y="8470"/>
                    <a:pt x="1340" y="8042"/>
                    <a:pt x="2054" y="8042"/>
                  </a:cubicBezTo>
                  <a:cubicBezTo>
                    <a:pt x="2770" y="8042"/>
                    <a:pt x="2870" y="8470"/>
                    <a:pt x="3260" y="8470"/>
                  </a:cubicBezTo>
                  <a:cubicBezTo>
                    <a:pt x="3441" y="8470"/>
                    <a:pt x="3492" y="8455"/>
                    <a:pt x="4103" y="7971"/>
                  </a:cubicBezTo>
                  <a:lnTo>
                    <a:pt x="2453" y="4423"/>
                  </a:lnTo>
                  <a:lnTo>
                    <a:pt x="2456" y="3204"/>
                  </a:lnTo>
                  <a:lnTo>
                    <a:pt x="5685" y="3204"/>
                  </a:lnTo>
                  <a:lnTo>
                    <a:pt x="568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56"/>
            <p:cNvSpPr/>
            <p:nvPr/>
          </p:nvSpPr>
          <p:spPr>
            <a:xfrm>
              <a:off x="8248943" y="4108023"/>
              <a:ext cx="104034" cy="134284"/>
            </a:xfrm>
            <a:custGeom>
              <a:avLst/>
              <a:gdLst/>
              <a:ahLst/>
              <a:cxnLst/>
              <a:rect l="l" t="t" r="r" b="b"/>
              <a:pathLst>
                <a:path w="3752" h="4843" extrusionOk="0">
                  <a:moveTo>
                    <a:pt x="1300" y="1"/>
                  </a:moveTo>
                  <a:lnTo>
                    <a:pt x="0" y="2293"/>
                  </a:lnTo>
                  <a:lnTo>
                    <a:pt x="1061" y="4623"/>
                  </a:lnTo>
                  <a:cubicBezTo>
                    <a:pt x="1240" y="4490"/>
                    <a:pt x="1456" y="4412"/>
                    <a:pt x="1687" y="4412"/>
                  </a:cubicBezTo>
                  <a:cubicBezTo>
                    <a:pt x="1938" y="4412"/>
                    <a:pt x="2206" y="4505"/>
                    <a:pt x="2462" y="4724"/>
                  </a:cubicBezTo>
                  <a:cubicBezTo>
                    <a:pt x="2574" y="4820"/>
                    <a:pt x="2605" y="4842"/>
                    <a:pt x="2704" y="4842"/>
                  </a:cubicBezTo>
                  <a:cubicBezTo>
                    <a:pt x="2961" y="4842"/>
                    <a:pt x="3075" y="4414"/>
                    <a:pt x="3709" y="4414"/>
                  </a:cubicBezTo>
                  <a:lnTo>
                    <a:pt x="3752" y="4414"/>
                  </a:lnTo>
                  <a:lnTo>
                    <a:pt x="13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56"/>
            <p:cNvSpPr/>
            <p:nvPr/>
          </p:nvSpPr>
          <p:spPr>
            <a:xfrm>
              <a:off x="8287872" y="4252982"/>
              <a:ext cx="127463" cy="89948"/>
            </a:xfrm>
            <a:custGeom>
              <a:avLst/>
              <a:gdLst/>
              <a:ahLst/>
              <a:cxnLst/>
              <a:rect l="l" t="t" r="r" b="b"/>
              <a:pathLst>
                <a:path w="4597" h="3244" extrusionOk="0">
                  <a:moveTo>
                    <a:pt x="2316" y="0"/>
                  </a:moveTo>
                  <a:cubicBezTo>
                    <a:pt x="2207" y="0"/>
                    <a:pt x="2182" y="18"/>
                    <a:pt x="2063" y="120"/>
                  </a:cubicBezTo>
                  <a:cubicBezTo>
                    <a:pt x="1918" y="242"/>
                    <a:pt x="1699" y="429"/>
                    <a:pt x="1300" y="429"/>
                  </a:cubicBezTo>
                  <a:cubicBezTo>
                    <a:pt x="666" y="429"/>
                    <a:pt x="568" y="10"/>
                    <a:pt x="313" y="10"/>
                  </a:cubicBezTo>
                  <a:cubicBezTo>
                    <a:pt x="232" y="10"/>
                    <a:pt x="135" y="52"/>
                    <a:pt x="0" y="163"/>
                  </a:cubicBezTo>
                  <a:lnTo>
                    <a:pt x="1401" y="3243"/>
                  </a:lnTo>
                  <a:lnTo>
                    <a:pt x="4596" y="3243"/>
                  </a:lnTo>
                  <a:lnTo>
                    <a:pt x="2795" y="1"/>
                  </a:lnTo>
                  <a:cubicBezTo>
                    <a:pt x="2712" y="4"/>
                    <a:pt x="2642" y="5"/>
                    <a:pt x="2583" y="5"/>
                  </a:cubicBezTo>
                  <a:cubicBezTo>
                    <a:pt x="2454" y="5"/>
                    <a:pt x="2374" y="0"/>
                    <a:pt x="23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642" name="Google Shape;642;p56"/>
          <p:cNvGrpSpPr/>
          <p:nvPr/>
        </p:nvGrpSpPr>
        <p:grpSpPr>
          <a:xfrm>
            <a:off x="9639722" y="5285453"/>
            <a:ext cx="431809" cy="504825"/>
            <a:chOff x="7229791" y="3964089"/>
            <a:chExt cx="323857" cy="378619"/>
          </a:xfrm>
        </p:grpSpPr>
        <p:sp>
          <p:nvSpPr>
            <p:cNvPr id="643" name="Google Shape;643;p56"/>
            <p:cNvSpPr/>
            <p:nvPr/>
          </p:nvSpPr>
          <p:spPr>
            <a:xfrm>
              <a:off x="7344721" y="4228914"/>
              <a:ext cx="92554" cy="113794"/>
            </a:xfrm>
            <a:custGeom>
              <a:avLst/>
              <a:gdLst/>
              <a:ahLst/>
              <a:cxnLst/>
              <a:rect l="l" t="t" r="r" b="b"/>
              <a:pathLst>
                <a:path w="3338" h="4104" extrusionOk="0">
                  <a:moveTo>
                    <a:pt x="0" y="0"/>
                  </a:moveTo>
                  <a:lnTo>
                    <a:pt x="0" y="4104"/>
                  </a:lnTo>
                  <a:lnTo>
                    <a:pt x="3337" y="1886"/>
                  </a:lnTo>
                  <a:lnTo>
                    <a:pt x="33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56"/>
            <p:cNvSpPr/>
            <p:nvPr/>
          </p:nvSpPr>
          <p:spPr>
            <a:xfrm>
              <a:off x="7229791" y="3964089"/>
              <a:ext cx="323857" cy="161208"/>
            </a:xfrm>
            <a:custGeom>
              <a:avLst/>
              <a:gdLst/>
              <a:ahLst/>
              <a:cxnLst/>
              <a:rect l="l" t="t" r="r" b="b"/>
              <a:pathLst>
                <a:path w="11680" h="5814" extrusionOk="0">
                  <a:moveTo>
                    <a:pt x="5812" y="0"/>
                  </a:moveTo>
                  <a:cubicBezTo>
                    <a:pt x="5128" y="0"/>
                    <a:pt x="4572" y="560"/>
                    <a:pt x="4572" y="1247"/>
                  </a:cubicBezTo>
                  <a:cubicBezTo>
                    <a:pt x="4572" y="1789"/>
                    <a:pt x="4918" y="2252"/>
                    <a:pt x="5399" y="2423"/>
                  </a:cubicBezTo>
                  <a:lnTo>
                    <a:pt x="5399" y="4159"/>
                  </a:lnTo>
                  <a:lnTo>
                    <a:pt x="4572" y="4159"/>
                  </a:lnTo>
                  <a:lnTo>
                    <a:pt x="4572" y="3330"/>
                  </a:lnTo>
                  <a:lnTo>
                    <a:pt x="3744" y="3330"/>
                  </a:lnTo>
                  <a:lnTo>
                    <a:pt x="3744" y="4159"/>
                  </a:lnTo>
                  <a:lnTo>
                    <a:pt x="2917" y="4159"/>
                  </a:lnTo>
                  <a:lnTo>
                    <a:pt x="2917" y="2840"/>
                  </a:lnTo>
                  <a:cubicBezTo>
                    <a:pt x="3421" y="2660"/>
                    <a:pt x="3777" y="2162"/>
                    <a:pt x="3742" y="1586"/>
                  </a:cubicBezTo>
                  <a:cubicBezTo>
                    <a:pt x="3704" y="970"/>
                    <a:pt x="3215" y="466"/>
                    <a:pt x="2598" y="420"/>
                  </a:cubicBezTo>
                  <a:cubicBezTo>
                    <a:pt x="2566" y="418"/>
                    <a:pt x="2534" y="417"/>
                    <a:pt x="2502" y="417"/>
                  </a:cubicBezTo>
                  <a:cubicBezTo>
                    <a:pt x="1818" y="417"/>
                    <a:pt x="1261" y="975"/>
                    <a:pt x="1261" y="1664"/>
                  </a:cubicBezTo>
                  <a:cubicBezTo>
                    <a:pt x="1261" y="2206"/>
                    <a:pt x="1608" y="2669"/>
                    <a:pt x="2088" y="2840"/>
                  </a:cubicBezTo>
                  <a:lnTo>
                    <a:pt x="2088" y="4159"/>
                  </a:lnTo>
                  <a:lnTo>
                    <a:pt x="1" y="4159"/>
                  </a:lnTo>
                  <a:lnTo>
                    <a:pt x="1355" y="5814"/>
                  </a:lnTo>
                  <a:lnTo>
                    <a:pt x="10325" y="5814"/>
                  </a:lnTo>
                  <a:lnTo>
                    <a:pt x="11679" y="4159"/>
                  </a:lnTo>
                  <a:lnTo>
                    <a:pt x="9564" y="4159"/>
                  </a:lnTo>
                  <a:lnTo>
                    <a:pt x="9564" y="2845"/>
                  </a:lnTo>
                  <a:cubicBezTo>
                    <a:pt x="10066" y="2667"/>
                    <a:pt x="10421" y="2175"/>
                    <a:pt x="10389" y="1604"/>
                  </a:cubicBezTo>
                  <a:cubicBezTo>
                    <a:pt x="10354" y="987"/>
                    <a:pt x="9862" y="485"/>
                    <a:pt x="9245" y="438"/>
                  </a:cubicBezTo>
                  <a:cubicBezTo>
                    <a:pt x="9214" y="435"/>
                    <a:pt x="9182" y="434"/>
                    <a:pt x="9151" y="434"/>
                  </a:cubicBezTo>
                  <a:cubicBezTo>
                    <a:pt x="8466" y="434"/>
                    <a:pt x="7909" y="991"/>
                    <a:pt x="7909" y="1675"/>
                  </a:cubicBezTo>
                  <a:cubicBezTo>
                    <a:pt x="7909" y="2216"/>
                    <a:pt x="8255" y="2676"/>
                    <a:pt x="8737" y="2845"/>
                  </a:cubicBezTo>
                  <a:lnTo>
                    <a:pt x="8737" y="4159"/>
                  </a:lnTo>
                  <a:lnTo>
                    <a:pt x="7909" y="4159"/>
                  </a:lnTo>
                  <a:lnTo>
                    <a:pt x="7909" y="3330"/>
                  </a:lnTo>
                  <a:lnTo>
                    <a:pt x="7082" y="3330"/>
                  </a:lnTo>
                  <a:lnTo>
                    <a:pt x="7082" y="4159"/>
                  </a:lnTo>
                  <a:lnTo>
                    <a:pt x="6227" y="4159"/>
                  </a:lnTo>
                  <a:lnTo>
                    <a:pt x="6227" y="2423"/>
                  </a:lnTo>
                  <a:cubicBezTo>
                    <a:pt x="6731" y="2243"/>
                    <a:pt x="7088" y="1745"/>
                    <a:pt x="7053" y="1171"/>
                  </a:cubicBezTo>
                  <a:cubicBezTo>
                    <a:pt x="7015" y="555"/>
                    <a:pt x="6525" y="51"/>
                    <a:pt x="5909" y="4"/>
                  </a:cubicBezTo>
                  <a:cubicBezTo>
                    <a:pt x="5876" y="1"/>
                    <a:pt x="5844" y="0"/>
                    <a:pt x="58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45" name="Google Shape;645;p56"/>
            <p:cNvSpPr/>
            <p:nvPr/>
          </p:nvSpPr>
          <p:spPr>
            <a:xfrm>
              <a:off x="7284913" y="4148200"/>
              <a:ext cx="212531" cy="57812"/>
            </a:xfrm>
            <a:custGeom>
              <a:avLst/>
              <a:gdLst/>
              <a:ahLst/>
              <a:cxnLst/>
              <a:rect l="l" t="t" r="r" b="b"/>
              <a:pathLst>
                <a:path w="7665" h="2085" extrusionOk="0">
                  <a:moveTo>
                    <a:pt x="1" y="1"/>
                  </a:moveTo>
                  <a:lnTo>
                    <a:pt x="1704" y="2084"/>
                  </a:lnTo>
                  <a:lnTo>
                    <a:pt x="5962" y="2084"/>
                  </a:lnTo>
                  <a:lnTo>
                    <a:pt x="76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646" name="Google Shape;646;p56"/>
          <p:cNvGrpSpPr/>
          <p:nvPr/>
        </p:nvGrpSpPr>
        <p:grpSpPr>
          <a:xfrm>
            <a:off x="8563747" y="5285194"/>
            <a:ext cx="505343" cy="505380"/>
            <a:chOff x="6422810" y="3963895"/>
            <a:chExt cx="379007" cy="379035"/>
          </a:xfrm>
        </p:grpSpPr>
        <p:sp>
          <p:nvSpPr>
            <p:cNvPr id="647" name="Google Shape;647;p56"/>
            <p:cNvSpPr/>
            <p:nvPr/>
          </p:nvSpPr>
          <p:spPr>
            <a:xfrm>
              <a:off x="6489439" y="4120084"/>
              <a:ext cx="22210" cy="22237"/>
            </a:xfrm>
            <a:custGeom>
              <a:avLst/>
              <a:gdLst/>
              <a:ahLst/>
              <a:cxnLst/>
              <a:rect l="l" t="t" r="r" b="b"/>
              <a:pathLst>
                <a:path w="801" h="802" extrusionOk="0">
                  <a:moveTo>
                    <a:pt x="0" y="1"/>
                  </a:moveTo>
                  <a:lnTo>
                    <a:pt x="0" y="802"/>
                  </a:lnTo>
                  <a:lnTo>
                    <a:pt x="801" y="802"/>
                  </a:lnTo>
                  <a:lnTo>
                    <a:pt x="8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56"/>
            <p:cNvSpPr/>
            <p:nvPr/>
          </p:nvSpPr>
          <p:spPr>
            <a:xfrm>
              <a:off x="6712618" y="4120139"/>
              <a:ext cx="22321" cy="22293"/>
            </a:xfrm>
            <a:custGeom>
              <a:avLst/>
              <a:gdLst/>
              <a:ahLst/>
              <a:cxnLst/>
              <a:rect l="l" t="t" r="r" b="b"/>
              <a:pathLst>
                <a:path w="805" h="804" extrusionOk="0">
                  <a:moveTo>
                    <a:pt x="403" y="0"/>
                  </a:moveTo>
                  <a:cubicBezTo>
                    <a:pt x="181" y="0"/>
                    <a:pt x="1" y="180"/>
                    <a:pt x="1" y="402"/>
                  </a:cubicBezTo>
                  <a:cubicBezTo>
                    <a:pt x="1" y="624"/>
                    <a:pt x="181" y="804"/>
                    <a:pt x="403" y="804"/>
                  </a:cubicBezTo>
                  <a:cubicBezTo>
                    <a:pt x="625" y="804"/>
                    <a:pt x="804" y="624"/>
                    <a:pt x="804" y="402"/>
                  </a:cubicBezTo>
                  <a:cubicBezTo>
                    <a:pt x="804" y="180"/>
                    <a:pt x="625" y="0"/>
                    <a:pt x="4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56"/>
            <p:cNvSpPr/>
            <p:nvPr/>
          </p:nvSpPr>
          <p:spPr>
            <a:xfrm>
              <a:off x="6422810" y="3963895"/>
              <a:ext cx="379007" cy="88867"/>
            </a:xfrm>
            <a:custGeom>
              <a:avLst/>
              <a:gdLst/>
              <a:ahLst/>
              <a:cxnLst/>
              <a:rect l="l" t="t" r="r" b="b"/>
              <a:pathLst>
                <a:path w="13669" h="3205" extrusionOk="0">
                  <a:moveTo>
                    <a:pt x="2403" y="1203"/>
                  </a:moveTo>
                  <a:lnTo>
                    <a:pt x="2403" y="2004"/>
                  </a:lnTo>
                  <a:lnTo>
                    <a:pt x="1601" y="2004"/>
                  </a:lnTo>
                  <a:lnTo>
                    <a:pt x="1601" y="1203"/>
                  </a:lnTo>
                  <a:close/>
                  <a:moveTo>
                    <a:pt x="4031" y="1203"/>
                  </a:moveTo>
                  <a:lnTo>
                    <a:pt x="4031" y="2004"/>
                  </a:lnTo>
                  <a:lnTo>
                    <a:pt x="3230" y="2004"/>
                  </a:lnTo>
                  <a:lnTo>
                    <a:pt x="3230" y="1203"/>
                  </a:lnTo>
                  <a:close/>
                  <a:moveTo>
                    <a:pt x="5633" y="1203"/>
                  </a:moveTo>
                  <a:lnTo>
                    <a:pt x="5633" y="2004"/>
                  </a:lnTo>
                  <a:lnTo>
                    <a:pt x="4831" y="2004"/>
                  </a:lnTo>
                  <a:lnTo>
                    <a:pt x="4831" y="1203"/>
                  </a:lnTo>
                  <a:close/>
                  <a:moveTo>
                    <a:pt x="0" y="1"/>
                  </a:moveTo>
                  <a:lnTo>
                    <a:pt x="0" y="3204"/>
                  </a:lnTo>
                  <a:lnTo>
                    <a:pt x="13668" y="3204"/>
                  </a:lnTo>
                  <a:lnTo>
                    <a:pt x="136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56"/>
            <p:cNvSpPr/>
            <p:nvPr/>
          </p:nvSpPr>
          <p:spPr>
            <a:xfrm>
              <a:off x="6489689" y="4253897"/>
              <a:ext cx="22293" cy="22293"/>
            </a:xfrm>
            <a:custGeom>
              <a:avLst/>
              <a:gdLst/>
              <a:ahLst/>
              <a:cxnLst/>
              <a:rect l="l" t="t" r="r" b="b"/>
              <a:pathLst>
                <a:path w="804" h="804" extrusionOk="0">
                  <a:moveTo>
                    <a:pt x="402" y="0"/>
                  </a:moveTo>
                  <a:cubicBezTo>
                    <a:pt x="180" y="0"/>
                    <a:pt x="0" y="180"/>
                    <a:pt x="0" y="402"/>
                  </a:cubicBezTo>
                  <a:cubicBezTo>
                    <a:pt x="0" y="624"/>
                    <a:pt x="180" y="804"/>
                    <a:pt x="402" y="804"/>
                  </a:cubicBezTo>
                  <a:cubicBezTo>
                    <a:pt x="624" y="804"/>
                    <a:pt x="804" y="624"/>
                    <a:pt x="804" y="402"/>
                  </a:cubicBezTo>
                  <a:cubicBezTo>
                    <a:pt x="804" y="180"/>
                    <a:pt x="624" y="0"/>
                    <a:pt x="4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56"/>
            <p:cNvSpPr/>
            <p:nvPr/>
          </p:nvSpPr>
          <p:spPr>
            <a:xfrm>
              <a:off x="6578999" y="4186741"/>
              <a:ext cx="66629" cy="22210"/>
            </a:xfrm>
            <a:custGeom>
              <a:avLst/>
              <a:gdLst/>
              <a:ahLst/>
              <a:cxnLst/>
              <a:rect l="l" t="t" r="r" b="b"/>
              <a:pathLst>
                <a:path w="2403" h="801" extrusionOk="0">
                  <a:moveTo>
                    <a:pt x="0" y="0"/>
                  </a:moveTo>
                  <a:lnTo>
                    <a:pt x="0" y="801"/>
                  </a:lnTo>
                  <a:lnTo>
                    <a:pt x="2402" y="801"/>
                  </a:lnTo>
                  <a:lnTo>
                    <a:pt x="24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56"/>
            <p:cNvSpPr/>
            <p:nvPr/>
          </p:nvSpPr>
          <p:spPr>
            <a:xfrm>
              <a:off x="6422810" y="4075692"/>
              <a:ext cx="379007" cy="267238"/>
            </a:xfrm>
            <a:custGeom>
              <a:avLst/>
              <a:gdLst/>
              <a:ahLst/>
              <a:cxnLst/>
              <a:rect l="l" t="t" r="r" b="b"/>
              <a:pathLst>
                <a:path w="13669" h="9638" extrusionOk="0">
                  <a:moveTo>
                    <a:pt x="10855" y="800"/>
                  </a:moveTo>
                  <a:cubicBezTo>
                    <a:pt x="11519" y="800"/>
                    <a:pt x="12060" y="1340"/>
                    <a:pt x="12060" y="2005"/>
                  </a:cubicBezTo>
                  <a:cubicBezTo>
                    <a:pt x="12060" y="2530"/>
                    <a:pt x="11239" y="3142"/>
                    <a:pt x="11239" y="3142"/>
                  </a:cubicBezTo>
                  <a:lnTo>
                    <a:pt x="11239" y="4832"/>
                  </a:lnTo>
                  <a:lnTo>
                    <a:pt x="8836" y="4832"/>
                  </a:lnTo>
                  <a:lnTo>
                    <a:pt x="8836" y="5633"/>
                  </a:lnTo>
                  <a:lnTo>
                    <a:pt x="7235" y="5633"/>
                  </a:lnTo>
                  <a:lnTo>
                    <a:pt x="7235" y="6435"/>
                  </a:lnTo>
                  <a:lnTo>
                    <a:pt x="9664" y="6435"/>
                  </a:lnTo>
                  <a:lnTo>
                    <a:pt x="9664" y="5633"/>
                  </a:lnTo>
                  <a:lnTo>
                    <a:pt x="12067" y="5633"/>
                  </a:lnTo>
                  <a:lnTo>
                    <a:pt x="12067" y="8036"/>
                  </a:lnTo>
                  <a:lnTo>
                    <a:pt x="9638" y="8036"/>
                  </a:lnTo>
                  <a:lnTo>
                    <a:pt x="9638" y="7235"/>
                  </a:lnTo>
                  <a:lnTo>
                    <a:pt x="6434" y="7235"/>
                  </a:lnTo>
                  <a:lnTo>
                    <a:pt x="6434" y="5633"/>
                  </a:lnTo>
                  <a:lnTo>
                    <a:pt x="4831" y="5633"/>
                  </a:lnTo>
                  <a:lnTo>
                    <a:pt x="4831" y="4832"/>
                  </a:lnTo>
                  <a:lnTo>
                    <a:pt x="3204" y="4832"/>
                  </a:lnTo>
                  <a:lnTo>
                    <a:pt x="3204" y="5693"/>
                  </a:lnTo>
                  <a:cubicBezTo>
                    <a:pt x="3685" y="5859"/>
                    <a:pt x="4021" y="6306"/>
                    <a:pt x="4021" y="6829"/>
                  </a:cubicBezTo>
                  <a:cubicBezTo>
                    <a:pt x="4021" y="7495"/>
                    <a:pt x="3479" y="8036"/>
                    <a:pt x="2814" y="8036"/>
                  </a:cubicBezTo>
                  <a:cubicBezTo>
                    <a:pt x="2149" y="8036"/>
                    <a:pt x="1609" y="7494"/>
                    <a:pt x="1609" y="6829"/>
                  </a:cubicBezTo>
                  <a:cubicBezTo>
                    <a:pt x="1609" y="6306"/>
                    <a:pt x="2430" y="5693"/>
                    <a:pt x="2430" y="5693"/>
                  </a:cubicBezTo>
                  <a:lnTo>
                    <a:pt x="2430" y="4005"/>
                  </a:lnTo>
                  <a:lnTo>
                    <a:pt x="4833" y="4005"/>
                  </a:lnTo>
                  <a:lnTo>
                    <a:pt x="4833" y="3203"/>
                  </a:lnTo>
                  <a:lnTo>
                    <a:pt x="6434" y="3203"/>
                  </a:lnTo>
                  <a:lnTo>
                    <a:pt x="6434" y="2403"/>
                  </a:lnTo>
                  <a:lnTo>
                    <a:pt x="4004" y="2403"/>
                  </a:lnTo>
                  <a:lnTo>
                    <a:pt x="4004" y="3203"/>
                  </a:lnTo>
                  <a:lnTo>
                    <a:pt x="1601" y="3203"/>
                  </a:lnTo>
                  <a:lnTo>
                    <a:pt x="1601" y="801"/>
                  </a:lnTo>
                  <a:lnTo>
                    <a:pt x="4031" y="801"/>
                  </a:lnTo>
                  <a:lnTo>
                    <a:pt x="4031" y="1602"/>
                  </a:lnTo>
                  <a:lnTo>
                    <a:pt x="7235" y="1602"/>
                  </a:lnTo>
                  <a:lnTo>
                    <a:pt x="7235" y="3203"/>
                  </a:lnTo>
                  <a:lnTo>
                    <a:pt x="8837" y="3203"/>
                  </a:lnTo>
                  <a:lnTo>
                    <a:pt x="8837" y="4005"/>
                  </a:lnTo>
                  <a:lnTo>
                    <a:pt x="10465" y="4005"/>
                  </a:lnTo>
                  <a:lnTo>
                    <a:pt x="10465" y="3142"/>
                  </a:lnTo>
                  <a:cubicBezTo>
                    <a:pt x="9984" y="2977"/>
                    <a:pt x="9648" y="2530"/>
                    <a:pt x="9648" y="2005"/>
                  </a:cubicBezTo>
                  <a:cubicBezTo>
                    <a:pt x="9648" y="1340"/>
                    <a:pt x="10190" y="800"/>
                    <a:pt x="10855" y="800"/>
                  </a:cubicBezTo>
                  <a:close/>
                  <a:moveTo>
                    <a:pt x="0" y="1"/>
                  </a:moveTo>
                  <a:lnTo>
                    <a:pt x="0" y="9637"/>
                  </a:lnTo>
                  <a:lnTo>
                    <a:pt x="13668" y="9637"/>
                  </a:lnTo>
                  <a:lnTo>
                    <a:pt x="136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56"/>
            <p:cNvSpPr/>
            <p:nvPr/>
          </p:nvSpPr>
          <p:spPr>
            <a:xfrm>
              <a:off x="6712950" y="4254091"/>
              <a:ext cx="22265" cy="22237"/>
            </a:xfrm>
            <a:custGeom>
              <a:avLst/>
              <a:gdLst/>
              <a:ahLst/>
              <a:cxnLst/>
              <a:rect l="l" t="t" r="r" b="b"/>
              <a:pathLst>
                <a:path w="803" h="802" extrusionOk="0">
                  <a:moveTo>
                    <a:pt x="1" y="1"/>
                  </a:moveTo>
                  <a:lnTo>
                    <a:pt x="1" y="801"/>
                  </a:lnTo>
                  <a:lnTo>
                    <a:pt x="803" y="801"/>
                  </a:lnTo>
                  <a:lnTo>
                    <a:pt x="8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654" name="Google Shape;654;p56"/>
          <p:cNvGrpSpPr/>
          <p:nvPr/>
        </p:nvGrpSpPr>
        <p:grpSpPr>
          <a:xfrm>
            <a:off x="7475535" y="5285379"/>
            <a:ext cx="485637" cy="505195"/>
            <a:chOff x="5606651" y="3964034"/>
            <a:chExt cx="364228" cy="378896"/>
          </a:xfrm>
        </p:grpSpPr>
        <p:sp>
          <p:nvSpPr>
            <p:cNvPr id="655" name="Google Shape;655;p56"/>
            <p:cNvSpPr/>
            <p:nvPr/>
          </p:nvSpPr>
          <p:spPr>
            <a:xfrm>
              <a:off x="5718393" y="4220042"/>
              <a:ext cx="78108" cy="100346"/>
            </a:xfrm>
            <a:custGeom>
              <a:avLst/>
              <a:gdLst/>
              <a:ahLst/>
              <a:cxnLst/>
              <a:rect l="l" t="t" r="r" b="b"/>
              <a:pathLst>
                <a:path w="2817" h="3619" extrusionOk="0">
                  <a:moveTo>
                    <a:pt x="1" y="0"/>
                  </a:moveTo>
                  <a:lnTo>
                    <a:pt x="1" y="3619"/>
                  </a:lnTo>
                  <a:lnTo>
                    <a:pt x="281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56"/>
            <p:cNvSpPr/>
            <p:nvPr/>
          </p:nvSpPr>
          <p:spPr>
            <a:xfrm>
              <a:off x="5745787" y="4097902"/>
              <a:ext cx="225092" cy="222818"/>
            </a:xfrm>
            <a:custGeom>
              <a:avLst/>
              <a:gdLst/>
              <a:ahLst/>
              <a:cxnLst/>
              <a:rect l="l" t="t" r="r" b="b"/>
              <a:pathLst>
                <a:path w="8118" h="8036" extrusionOk="0">
                  <a:moveTo>
                    <a:pt x="3819" y="0"/>
                  </a:moveTo>
                  <a:lnTo>
                    <a:pt x="3819" y="4405"/>
                  </a:lnTo>
                  <a:lnTo>
                    <a:pt x="2825" y="4405"/>
                  </a:lnTo>
                  <a:lnTo>
                    <a:pt x="1" y="8036"/>
                  </a:lnTo>
                  <a:lnTo>
                    <a:pt x="8117" y="8036"/>
                  </a:lnTo>
                  <a:lnTo>
                    <a:pt x="5885" y="4018"/>
                  </a:lnTo>
                  <a:lnTo>
                    <a:pt x="811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56"/>
            <p:cNvSpPr/>
            <p:nvPr/>
          </p:nvSpPr>
          <p:spPr>
            <a:xfrm>
              <a:off x="5684371" y="4030524"/>
              <a:ext cx="145098" cy="167335"/>
            </a:xfrm>
            <a:custGeom>
              <a:avLst/>
              <a:gdLst/>
              <a:ahLst/>
              <a:cxnLst/>
              <a:rect l="l" t="t" r="r" b="b"/>
              <a:pathLst>
                <a:path w="5233" h="6035" extrusionOk="0">
                  <a:moveTo>
                    <a:pt x="1" y="1"/>
                  </a:moveTo>
                  <a:lnTo>
                    <a:pt x="1" y="6035"/>
                  </a:lnTo>
                  <a:lnTo>
                    <a:pt x="5232" y="6035"/>
                  </a:lnTo>
                  <a:lnTo>
                    <a:pt x="52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56"/>
            <p:cNvSpPr/>
            <p:nvPr/>
          </p:nvSpPr>
          <p:spPr>
            <a:xfrm>
              <a:off x="5606651" y="3964034"/>
              <a:ext cx="68126" cy="378896"/>
            </a:xfrm>
            <a:custGeom>
              <a:avLst/>
              <a:gdLst/>
              <a:ahLst/>
              <a:cxnLst/>
              <a:rect l="l" t="t" r="r" b="b"/>
              <a:pathLst>
                <a:path w="2457" h="13665" extrusionOk="0">
                  <a:moveTo>
                    <a:pt x="1201" y="0"/>
                  </a:moveTo>
                  <a:cubicBezTo>
                    <a:pt x="539" y="0"/>
                    <a:pt x="0" y="542"/>
                    <a:pt x="0" y="1207"/>
                  </a:cubicBezTo>
                  <a:cubicBezTo>
                    <a:pt x="0" y="1549"/>
                    <a:pt x="146" y="1876"/>
                    <a:pt x="401" y="2105"/>
                  </a:cubicBezTo>
                  <a:lnTo>
                    <a:pt x="401" y="13664"/>
                  </a:lnTo>
                  <a:lnTo>
                    <a:pt x="2002" y="13664"/>
                  </a:lnTo>
                  <a:lnTo>
                    <a:pt x="2002" y="2105"/>
                  </a:lnTo>
                  <a:lnTo>
                    <a:pt x="2038" y="2069"/>
                  </a:lnTo>
                  <a:cubicBezTo>
                    <a:pt x="2243" y="1864"/>
                    <a:pt x="2376" y="1594"/>
                    <a:pt x="2399" y="1306"/>
                  </a:cubicBezTo>
                  <a:cubicBezTo>
                    <a:pt x="2456" y="596"/>
                    <a:pt x="1897" y="0"/>
                    <a:pt x="12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659" name="Google Shape;659;p56"/>
          <p:cNvGrpSpPr/>
          <p:nvPr/>
        </p:nvGrpSpPr>
        <p:grpSpPr>
          <a:xfrm>
            <a:off x="5313049" y="5285194"/>
            <a:ext cx="505380" cy="505380"/>
            <a:chOff x="3984786" y="3963895"/>
            <a:chExt cx="379035" cy="379035"/>
          </a:xfrm>
        </p:grpSpPr>
        <p:sp>
          <p:nvSpPr>
            <p:cNvPr id="660" name="Google Shape;660;p56"/>
            <p:cNvSpPr/>
            <p:nvPr/>
          </p:nvSpPr>
          <p:spPr>
            <a:xfrm>
              <a:off x="4140864" y="3963895"/>
              <a:ext cx="66906" cy="66906"/>
            </a:xfrm>
            <a:custGeom>
              <a:avLst/>
              <a:gdLst/>
              <a:ahLst/>
              <a:cxnLst/>
              <a:rect l="l" t="t" r="r" b="b"/>
              <a:pathLst>
                <a:path w="2413" h="2413" extrusionOk="0">
                  <a:moveTo>
                    <a:pt x="1206" y="1"/>
                  </a:moveTo>
                  <a:cubicBezTo>
                    <a:pt x="540" y="1"/>
                    <a:pt x="1" y="541"/>
                    <a:pt x="1" y="1207"/>
                  </a:cubicBezTo>
                  <a:cubicBezTo>
                    <a:pt x="1" y="1874"/>
                    <a:pt x="540" y="2413"/>
                    <a:pt x="1206" y="2413"/>
                  </a:cubicBezTo>
                  <a:cubicBezTo>
                    <a:pt x="1872" y="2413"/>
                    <a:pt x="2413" y="1874"/>
                    <a:pt x="2413" y="1207"/>
                  </a:cubicBezTo>
                  <a:cubicBezTo>
                    <a:pt x="2413" y="541"/>
                    <a:pt x="1872" y="1"/>
                    <a:pt x="12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56"/>
            <p:cNvSpPr/>
            <p:nvPr/>
          </p:nvSpPr>
          <p:spPr>
            <a:xfrm>
              <a:off x="4029400" y="4164531"/>
              <a:ext cx="66906" cy="66906"/>
            </a:xfrm>
            <a:custGeom>
              <a:avLst/>
              <a:gdLst/>
              <a:ahLst/>
              <a:cxnLst/>
              <a:rect l="l" t="t" r="r" b="b"/>
              <a:pathLst>
                <a:path w="2413" h="2413" extrusionOk="0">
                  <a:moveTo>
                    <a:pt x="1205" y="1"/>
                  </a:moveTo>
                  <a:cubicBezTo>
                    <a:pt x="539" y="1"/>
                    <a:pt x="0" y="541"/>
                    <a:pt x="0" y="1207"/>
                  </a:cubicBezTo>
                  <a:cubicBezTo>
                    <a:pt x="0" y="1874"/>
                    <a:pt x="539" y="2413"/>
                    <a:pt x="1205" y="2413"/>
                  </a:cubicBezTo>
                  <a:cubicBezTo>
                    <a:pt x="1872" y="2413"/>
                    <a:pt x="2412" y="1874"/>
                    <a:pt x="2412" y="1207"/>
                  </a:cubicBezTo>
                  <a:cubicBezTo>
                    <a:pt x="2412" y="541"/>
                    <a:pt x="1872" y="1"/>
                    <a:pt x="12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56"/>
            <p:cNvSpPr/>
            <p:nvPr/>
          </p:nvSpPr>
          <p:spPr>
            <a:xfrm>
              <a:off x="3984786" y="4030829"/>
              <a:ext cx="379035" cy="312101"/>
            </a:xfrm>
            <a:custGeom>
              <a:avLst/>
              <a:gdLst/>
              <a:ahLst/>
              <a:cxnLst/>
              <a:rect l="l" t="t" r="r" b="b"/>
              <a:pathLst>
                <a:path w="13670" h="11256" extrusionOk="0">
                  <a:moveTo>
                    <a:pt x="6848" y="1"/>
                  </a:moveTo>
                  <a:cubicBezTo>
                    <a:pt x="5295" y="1"/>
                    <a:pt x="4031" y="1263"/>
                    <a:pt x="4031" y="2815"/>
                  </a:cubicBezTo>
                  <a:lnTo>
                    <a:pt x="4031" y="4021"/>
                  </a:lnTo>
                  <a:lnTo>
                    <a:pt x="6435" y="4021"/>
                  </a:lnTo>
                  <a:lnTo>
                    <a:pt x="6435" y="7043"/>
                  </a:lnTo>
                  <a:lnTo>
                    <a:pt x="4956" y="8225"/>
                  </a:lnTo>
                  <a:cubicBezTo>
                    <a:pt x="4439" y="7620"/>
                    <a:pt x="3671" y="7236"/>
                    <a:pt x="2815" y="7236"/>
                  </a:cubicBezTo>
                  <a:cubicBezTo>
                    <a:pt x="2769" y="7236"/>
                    <a:pt x="2723" y="7237"/>
                    <a:pt x="2677" y="7239"/>
                  </a:cubicBezTo>
                  <a:cubicBezTo>
                    <a:pt x="1205" y="7311"/>
                    <a:pt x="1" y="8605"/>
                    <a:pt x="1" y="10081"/>
                  </a:cubicBezTo>
                  <a:lnTo>
                    <a:pt x="1" y="11255"/>
                  </a:lnTo>
                  <a:lnTo>
                    <a:pt x="5634" y="11255"/>
                  </a:lnTo>
                  <a:lnTo>
                    <a:pt x="5634" y="10050"/>
                  </a:lnTo>
                  <a:cubicBezTo>
                    <a:pt x="5634" y="9644"/>
                    <a:pt x="5548" y="9258"/>
                    <a:pt x="5393" y="8909"/>
                  </a:cubicBezTo>
                  <a:lnTo>
                    <a:pt x="6835" y="7750"/>
                  </a:lnTo>
                  <a:lnTo>
                    <a:pt x="8277" y="8909"/>
                  </a:lnTo>
                  <a:cubicBezTo>
                    <a:pt x="8122" y="9258"/>
                    <a:pt x="8036" y="9644"/>
                    <a:pt x="8036" y="10050"/>
                  </a:cubicBezTo>
                  <a:lnTo>
                    <a:pt x="8036" y="11255"/>
                  </a:lnTo>
                  <a:lnTo>
                    <a:pt x="13669" y="11255"/>
                  </a:lnTo>
                  <a:lnTo>
                    <a:pt x="13669" y="10050"/>
                  </a:lnTo>
                  <a:cubicBezTo>
                    <a:pt x="13669" y="8498"/>
                    <a:pt x="12407" y="7236"/>
                    <a:pt x="10855" y="7236"/>
                  </a:cubicBezTo>
                  <a:cubicBezTo>
                    <a:pt x="9999" y="7236"/>
                    <a:pt x="9231" y="7620"/>
                    <a:pt x="8714" y="8225"/>
                  </a:cubicBezTo>
                  <a:lnTo>
                    <a:pt x="7235" y="7043"/>
                  </a:lnTo>
                  <a:lnTo>
                    <a:pt x="7235" y="4021"/>
                  </a:lnTo>
                  <a:lnTo>
                    <a:pt x="9665" y="4021"/>
                  </a:lnTo>
                  <a:lnTo>
                    <a:pt x="9665" y="2843"/>
                  </a:lnTo>
                  <a:cubicBezTo>
                    <a:pt x="9665" y="1366"/>
                    <a:pt x="8537" y="118"/>
                    <a:pt x="7063" y="9"/>
                  </a:cubicBezTo>
                  <a:cubicBezTo>
                    <a:pt x="6991" y="4"/>
                    <a:pt x="6919" y="1"/>
                    <a:pt x="68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56"/>
            <p:cNvSpPr/>
            <p:nvPr/>
          </p:nvSpPr>
          <p:spPr>
            <a:xfrm>
              <a:off x="4252357" y="4164531"/>
              <a:ext cx="66906" cy="66906"/>
            </a:xfrm>
            <a:custGeom>
              <a:avLst/>
              <a:gdLst/>
              <a:ahLst/>
              <a:cxnLst/>
              <a:rect l="l" t="t" r="r" b="b"/>
              <a:pathLst>
                <a:path w="2413" h="2413" extrusionOk="0">
                  <a:moveTo>
                    <a:pt x="1205" y="1"/>
                  </a:moveTo>
                  <a:cubicBezTo>
                    <a:pt x="539" y="1"/>
                    <a:pt x="0" y="541"/>
                    <a:pt x="0" y="1207"/>
                  </a:cubicBezTo>
                  <a:cubicBezTo>
                    <a:pt x="0" y="1874"/>
                    <a:pt x="539" y="2413"/>
                    <a:pt x="1205" y="2413"/>
                  </a:cubicBezTo>
                  <a:cubicBezTo>
                    <a:pt x="1872" y="2413"/>
                    <a:pt x="2412" y="1874"/>
                    <a:pt x="2412" y="1207"/>
                  </a:cubicBezTo>
                  <a:cubicBezTo>
                    <a:pt x="2412" y="541"/>
                    <a:pt x="1872" y="1"/>
                    <a:pt x="12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664" name="Google Shape;664;p56"/>
          <p:cNvGrpSpPr/>
          <p:nvPr/>
        </p:nvGrpSpPr>
        <p:grpSpPr>
          <a:xfrm>
            <a:off x="6387323" y="5285194"/>
            <a:ext cx="476728" cy="505417"/>
            <a:chOff x="4790492" y="3963895"/>
            <a:chExt cx="357546" cy="379063"/>
          </a:xfrm>
        </p:grpSpPr>
        <p:sp>
          <p:nvSpPr>
            <p:cNvPr id="665" name="Google Shape;665;p56"/>
            <p:cNvSpPr/>
            <p:nvPr/>
          </p:nvSpPr>
          <p:spPr>
            <a:xfrm>
              <a:off x="4790492" y="3963895"/>
              <a:ext cx="357546" cy="379063"/>
            </a:xfrm>
            <a:custGeom>
              <a:avLst/>
              <a:gdLst/>
              <a:ahLst/>
              <a:cxnLst/>
              <a:rect l="l" t="t" r="r" b="b"/>
              <a:pathLst>
                <a:path w="12895" h="13671" extrusionOk="0">
                  <a:moveTo>
                    <a:pt x="11668" y="1"/>
                  </a:moveTo>
                  <a:cubicBezTo>
                    <a:pt x="11144" y="1"/>
                    <a:pt x="10700" y="335"/>
                    <a:pt x="10534" y="803"/>
                  </a:cubicBezTo>
                  <a:lnTo>
                    <a:pt x="8464" y="803"/>
                  </a:lnTo>
                  <a:lnTo>
                    <a:pt x="8464" y="6435"/>
                  </a:lnTo>
                  <a:lnTo>
                    <a:pt x="7289" y="6435"/>
                  </a:lnTo>
                  <a:lnTo>
                    <a:pt x="7289" y="5241"/>
                  </a:lnTo>
                  <a:cubicBezTo>
                    <a:pt x="7289" y="4116"/>
                    <a:pt x="6376" y="3204"/>
                    <a:pt x="5251" y="3204"/>
                  </a:cubicBezTo>
                  <a:lnTo>
                    <a:pt x="2037" y="3204"/>
                  </a:lnTo>
                  <a:cubicBezTo>
                    <a:pt x="912" y="3204"/>
                    <a:pt x="1" y="4116"/>
                    <a:pt x="1" y="5241"/>
                  </a:cubicBezTo>
                  <a:lnTo>
                    <a:pt x="1" y="8838"/>
                  </a:lnTo>
                  <a:lnTo>
                    <a:pt x="1229" y="8838"/>
                  </a:lnTo>
                  <a:lnTo>
                    <a:pt x="1229" y="5501"/>
                  </a:lnTo>
                  <a:lnTo>
                    <a:pt x="2030" y="5501"/>
                  </a:lnTo>
                  <a:lnTo>
                    <a:pt x="2030" y="13671"/>
                  </a:lnTo>
                  <a:lnTo>
                    <a:pt x="3231" y="13671"/>
                  </a:lnTo>
                  <a:lnTo>
                    <a:pt x="3231" y="9238"/>
                  </a:lnTo>
                  <a:lnTo>
                    <a:pt x="4059" y="9238"/>
                  </a:lnTo>
                  <a:lnTo>
                    <a:pt x="4059" y="13671"/>
                  </a:lnTo>
                  <a:lnTo>
                    <a:pt x="5260" y="13671"/>
                  </a:lnTo>
                  <a:lnTo>
                    <a:pt x="5260" y="5501"/>
                  </a:lnTo>
                  <a:lnTo>
                    <a:pt x="6060" y="5501"/>
                  </a:lnTo>
                  <a:lnTo>
                    <a:pt x="6060" y="8838"/>
                  </a:lnTo>
                  <a:lnTo>
                    <a:pt x="7289" y="8838"/>
                  </a:lnTo>
                  <a:lnTo>
                    <a:pt x="7289" y="7235"/>
                  </a:lnTo>
                  <a:lnTo>
                    <a:pt x="8464" y="7235"/>
                  </a:lnTo>
                  <a:lnTo>
                    <a:pt x="8464" y="12869"/>
                  </a:lnTo>
                  <a:lnTo>
                    <a:pt x="10534" y="12869"/>
                  </a:lnTo>
                  <a:cubicBezTo>
                    <a:pt x="10700" y="13335"/>
                    <a:pt x="11145" y="13670"/>
                    <a:pt x="11668" y="13670"/>
                  </a:cubicBezTo>
                  <a:cubicBezTo>
                    <a:pt x="11690" y="13670"/>
                    <a:pt x="11713" y="13669"/>
                    <a:pt x="11736" y="13668"/>
                  </a:cubicBezTo>
                  <a:cubicBezTo>
                    <a:pt x="12348" y="13633"/>
                    <a:pt x="12842" y="13131"/>
                    <a:pt x="12867" y="12518"/>
                  </a:cubicBezTo>
                  <a:cubicBezTo>
                    <a:pt x="12895" y="11833"/>
                    <a:pt x="12345" y="11267"/>
                    <a:pt x="11668" y="11267"/>
                  </a:cubicBezTo>
                  <a:cubicBezTo>
                    <a:pt x="11144" y="11267"/>
                    <a:pt x="10700" y="11602"/>
                    <a:pt x="10534" y="12068"/>
                  </a:cubicBezTo>
                  <a:lnTo>
                    <a:pt x="9264" y="12068"/>
                  </a:lnTo>
                  <a:lnTo>
                    <a:pt x="9264" y="7235"/>
                  </a:lnTo>
                  <a:lnTo>
                    <a:pt x="10534" y="7235"/>
                  </a:lnTo>
                  <a:cubicBezTo>
                    <a:pt x="10700" y="7701"/>
                    <a:pt x="11143" y="8036"/>
                    <a:pt x="11665" y="8036"/>
                  </a:cubicBezTo>
                  <a:cubicBezTo>
                    <a:pt x="11689" y="8036"/>
                    <a:pt x="11712" y="8036"/>
                    <a:pt x="11736" y="8034"/>
                  </a:cubicBezTo>
                  <a:cubicBezTo>
                    <a:pt x="12348" y="8001"/>
                    <a:pt x="12842" y="7498"/>
                    <a:pt x="12867" y="6885"/>
                  </a:cubicBezTo>
                  <a:cubicBezTo>
                    <a:pt x="12895" y="6199"/>
                    <a:pt x="12345" y="5634"/>
                    <a:pt x="11668" y="5634"/>
                  </a:cubicBezTo>
                  <a:cubicBezTo>
                    <a:pt x="11144" y="5634"/>
                    <a:pt x="10700" y="5969"/>
                    <a:pt x="10534" y="6435"/>
                  </a:cubicBezTo>
                  <a:lnTo>
                    <a:pt x="9264" y="6435"/>
                  </a:lnTo>
                  <a:lnTo>
                    <a:pt x="9264" y="1603"/>
                  </a:lnTo>
                  <a:lnTo>
                    <a:pt x="10534" y="1603"/>
                  </a:lnTo>
                  <a:cubicBezTo>
                    <a:pt x="10700" y="2070"/>
                    <a:pt x="11145" y="2404"/>
                    <a:pt x="11668" y="2404"/>
                  </a:cubicBezTo>
                  <a:cubicBezTo>
                    <a:pt x="11690" y="2404"/>
                    <a:pt x="11713" y="2404"/>
                    <a:pt x="11736" y="2402"/>
                  </a:cubicBezTo>
                  <a:cubicBezTo>
                    <a:pt x="12348" y="2367"/>
                    <a:pt x="12842" y="1865"/>
                    <a:pt x="12867" y="1251"/>
                  </a:cubicBezTo>
                  <a:cubicBezTo>
                    <a:pt x="12895" y="566"/>
                    <a:pt x="12345" y="1"/>
                    <a:pt x="116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56"/>
            <p:cNvSpPr/>
            <p:nvPr/>
          </p:nvSpPr>
          <p:spPr>
            <a:xfrm>
              <a:off x="4846973" y="3963895"/>
              <a:ext cx="89227" cy="89227"/>
            </a:xfrm>
            <a:custGeom>
              <a:avLst/>
              <a:gdLst/>
              <a:ahLst/>
              <a:cxnLst/>
              <a:rect l="l" t="t" r="r" b="b"/>
              <a:pathLst>
                <a:path w="3218" h="3218" extrusionOk="0">
                  <a:moveTo>
                    <a:pt x="1609" y="1"/>
                  </a:moveTo>
                  <a:cubicBezTo>
                    <a:pt x="720" y="1"/>
                    <a:pt x="0" y="721"/>
                    <a:pt x="0" y="1609"/>
                  </a:cubicBezTo>
                  <a:cubicBezTo>
                    <a:pt x="0" y="2497"/>
                    <a:pt x="720" y="3218"/>
                    <a:pt x="1609" y="3218"/>
                  </a:cubicBezTo>
                  <a:cubicBezTo>
                    <a:pt x="2497" y="3218"/>
                    <a:pt x="3217" y="2497"/>
                    <a:pt x="3217" y="1609"/>
                  </a:cubicBezTo>
                  <a:cubicBezTo>
                    <a:pt x="3217" y="721"/>
                    <a:pt x="2497" y="1"/>
                    <a:pt x="16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667" name="Google Shape;667;p56"/>
          <p:cNvGrpSpPr/>
          <p:nvPr/>
        </p:nvGrpSpPr>
        <p:grpSpPr>
          <a:xfrm>
            <a:off x="4224836" y="5285193"/>
            <a:ext cx="504899" cy="505787"/>
            <a:chOff x="3168627" y="3963895"/>
            <a:chExt cx="378674" cy="379340"/>
          </a:xfrm>
        </p:grpSpPr>
        <p:sp>
          <p:nvSpPr>
            <p:cNvPr id="668" name="Google Shape;668;p56"/>
            <p:cNvSpPr/>
            <p:nvPr/>
          </p:nvSpPr>
          <p:spPr>
            <a:xfrm>
              <a:off x="3469942" y="4164892"/>
              <a:ext cx="77360" cy="77360"/>
            </a:xfrm>
            <a:custGeom>
              <a:avLst/>
              <a:gdLst/>
              <a:ahLst/>
              <a:cxnLst/>
              <a:rect l="l" t="t" r="r" b="b"/>
              <a:pathLst>
                <a:path w="2790" h="2790" extrusionOk="0">
                  <a:moveTo>
                    <a:pt x="0" y="1"/>
                  </a:moveTo>
                  <a:lnTo>
                    <a:pt x="0" y="2790"/>
                  </a:lnTo>
                  <a:lnTo>
                    <a:pt x="2789" y="2790"/>
                  </a:lnTo>
                  <a:cubicBezTo>
                    <a:pt x="2607" y="1338"/>
                    <a:pt x="1452" y="183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56"/>
            <p:cNvSpPr/>
            <p:nvPr/>
          </p:nvSpPr>
          <p:spPr>
            <a:xfrm>
              <a:off x="3367655" y="4165557"/>
              <a:ext cx="178981" cy="177678"/>
            </a:xfrm>
            <a:custGeom>
              <a:avLst/>
              <a:gdLst/>
              <a:ahLst/>
              <a:cxnLst/>
              <a:rect l="l" t="t" r="r" b="b"/>
              <a:pathLst>
                <a:path w="6455" h="6408" extrusionOk="0">
                  <a:moveTo>
                    <a:pt x="2861" y="0"/>
                  </a:moveTo>
                  <a:cubicBezTo>
                    <a:pt x="1247" y="203"/>
                    <a:pt x="0" y="1606"/>
                    <a:pt x="49" y="3284"/>
                  </a:cubicBezTo>
                  <a:cubicBezTo>
                    <a:pt x="97" y="4980"/>
                    <a:pt x="1475" y="6358"/>
                    <a:pt x="3171" y="6406"/>
                  </a:cubicBezTo>
                  <a:cubicBezTo>
                    <a:pt x="3201" y="6407"/>
                    <a:pt x="3232" y="6408"/>
                    <a:pt x="3262" y="6408"/>
                  </a:cubicBezTo>
                  <a:cubicBezTo>
                    <a:pt x="4900" y="6408"/>
                    <a:pt x="6255" y="5178"/>
                    <a:pt x="6455" y="3594"/>
                  </a:cubicBezTo>
                  <a:lnTo>
                    <a:pt x="2861" y="3594"/>
                  </a:lnTo>
                  <a:lnTo>
                    <a:pt x="286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56"/>
            <p:cNvSpPr/>
            <p:nvPr/>
          </p:nvSpPr>
          <p:spPr>
            <a:xfrm>
              <a:off x="3269306" y="4265210"/>
              <a:ext cx="77748" cy="22210"/>
            </a:xfrm>
            <a:custGeom>
              <a:avLst/>
              <a:gdLst/>
              <a:ahLst/>
              <a:cxnLst/>
              <a:rect l="l" t="t" r="r" b="b"/>
              <a:pathLst>
                <a:path w="2804" h="801" extrusionOk="0">
                  <a:moveTo>
                    <a:pt x="0" y="0"/>
                  </a:moveTo>
                  <a:lnTo>
                    <a:pt x="0" y="801"/>
                  </a:lnTo>
                  <a:lnTo>
                    <a:pt x="2804" y="801"/>
                  </a:lnTo>
                  <a:lnTo>
                    <a:pt x="28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56"/>
            <p:cNvSpPr/>
            <p:nvPr/>
          </p:nvSpPr>
          <p:spPr>
            <a:xfrm>
              <a:off x="3280452" y="4309601"/>
              <a:ext cx="77720" cy="22210"/>
            </a:xfrm>
            <a:custGeom>
              <a:avLst/>
              <a:gdLst/>
              <a:ahLst/>
              <a:cxnLst/>
              <a:rect l="l" t="t" r="r" b="b"/>
              <a:pathLst>
                <a:path w="2803" h="801" extrusionOk="0">
                  <a:moveTo>
                    <a:pt x="0" y="0"/>
                  </a:moveTo>
                  <a:lnTo>
                    <a:pt x="0" y="801"/>
                  </a:lnTo>
                  <a:lnTo>
                    <a:pt x="2802" y="801"/>
                  </a:lnTo>
                  <a:lnTo>
                    <a:pt x="28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56"/>
            <p:cNvSpPr/>
            <p:nvPr/>
          </p:nvSpPr>
          <p:spPr>
            <a:xfrm>
              <a:off x="3168627" y="3963895"/>
              <a:ext cx="311657" cy="111825"/>
            </a:xfrm>
            <a:custGeom>
              <a:avLst/>
              <a:gdLst/>
              <a:ahLst/>
              <a:cxnLst/>
              <a:rect l="l" t="t" r="r" b="b"/>
              <a:pathLst>
                <a:path w="11240" h="4033" extrusionOk="0">
                  <a:moveTo>
                    <a:pt x="8038" y="801"/>
                  </a:moveTo>
                  <a:lnTo>
                    <a:pt x="8038" y="1603"/>
                  </a:lnTo>
                  <a:lnTo>
                    <a:pt x="3205" y="1603"/>
                  </a:lnTo>
                  <a:lnTo>
                    <a:pt x="3205" y="801"/>
                  </a:lnTo>
                  <a:close/>
                  <a:moveTo>
                    <a:pt x="2404" y="1"/>
                  </a:moveTo>
                  <a:lnTo>
                    <a:pt x="2404" y="1603"/>
                  </a:lnTo>
                  <a:lnTo>
                    <a:pt x="1" y="1603"/>
                  </a:lnTo>
                  <a:lnTo>
                    <a:pt x="1" y="4033"/>
                  </a:lnTo>
                  <a:lnTo>
                    <a:pt x="2404" y="4033"/>
                  </a:lnTo>
                  <a:lnTo>
                    <a:pt x="2404" y="3231"/>
                  </a:lnTo>
                  <a:lnTo>
                    <a:pt x="4834" y="3231"/>
                  </a:lnTo>
                  <a:lnTo>
                    <a:pt x="4834" y="4033"/>
                  </a:lnTo>
                  <a:lnTo>
                    <a:pt x="6435" y="4033"/>
                  </a:lnTo>
                  <a:lnTo>
                    <a:pt x="6435" y="3231"/>
                  </a:lnTo>
                  <a:lnTo>
                    <a:pt x="8838" y="3231"/>
                  </a:lnTo>
                  <a:lnTo>
                    <a:pt x="8838" y="4033"/>
                  </a:lnTo>
                  <a:lnTo>
                    <a:pt x="11240" y="4033"/>
                  </a:lnTo>
                  <a:lnTo>
                    <a:pt x="11240" y="1603"/>
                  </a:lnTo>
                  <a:lnTo>
                    <a:pt x="8838" y="1603"/>
                  </a:lnTo>
                  <a:lnTo>
                    <a:pt x="88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56"/>
            <p:cNvSpPr/>
            <p:nvPr/>
          </p:nvSpPr>
          <p:spPr>
            <a:xfrm>
              <a:off x="3369236" y="4075692"/>
              <a:ext cx="22265" cy="22237"/>
            </a:xfrm>
            <a:custGeom>
              <a:avLst/>
              <a:gdLst/>
              <a:ahLst/>
              <a:cxnLst/>
              <a:rect l="l" t="t" r="r" b="b"/>
              <a:pathLst>
                <a:path w="803" h="802" extrusionOk="0">
                  <a:moveTo>
                    <a:pt x="0" y="1"/>
                  </a:moveTo>
                  <a:lnTo>
                    <a:pt x="0" y="801"/>
                  </a:lnTo>
                  <a:lnTo>
                    <a:pt x="803" y="801"/>
                  </a:lnTo>
                  <a:lnTo>
                    <a:pt x="8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56"/>
            <p:cNvSpPr/>
            <p:nvPr/>
          </p:nvSpPr>
          <p:spPr>
            <a:xfrm>
              <a:off x="3190837" y="4097902"/>
              <a:ext cx="267265" cy="133979"/>
            </a:xfrm>
            <a:custGeom>
              <a:avLst/>
              <a:gdLst/>
              <a:ahLst/>
              <a:cxnLst/>
              <a:rect l="l" t="t" r="r" b="b"/>
              <a:pathLst>
                <a:path w="9639" h="4832" extrusionOk="0">
                  <a:moveTo>
                    <a:pt x="1" y="0"/>
                  </a:moveTo>
                  <a:lnTo>
                    <a:pt x="1" y="2402"/>
                  </a:lnTo>
                  <a:lnTo>
                    <a:pt x="2404" y="2402"/>
                  </a:lnTo>
                  <a:lnTo>
                    <a:pt x="2404" y="4832"/>
                  </a:lnTo>
                  <a:lnTo>
                    <a:pt x="5700" y="4832"/>
                  </a:lnTo>
                  <a:cubicBezTo>
                    <a:pt x="6074" y="2997"/>
                    <a:pt x="7698" y="1610"/>
                    <a:pt x="9638" y="1610"/>
                  </a:cubicBezTo>
                  <a:lnTo>
                    <a:pt x="9638" y="0"/>
                  </a:lnTo>
                  <a:lnTo>
                    <a:pt x="8037" y="0"/>
                  </a:lnTo>
                  <a:lnTo>
                    <a:pt x="8037" y="801"/>
                  </a:lnTo>
                  <a:lnTo>
                    <a:pt x="5634" y="801"/>
                  </a:lnTo>
                  <a:lnTo>
                    <a:pt x="5634" y="0"/>
                  </a:lnTo>
                  <a:lnTo>
                    <a:pt x="4033" y="0"/>
                  </a:lnTo>
                  <a:lnTo>
                    <a:pt x="4033" y="801"/>
                  </a:lnTo>
                  <a:lnTo>
                    <a:pt x="1629" y="801"/>
                  </a:lnTo>
                  <a:lnTo>
                    <a:pt x="162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56"/>
            <p:cNvSpPr/>
            <p:nvPr/>
          </p:nvSpPr>
          <p:spPr>
            <a:xfrm>
              <a:off x="3258215" y="4075692"/>
              <a:ext cx="22265" cy="22237"/>
            </a:xfrm>
            <a:custGeom>
              <a:avLst/>
              <a:gdLst/>
              <a:ahLst/>
              <a:cxnLst/>
              <a:rect l="l" t="t" r="r" b="b"/>
              <a:pathLst>
                <a:path w="803" h="802" extrusionOk="0">
                  <a:moveTo>
                    <a:pt x="0" y="1"/>
                  </a:moveTo>
                  <a:lnTo>
                    <a:pt x="0" y="801"/>
                  </a:lnTo>
                  <a:lnTo>
                    <a:pt x="802" y="801"/>
                  </a:lnTo>
                  <a:lnTo>
                    <a:pt x="8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56"/>
            <p:cNvSpPr/>
            <p:nvPr/>
          </p:nvSpPr>
          <p:spPr>
            <a:xfrm>
              <a:off x="3190837" y="4186741"/>
              <a:ext cx="44475" cy="44419"/>
            </a:xfrm>
            <a:custGeom>
              <a:avLst/>
              <a:gdLst/>
              <a:ahLst/>
              <a:cxnLst/>
              <a:rect l="l" t="t" r="r" b="b"/>
              <a:pathLst>
                <a:path w="1604" h="1602" extrusionOk="0">
                  <a:moveTo>
                    <a:pt x="1" y="0"/>
                  </a:moveTo>
                  <a:lnTo>
                    <a:pt x="1" y="1601"/>
                  </a:lnTo>
                  <a:lnTo>
                    <a:pt x="1603" y="1601"/>
                  </a:lnTo>
                  <a:lnTo>
                    <a:pt x="16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677" name="Google Shape;677;p56"/>
          <p:cNvGrpSpPr/>
          <p:nvPr/>
        </p:nvGrpSpPr>
        <p:grpSpPr>
          <a:xfrm>
            <a:off x="3136662" y="5285194"/>
            <a:ext cx="475767" cy="505380"/>
            <a:chOff x="2352496" y="3963895"/>
            <a:chExt cx="356825" cy="379035"/>
          </a:xfrm>
        </p:grpSpPr>
        <p:sp>
          <p:nvSpPr>
            <p:cNvPr id="678" name="Google Shape;678;p56"/>
            <p:cNvSpPr/>
            <p:nvPr/>
          </p:nvSpPr>
          <p:spPr>
            <a:xfrm>
              <a:off x="2619706" y="3969690"/>
              <a:ext cx="82267" cy="71981"/>
            </a:xfrm>
            <a:custGeom>
              <a:avLst/>
              <a:gdLst/>
              <a:ahLst/>
              <a:cxnLst/>
              <a:rect l="l" t="t" r="r" b="b"/>
              <a:pathLst>
                <a:path w="2967" h="2596" extrusionOk="0">
                  <a:moveTo>
                    <a:pt x="1" y="1"/>
                  </a:moveTo>
                  <a:lnTo>
                    <a:pt x="1" y="2595"/>
                  </a:lnTo>
                  <a:lnTo>
                    <a:pt x="2967" y="259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56"/>
            <p:cNvSpPr/>
            <p:nvPr/>
          </p:nvSpPr>
          <p:spPr>
            <a:xfrm>
              <a:off x="2530839" y="4164587"/>
              <a:ext cx="44641" cy="44586"/>
            </a:xfrm>
            <a:custGeom>
              <a:avLst/>
              <a:gdLst/>
              <a:ahLst/>
              <a:cxnLst/>
              <a:rect l="l" t="t" r="r" b="b"/>
              <a:pathLst>
                <a:path w="1610" h="1608" extrusionOk="0">
                  <a:moveTo>
                    <a:pt x="804" y="0"/>
                  </a:moveTo>
                  <a:cubicBezTo>
                    <a:pt x="360" y="0"/>
                    <a:pt x="1" y="359"/>
                    <a:pt x="1" y="804"/>
                  </a:cubicBezTo>
                  <a:cubicBezTo>
                    <a:pt x="1" y="1248"/>
                    <a:pt x="360" y="1607"/>
                    <a:pt x="804" y="1607"/>
                  </a:cubicBezTo>
                  <a:cubicBezTo>
                    <a:pt x="1248" y="1607"/>
                    <a:pt x="1609" y="1248"/>
                    <a:pt x="1609" y="804"/>
                  </a:cubicBezTo>
                  <a:cubicBezTo>
                    <a:pt x="1609" y="359"/>
                    <a:pt x="1248" y="0"/>
                    <a:pt x="8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56"/>
            <p:cNvSpPr/>
            <p:nvPr/>
          </p:nvSpPr>
          <p:spPr>
            <a:xfrm>
              <a:off x="2487168" y="4120833"/>
              <a:ext cx="54845" cy="54817"/>
            </a:xfrm>
            <a:custGeom>
              <a:avLst/>
              <a:gdLst/>
              <a:ahLst/>
              <a:cxnLst/>
              <a:rect l="l" t="t" r="r" b="b"/>
              <a:pathLst>
                <a:path w="1978" h="1977" extrusionOk="0">
                  <a:moveTo>
                    <a:pt x="1977" y="0"/>
                  </a:moveTo>
                  <a:cubicBezTo>
                    <a:pt x="969" y="170"/>
                    <a:pt x="172" y="967"/>
                    <a:pt x="1" y="1977"/>
                  </a:cubicBezTo>
                  <a:lnTo>
                    <a:pt x="823" y="1977"/>
                  </a:lnTo>
                  <a:cubicBezTo>
                    <a:pt x="968" y="1412"/>
                    <a:pt x="1413" y="967"/>
                    <a:pt x="1977" y="821"/>
                  </a:cubicBezTo>
                  <a:lnTo>
                    <a:pt x="19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56"/>
            <p:cNvSpPr/>
            <p:nvPr/>
          </p:nvSpPr>
          <p:spPr>
            <a:xfrm>
              <a:off x="2564168" y="4120833"/>
              <a:ext cx="54845" cy="54817"/>
            </a:xfrm>
            <a:custGeom>
              <a:avLst/>
              <a:gdLst/>
              <a:ahLst/>
              <a:cxnLst/>
              <a:rect l="l" t="t" r="r" b="b"/>
              <a:pathLst>
                <a:path w="1978" h="1977" extrusionOk="0">
                  <a:moveTo>
                    <a:pt x="1" y="0"/>
                  </a:moveTo>
                  <a:lnTo>
                    <a:pt x="1" y="821"/>
                  </a:lnTo>
                  <a:cubicBezTo>
                    <a:pt x="566" y="967"/>
                    <a:pt x="1010" y="1412"/>
                    <a:pt x="1157" y="1977"/>
                  </a:cubicBezTo>
                  <a:lnTo>
                    <a:pt x="1978" y="1977"/>
                  </a:lnTo>
                  <a:cubicBezTo>
                    <a:pt x="1808" y="967"/>
                    <a:pt x="1010" y="170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56"/>
            <p:cNvSpPr/>
            <p:nvPr/>
          </p:nvSpPr>
          <p:spPr>
            <a:xfrm>
              <a:off x="2396915" y="3963895"/>
              <a:ext cx="312406" cy="379035"/>
            </a:xfrm>
            <a:custGeom>
              <a:avLst/>
              <a:gdLst/>
              <a:ahLst/>
              <a:cxnLst/>
              <a:rect l="l" t="t" r="r" b="b"/>
              <a:pathLst>
                <a:path w="11267" h="13670" extrusionOk="0">
                  <a:moveTo>
                    <a:pt x="5633" y="2004"/>
                  </a:moveTo>
                  <a:lnTo>
                    <a:pt x="5633" y="2804"/>
                  </a:lnTo>
                  <a:lnTo>
                    <a:pt x="1602" y="2804"/>
                  </a:lnTo>
                  <a:lnTo>
                    <a:pt x="1602" y="2004"/>
                  </a:lnTo>
                  <a:close/>
                  <a:moveTo>
                    <a:pt x="6033" y="4005"/>
                  </a:moveTo>
                  <a:lnTo>
                    <a:pt x="6033" y="4858"/>
                  </a:lnTo>
                  <a:cubicBezTo>
                    <a:pt x="7491" y="5039"/>
                    <a:pt x="8650" y="6189"/>
                    <a:pt x="8832" y="7637"/>
                  </a:cubicBezTo>
                  <a:lnTo>
                    <a:pt x="9665" y="7637"/>
                  </a:lnTo>
                  <a:lnTo>
                    <a:pt x="9665" y="8438"/>
                  </a:lnTo>
                  <a:lnTo>
                    <a:pt x="8812" y="8438"/>
                  </a:lnTo>
                  <a:cubicBezTo>
                    <a:pt x="8631" y="9896"/>
                    <a:pt x="7481" y="11054"/>
                    <a:pt x="6033" y="11237"/>
                  </a:cubicBezTo>
                  <a:lnTo>
                    <a:pt x="6033" y="12068"/>
                  </a:lnTo>
                  <a:lnTo>
                    <a:pt x="5232" y="12068"/>
                  </a:lnTo>
                  <a:lnTo>
                    <a:pt x="5232" y="11215"/>
                  </a:lnTo>
                  <a:cubicBezTo>
                    <a:pt x="3774" y="11034"/>
                    <a:pt x="2616" y="9884"/>
                    <a:pt x="2433" y="8438"/>
                  </a:cubicBezTo>
                  <a:lnTo>
                    <a:pt x="1602" y="8438"/>
                  </a:lnTo>
                  <a:lnTo>
                    <a:pt x="1602" y="7637"/>
                  </a:lnTo>
                  <a:lnTo>
                    <a:pt x="2454" y="7637"/>
                  </a:lnTo>
                  <a:cubicBezTo>
                    <a:pt x="2636" y="6179"/>
                    <a:pt x="3786" y="5020"/>
                    <a:pt x="5232" y="4838"/>
                  </a:cubicBezTo>
                  <a:lnTo>
                    <a:pt x="5232" y="4005"/>
                  </a:lnTo>
                  <a:close/>
                  <a:moveTo>
                    <a:pt x="1" y="1"/>
                  </a:moveTo>
                  <a:lnTo>
                    <a:pt x="1" y="13669"/>
                  </a:lnTo>
                  <a:lnTo>
                    <a:pt x="11266" y="13669"/>
                  </a:lnTo>
                  <a:lnTo>
                    <a:pt x="11266" y="3631"/>
                  </a:lnTo>
                  <a:lnTo>
                    <a:pt x="7235" y="3631"/>
                  </a:lnTo>
                  <a:lnTo>
                    <a:pt x="723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56"/>
            <p:cNvSpPr/>
            <p:nvPr/>
          </p:nvSpPr>
          <p:spPr>
            <a:xfrm>
              <a:off x="2564168" y="4197832"/>
              <a:ext cx="54845" cy="54845"/>
            </a:xfrm>
            <a:custGeom>
              <a:avLst/>
              <a:gdLst/>
              <a:ahLst/>
              <a:cxnLst/>
              <a:rect l="l" t="t" r="r" b="b"/>
              <a:pathLst>
                <a:path w="1978" h="1978" extrusionOk="0">
                  <a:moveTo>
                    <a:pt x="1157" y="1"/>
                  </a:moveTo>
                  <a:cubicBezTo>
                    <a:pt x="1010" y="564"/>
                    <a:pt x="566" y="1010"/>
                    <a:pt x="1" y="1155"/>
                  </a:cubicBezTo>
                  <a:lnTo>
                    <a:pt x="1" y="1977"/>
                  </a:lnTo>
                  <a:cubicBezTo>
                    <a:pt x="1010" y="1806"/>
                    <a:pt x="1808" y="1009"/>
                    <a:pt x="19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56"/>
            <p:cNvSpPr/>
            <p:nvPr/>
          </p:nvSpPr>
          <p:spPr>
            <a:xfrm>
              <a:off x="2487168" y="4197832"/>
              <a:ext cx="54845" cy="54845"/>
            </a:xfrm>
            <a:custGeom>
              <a:avLst/>
              <a:gdLst/>
              <a:ahLst/>
              <a:cxnLst/>
              <a:rect l="l" t="t" r="r" b="b"/>
              <a:pathLst>
                <a:path w="1978" h="1978" extrusionOk="0">
                  <a:moveTo>
                    <a:pt x="1" y="1"/>
                  </a:moveTo>
                  <a:cubicBezTo>
                    <a:pt x="172" y="1009"/>
                    <a:pt x="969" y="1806"/>
                    <a:pt x="1977" y="1977"/>
                  </a:cubicBezTo>
                  <a:lnTo>
                    <a:pt x="1977" y="1155"/>
                  </a:lnTo>
                  <a:cubicBezTo>
                    <a:pt x="1413" y="1010"/>
                    <a:pt x="968" y="564"/>
                    <a:pt x="8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56"/>
            <p:cNvSpPr/>
            <p:nvPr/>
          </p:nvSpPr>
          <p:spPr>
            <a:xfrm>
              <a:off x="2352496" y="4008342"/>
              <a:ext cx="22210" cy="334588"/>
            </a:xfrm>
            <a:custGeom>
              <a:avLst/>
              <a:gdLst/>
              <a:ahLst/>
              <a:cxnLst/>
              <a:rect l="l" t="t" r="r" b="b"/>
              <a:pathLst>
                <a:path w="801" h="12067" extrusionOk="0">
                  <a:moveTo>
                    <a:pt x="0" y="0"/>
                  </a:moveTo>
                  <a:lnTo>
                    <a:pt x="0" y="12066"/>
                  </a:lnTo>
                  <a:lnTo>
                    <a:pt x="801" y="12066"/>
                  </a:lnTo>
                  <a:lnTo>
                    <a:pt x="8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686" name="Google Shape;686;p56"/>
          <p:cNvSpPr/>
          <p:nvPr/>
        </p:nvSpPr>
        <p:spPr>
          <a:xfrm>
            <a:off x="2048450" y="5285194"/>
            <a:ext cx="505343" cy="505380"/>
          </a:xfrm>
          <a:custGeom>
            <a:avLst/>
            <a:gdLst/>
            <a:ahLst/>
            <a:cxnLst/>
            <a:rect l="l" t="t" r="r" b="b"/>
            <a:pathLst>
              <a:path w="13669" h="13670" extrusionOk="0">
                <a:moveTo>
                  <a:pt x="12868" y="801"/>
                </a:moveTo>
                <a:lnTo>
                  <a:pt x="12868" y="9638"/>
                </a:lnTo>
                <a:lnTo>
                  <a:pt x="8838" y="9638"/>
                </a:lnTo>
                <a:lnTo>
                  <a:pt x="8838" y="7235"/>
                </a:lnTo>
                <a:lnTo>
                  <a:pt x="10439" y="7235"/>
                </a:lnTo>
                <a:lnTo>
                  <a:pt x="10439" y="6435"/>
                </a:lnTo>
                <a:lnTo>
                  <a:pt x="8036" y="6435"/>
                </a:lnTo>
                <a:lnTo>
                  <a:pt x="8036" y="9638"/>
                </a:lnTo>
                <a:lnTo>
                  <a:pt x="3204" y="9638"/>
                </a:lnTo>
                <a:lnTo>
                  <a:pt x="3204" y="10439"/>
                </a:lnTo>
                <a:lnTo>
                  <a:pt x="8036" y="10439"/>
                </a:lnTo>
                <a:lnTo>
                  <a:pt x="8036" y="11267"/>
                </a:lnTo>
                <a:lnTo>
                  <a:pt x="3204" y="11267"/>
                </a:lnTo>
                <a:lnTo>
                  <a:pt x="3204" y="12869"/>
                </a:lnTo>
                <a:lnTo>
                  <a:pt x="801" y="12869"/>
                </a:lnTo>
                <a:lnTo>
                  <a:pt x="801" y="9665"/>
                </a:lnTo>
                <a:lnTo>
                  <a:pt x="1603" y="9665"/>
                </a:lnTo>
                <a:lnTo>
                  <a:pt x="1603" y="12068"/>
                </a:lnTo>
                <a:lnTo>
                  <a:pt x="2404" y="12068"/>
                </a:lnTo>
                <a:lnTo>
                  <a:pt x="2404" y="7635"/>
                </a:lnTo>
                <a:lnTo>
                  <a:pt x="4433" y="7635"/>
                </a:lnTo>
                <a:lnTo>
                  <a:pt x="4433" y="8838"/>
                </a:lnTo>
                <a:lnTo>
                  <a:pt x="5233" y="8838"/>
                </a:lnTo>
                <a:lnTo>
                  <a:pt x="5233" y="7635"/>
                </a:lnTo>
                <a:lnTo>
                  <a:pt x="6434" y="7635"/>
                </a:lnTo>
                <a:lnTo>
                  <a:pt x="6434" y="6835"/>
                </a:lnTo>
                <a:lnTo>
                  <a:pt x="2430" y="6835"/>
                </a:lnTo>
                <a:lnTo>
                  <a:pt x="2430" y="5634"/>
                </a:lnTo>
                <a:lnTo>
                  <a:pt x="5233" y="5634"/>
                </a:lnTo>
                <a:lnTo>
                  <a:pt x="5233" y="4833"/>
                </a:lnTo>
                <a:lnTo>
                  <a:pt x="2430" y="4833"/>
                </a:lnTo>
                <a:lnTo>
                  <a:pt x="2430" y="2430"/>
                </a:lnTo>
                <a:lnTo>
                  <a:pt x="5233" y="2430"/>
                </a:lnTo>
                <a:lnTo>
                  <a:pt x="5233" y="1603"/>
                </a:lnTo>
                <a:lnTo>
                  <a:pt x="1603" y="1603"/>
                </a:lnTo>
                <a:lnTo>
                  <a:pt x="1603" y="8838"/>
                </a:lnTo>
                <a:lnTo>
                  <a:pt x="801" y="8838"/>
                </a:lnTo>
                <a:lnTo>
                  <a:pt x="801" y="801"/>
                </a:lnTo>
                <a:lnTo>
                  <a:pt x="6034" y="801"/>
                </a:lnTo>
                <a:lnTo>
                  <a:pt x="6034" y="3204"/>
                </a:lnTo>
                <a:lnTo>
                  <a:pt x="3231" y="3204"/>
                </a:lnTo>
                <a:lnTo>
                  <a:pt x="3231" y="4005"/>
                </a:lnTo>
                <a:lnTo>
                  <a:pt x="6835" y="4005"/>
                </a:lnTo>
                <a:lnTo>
                  <a:pt x="6835" y="801"/>
                </a:lnTo>
                <a:lnTo>
                  <a:pt x="7637" y="801"/>
                </a:lnTo>
                <a:lnTo>
                  <a:pt x="7637" y="3204"/>
                </a:lnTo>
                <a:lnTo>
                  <a:pt x="8437" y="3204"/>
                </a:lnTo>
                <a:lnTo>
                  <a:pt x="8437" y="801"/>
                </a:lnTo>
                <a:lnTo>
                  <a:pt x="9238" y="801"/>
                </a:lnTo>
                <a:lnTo>
                  <a:pt x="9238" y="4833"/>
                </a:lnTo>
                <a:lnTo>
                  <a:pt x="6835" y="4833"/>
                </a:lnTo>
                <a:lnTo>
                  <a:pt x="6835" y="5634"/>
                </a:lnTo>
                <a:lnTo>
                  <a:pt x="10065" y="5634"/>
                </a:lnTo>
                <a:lnTo>
                  <a:pt x="10065" y="4005"/>
                </a:lnTo>
                <a:lnTo>
                  <a:pt x="11267" y="4005"/>
                </a:lnTo>
                <a:lnTo>
                  <a:pt x="11267" y="8037"/>
                </a:lnTo>
                <a:lnTo>
                  <a:pt x="10065" y="8037"/>
                </a:lnTo>
                <a:lnTo>
                  <a:pt x="10065" y="8838"/>
                </a:lnTo>
                <a:lnTo>
                  <a:pt x="12068" y="8838"/>
                </a:lnTo>
                <a:lnTo>
                  <a:pt x="12068" y="3204"/>
                </a:lnTo>
                <a:lnTo>
                  <a:pt x="10065" y="3204"/>
                </a:lnTo>
                <a:lnTo>
                  <a:pt x="10065" y="2404"/>
                </a:lnTo>
                <a:lnTo>
                  <a:pt x="11667" y="2404"/>
                </a:lnTo>
                <a:lnTo>
                  <a:pt x="11667" y="1603"/>
                </a:lnTo>
                <a:lnTo>
                  <a:pt x="10065" y="1603"/>
                </a:lnTo>
                <a:lnTo>
                  <a:pt x="10065" y="801"/>
                </a:lnTo>
                <a:close/>
                <a:moveTo>
                  <a:pt x="12868" y="10467"/>
                </a:moveTo>
                <a:lnTo>
                  <a:pt x="12868" y="11267"/>
                </a:lnTo>
                <a:lnTo>
                  <a:pt x="10465" y="11267"/>
                </a:lnTo>
                <a:lnTo>
                  <a:pt x="10465" y="12068"/>
                </a:lnTo>
                <a:lnTo>
                  <a:pt x="12868" y="12068"/>
                </a:lnTo>
                <a:lnTo>
                  <a:pt x="12868" y="12869"/>
                </a:lnTo>
                <a:lnTo>
                  <a:pt x="4031" y="12869"/>
                </a:lnTo>
                <a:lnTo>
                  <a:pt x="4031" y="12068"/>
                </a:lnTo>
                <a:lnTo>
                  <a:pt x="8838" y="12068"/>
                </a:lnTo>
                <a:lnTo>
                  <a:pt x="8838" y="10467"/>
                </a:lnTo>
                <a:close/>
                <a:moveTo>
                  <a:pt x="0" y="1"/>
                </a:moveTo>
                <a:lnTo>
                  <a:pt x="0" y="13669"/>
                </a:lnTo>
                <a:lnTo>
                  <a:pt x="13669" y="13669"/>
                </a:lnTo>
                <a:lnTo>
                  <a:pt x="1366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687" name="Google Shape;687;p56"/>
          <p:cNvGrpSpPr/>
          <p:nvPr/>
        </p:nvGrpSpPr>
        <p:grpSpPr>
          <a:xfrm>
            <a:off x="10726049" y="4489858"/>
            <a:ext cx="505601" cy="505601"/>
            <a:chOff x="8044536" y="3367393"/>
            <a:chExt cx="379201" cy="379201"/>
          </a:xfrm>
        </p:grpSpPr>
        <p:sp>
          <p:nvSpPr>
            <p:cNvPr id="688" name="Google Shape;688;p56"/>
            <p:cNvSpPr/>
            <p:nvPr/>
          </p:nvSpPr>
          <p:spPr>
            <a:xfrm>
              <a:off x="8044536" y="3367393"/>
              <a:ext cx="379201" cy="379201"/>
            </a:xfrm>
            <a:custGeom>
              <a:avLst/>
              <a:gdLst/>
              <a:ahLst/>
              <a:cxnLst/>
              <a:rect l="l" t="t" r="r" b="b"/>
              <a:pathLst>
                <a:path w="13676" h="13676" extrusionOk="0">
                  <a:moveTo>
                    <a:pt x="7676" y="2072"/>
                  </a:moveTo>
                  <a:lnTo>
                    <a:pt x="11276" y="3872"/>
                  </a:lnTo>
                  <a:cubicBezTo>
                    <a:pt x="11204" y="4450"/>
                    <a:pt x="11550" y="4975"/>
                    <a:pt x="12070" y="5159"/>
                  </a:cubicBezTo>
                  <a:lnTo>
                    <a:pt x="12070" y="8517"/>
                  </a:lnTo>
                  <a:cubicBezTo>
                    <a:pt x="11552" y="8701"/>
                    <a:pt x="11204" y="9226"/>
                    <a:pt x="11276" y="9804"/>
                  </a:cubicBezTo>
                  <a:lnTo>
                    <a:pt x="7676" y="11604"/>
                  </a:lnTo>
                  <a:cubicBezTo>
                    <a:pt x="7442" y="11378"/>
                    <a:pt x="7140" y="11266"/>
                    <a:pt x="6838" y="11266"/>
                  </a:cubicBezTo>
                  <a:cubicBezTo>
                    <a:pt x="6537" y="11266"/>
                    <a:pt x="6236" y="11378"/>
                    <a:pt x="6002" y="11604"/>
                  </a:cubicBezTo>
                  <a:lnTo>
                    <a:pt x="2402" y="9804"/>
                  </a:lnTo>
                  <a:cubicBezTo>
                    <a:pt x="2474" y="9227"/>
                    <a:pt x="2126" y="8701"/>
                    <a:pt x="1606" y="8517"/>
                  </a:cubicBezTo>
                  <a:lnTo>
                    <a:pt x="1606" y="5159"/>
                  </a:lnTo>
                  <a:cubicBezTo>
                    <a:pt x="2126" y="4975"/>
                    <a:pt x="2474" y="4450"/>
                    <a:pt x="2402" y="3872"/>
                  </a:cubicBezTo>
                  <a:lnTo>
                    <a:pt x="6002" y="2072"/>
                  </a:lnTo>
                  <a:cubicBezTo>
                    <a:pt x="6236" y="2298"/>
                    <a:pt x="6537" y="2411"/>
                    <a:pt x="6839" y="2411"/>
                  </a:cubicBezTo>
                  <a:cubicBezTo>
                    <a:pt x="7140" y="2411"/>
                    <a:pt x="7442" y="2298"/>
                    <a:pt x="7676" y="2072"/>
                  </a:cubicBezTo>
                  <a:close/>
                  <a:moveTo>
                    <a:pt x="6839" y="0"/>
                  </a:moveTo>
                  <a:cubicBezTo>
                    <a:pt x="6119" y="0"/>
                    <a:pt x="5552" y="631"/>
                    <a:pt x="5641" y="1356"/>
                  </a:cubicBezTo>
                  <a:lnTo>
                    <a:pt x="2044" y="3154"/>
                  </a:lnTo>
                  <a:cubicBezTo>
                    <a:pt x="1801" y="2920"/>
                    <a:pt x="1506" y="2815"/>
                    <a:pt x="1217" y="2815"/>
                  </a:cubicBezTo>
                  <a:cubicBezTo>
                    <a:pt x="596" y="2815"/>
                    <a:pt x="0" y="3298"/>
                    <a:pt x="0" y="4022"/>
                  </a:cubicBezTo>
                  <a:cubicBezTo>
                    <a:pt x="0" y="4546"/>
                    <a:pt x="336" y="4994"/>
                    <a:pt x="805" y="5160"/>
                  </a:cubicBezTo>
                  <a:lnTo>
                    <a:pt x="805" y="8516"/>
                  </a:lnTo>
                  <a:cubicBezTo>
                    <a:pt x="336" y="8682"/>
                    <a:pt x="0" y="9129"/>
                    <a:pt x="0" y="9654"/>
                  </a:cubicBezTo>
                  <a:cubicBezTo>
                    <a:pt x="0" y="10377"/>
                    <a:pt x="596" y="10860"/>
                    <a:pt x="1217" y="10860"/>
                  </a:cubicBezTo>
                  <a:cubicBezTo>
                    <a:pt x="1506" y="10860"/>
                    <a:pt x="1801" y="10756"/>
                    <a:pt x="2044" y="10522"/>
                  </a:cubicBezTo>
                  <a:lnTo>
                    <a:pt x="5641" y="12320"/>
                  </a:lnTo>
                  <a:cubicBezTo>
                    <a:pt x="5552" y="13043"/>
                    <a:pt x="6117" y="13676"/>
                    <a:pt x="6839" y="13676"/>
                  </a:cubicBezTo>
                  <a:cubicBezTo>
                    <a:pt x="7559" y="13676"/>
                    <a:pt x="8124" y="13045"/>
                    <a:pt x="8035" y="12320"/>
                  </a:cubicBezTo>
                  <a:lnTo>
                    <a:pt x="11632" y="10522"/>
                  </a:lnTo>
                  <a:cubicBezTo>
                    <a:pt x="11875" y="10756"/>
                    <a:pt x="12170" y="10860"/>
                    <a:pt x="12459" y="10860"/>
                  </a:cubicBezTo>
                  <a:cubicBezTo>
                    <a:pt x="13080" y="10860"/>
                    <a:pt x="13676" y="10377"/>
                    <a:pt x="13676" y="9654"/>
                  </a:cubicBezTo>
                  <a:cubicBezTo>
                    <a:pt x="13676" y="9129"/>
                    <a:pt x="13340" y="8682"/>
                    <a:pt x="12872" y="8516"/>
                  </a:cubicBezTo>
                  <a:lnTo>
                    <a:pt x="12872" y="5160"/>
                  </a:lnTo>
                  <a:cubicBezTo>
                    <a:pt x="13340" y="4994"/>
                    <a:pt x="13676" y="4546"/>
                    <a:pt x="13676" y="4022"/>
                  </a:cubicBezTo>
                  <a:cubicBezTo>
                    <a:pt x="13676" y="3298"/>
                    <a:pt x="13080" y="2815"/>
                    <a:pt x="12459" y="2815"/>
                  </a:cubicBezTo>
                  <a:cubicBezTo>
                    <a:pt x="12170" y="2815"/>
                    <a:pt x="11875" y="2920"/>
                    <a:pt x="11632" y="3154"/>
                  </a:cubicBezTo>
                  <a:lnTo>
                    <a:pt x="8035" y="1356"/>
                  </a:lnTo>
                  <a:cubicBezTo>
                    <a:pt x="8124" y="633"/>
                    <a:pt x="7559" y="0"/>
                    <a:pt x="68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56"/>
            <p:cNvSpPr/>
            <p:nvPr/>
          </p:nvSpPr>
          <p:spPr>
            <a:xfrm>
              <a:off x="8212038" y="3568085"/>
              <a:ext cx="44253" cy="89144"/>
            </a:xfrm>
            <a:custGeom>
              <a:avLst/>
              <a:gdLst/>
              <a:ahLst/>
              <a:cxnLst/>
              <a:rect l="l" t="t" r="r" b="b"/>
              <a:pathLst>
                <a:path w="1596" h="3215" extrusionOk="0">
                  <a:moveTo>
                    <a:pt x="0" y="1"/>
                  </a:moveTo>
                  <a:cubicBezTo>
                    <a:pt x="25" y="831"/>
                    <a:pt x="129" y="1608"/>
                    <a:pt x="300" y="2222"/>
                  </a:cubicBezTo>
                  <a:cubicBezTo>
                    <a:pt x="506" y="2965"/>
                    <a:pt x="735" y="3189"/>
                    <a:pt x="798" y="3215"/>
                  </a:cubicBezTo>
                  <a:cubicBezTo>
                    <a:pt x="859" y="3189"/>
                    <a:pt x="1089" y="2965"/>
                    <a:pt x="1296" y="2222"/>
                  </a:cubicBezTo>
                  <a:cubicBezTo>
                    <a:pt x="1466" y="1608"/>
                    <a:pt x="1569" y="831"/>
                    <a:pt x="15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56"/>
            <p:cNvSpPr/>
            <p:nvPr/>
          </p:nvSpPr>
          <p:spPr>
            <a:xfrm>
              <a:off x="8212038" y="3456731"/>
              <a:ext cx="44253" cy="89199"/>
            </a:xfrm>
            <a:custGeom>
              <a:avLst/>
              <a:gdLst/>
              <a:ahLst/>
              <a:cxnLst/>
              <a:rect l="l" t="t" r="r" b="b"/>
              <a:pathLst>
                <a:path w="1596" h="3217" extrusionOk="0">
                  <a:moveTo>
                    <a:pt x="798" y="1"/>
                  </a:moveTo>
                  <a:cubicBezTo>
                    <a:pt x="735" y="29"/>
                    <a:pt x="506" y="251"/>
                    <a:pt x="300" y="996"/>
                  </a:cubicBezTo>
                  <a:cubicBezTo>
                    <a:pt x="129" y="1608"/>
                    <a:pt x="25" y="2385"/>
                    <a:pt x="0" y="3216"/>
                  </a:cubicBezTo>
                  <a:lnTo>
                    <a:pt x="1596" y="3216"/>
                  </a:lnTo>
                  <a:cubicBezTo>
                    <a:pt x="1569" y="2385"/>
                    <a:pt x="1466" y="1608"/>
                    <a:pt x="1296" y="996"/>
                  </a:cubicBezTo>
                  <a:cubicBezTo>
                    <a:pt x="1089" y="251"/>
                    <a:pt x="859" y="29"/>
                    <a:pt x="7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56"/>
            <p:cNvSpPr/>
            <p:nvPr/>
          </p:nvSpPr>
          <p:spPr>
            <a:xfrm>
              <a:off x="8263472" y="3461085"/>
              <a:ext cx="70400" cy="84846"/>
            </a:xfrm>
            <a:custGeom>
              <a:avLst/>
              <a:gdLst/>
              <a:ahLst/>
              <a:cxnLst/>
              <a:rect l="l" t="t" r="r" b="b"/>
              <a:pathLst>
                <a:path w="2539" h="3060" extrusionOk="0">
                  <a:moveTo>
                    <a:pt x="1" y="0"/>
                  </a:moveTo>
                  <a:lnTo>
                    <a:pt x="1" y="0"/>
                  </a:lnTo>
                  <a:cubicBezTo>
                    <a:pt x="376" y="872"/>
                    <a:pt x="518" y="2110"/>
                    <a:pt x="546" y="3059"/>
                  </a:cubicBezTo>
                  <a:lnTo>
                    <a:pt x="2538" y="3059"/>
                  </a:lnTo>
                  <a:cubicBezTo>
                    <a:pt x="2378" y="1610"/>
                    <a:pt x="1358" y="417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56"/>
            <p:cNvSpPr/>
            <p:nvPr/>
          </p:nvSpPr>
          <p:spPr>
            <a:xfrm>
              <a:off x="8134428" y="3461085"/>
              <a:ext cx="70428" cy="84846"/>
            </a:xfrm>
            <a:custGeom>
              <a:avLst/>
              <a:gdLst/>
              <a:ahLst/>
              <a:cxnLst/>
              <a:rect l="l" t="t" r="r" b="b"/>
              <a:pathLst>
                <a:path w="2540" h="3060" extrusionOk="0">
                  <a:moveTo>
                    <a:pt x="2539" y="0"/>
                  </a:moveTo>
                  <a:cubicBezTo>
                    <a:pt x="1182" y="417"/>
                    <a:pt x="162" y="1610"/>
                    <a:pt x="0" y="3059"/>
                  </a:cubicBezTo>
                  <a:lnTo>
                    <a:pt x="1994" y="3059"/>
                  </a:lnTo>
                  <a:cubicBezTo>
                    <a:pt x="2022" y="2113"/>
                    <a:pt x="2162" y="874"/>
                    <a:pt x="25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56"/>
            <p:cNvSpPr/>
            <p:nvPr/>
          </p:nvSpPr>
          <p:spPr>
            <a:xfrm>
              <a:off x="8134428" y="3568085"/>
              <a:ext cx="70428" cy="84818"/>
            </a:xfrm>
            <a:custGeom>
              <a:avLst/>
              <a:gdLst/>
              <a:ahLst/>
              <a:cxnLst/>
              <a:rect l="l" t="t" r="r" b="b"/>
              <a:pathLst>
                <a:path w="2540" h="3059" extrusionOk="0">
                  <a:moveTo>
                    <a:pt x="0" y="1"/>
                  </a:moveTo>
                  <a:cubicBezTo>
                    <a:pt x="162" y="1450"/>
                    <a:pt x="1182" y="2644"/>
                    <a:pt x="2539" y="3059"/>
                  </a:cubicBezTo>
                  <a:cubicBezTo>
                    <a:pt x="2162" y="2185"/>
                    <a:pt x="2022" y="948"/>
                    <a:pt x="19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56"/>
            <p:cNvSpPr/>
            <p:nvPr/>
          </p:nvSpPr>
          <p:spPr>
            <a:xfrm>
              <a:off x="8263472" y="3568085"/>
              <a:ext cx="70400" cy="84818"/>
            </a:xfrm>
            <a:custGeom>
              <a:avLst/>
              <a:gdLst/>
              <a:ahLst/>
              <a:cxnLst/>
              <a:rect l="l" t="t" r="r" b="b"/>
              <a:pathLst>
                <a:path w="2539" h="3059" extrusionOk="0">
                  <a:moveTo>
                    <a:pt x="544" y="1"/>
                  </a:moveTo>
                  <a:cubicBezTo>
                    <a:pt x="518" y="948"/>
                    <a:pt x="376" y="2185"/>
                    <a:pt x="1" y="3059"/>
                  </a:cubicBezTo>
                  <a:cubicBezTo>
                    <a:pt x="1358" y="2644"/>
                    <a:pt x="2378" y="1450"/>
                    <a:pt x="25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695" name="Google Shape;695;p56"/>
          <p:cNvGrpSpPr/>
          <p:nvPr/>
        </p:nvGrpSpPr>
        <p:grpSpPr>
          <a:xfrm>
            <a:off x="9637984" y="4489933"/>
            <a:ext cx="326704" cy="505417"/>
            <a:chOff x="7228488" y="3367449"/>
            <a:chExt cx="245028" cy="379063"/>
          </a:xfrm>
        </p:grpSpPr>
        <p:sp>
          <p:nvSpPr>
            <p:cNvPr id="696" name="Google Shape;696;p56"/>
            <p:cNvSpPr/>
            <p:nvPr/>
          </p:nvSpPr>
          <p:spPr>
            <a:xfrm>
              <a:off x="7228488" y="3367449"/>
              <a:ext cx="200636" cy="268042"/>
            </a:xfrm>
            <a:custGeom>
              <a:avLst/>
              <a:gdLst/>
              <a:ahLst/>
              <a:cxnLst/>
              <a:rect l="l" t="t" r="r" b="b"/>
              <a:pathLst>
                <a:path w="7236" h="9667" extrusionOk="0">
                  <a:moveTo>
                    <a:pt x="1602" y="1871"/>
                  </a:moveTo>
                  <a:lnTo>
                    <a:pt x="1602" y="2672"/>
                  </a:lnTo>
                  <a:lnTo>
                    <a:pt x="801" y="2672"/>
                  </a:lnTo>
                  <a:lnTo>
                    <a:pt x="801" y="1871"/>
                  </a:lnTo>
                  <a:close/>
                  <a:moveTo>
                    <a:pt x="1" y="1"/>
                  </a:moveTo>
                  <a:lnTo>
                    <a:pt x="1" y="6035"/>
                  </a:lnTo>
                  <a:lnTo>
                    <a:pt x="2420" y="6035"/>
                  </a:lnTo>
                  <a:cubicBezTo>
                    <a:pt x="2420" y="6035"/>
                    <a:pt x="2420" y="6035"/>
                    <a:pt x="2420" y="6035"/>
                  </a:cubicBezTo>
                  <a:cubicBezTo>
                    <a:pt x="2423" y="6035"/>
                    <a:pt x="3398" y="5509"/>
                    <a:pt x="3379" y="4369"/>
                  </a:cubicBezTo>
                  <a:lnTo>
                    <a:pt x="3379" y="4369"/>
                  </a:lnTo>
                  <a:lnTo>
                    <a:pt x="3811" y="5322"/>
                  </a:lnTo>
                  <a:cubicBezTo>
                    <a:pt x="4166" y="6106"/>
                    <a:pt x="3862" y="7031"/>
                    <a:pt x="3113" y="7453"/>
                  </a:cubicBezTo>
                  <a:cubicBezTo>
                    <a:pt x="2207" y="7815"/>
                    <a:pt x="1614" y="8692"/>
                    <a:pt x="1614" y="9666"/>
                  </a:cubicBezTo>
                  <a:lnTo>
                    <a:pt x="7235" y="9666"/>
                  </a:lnTo>
                  <a:lnTo>
                    <a:pt x="7235" y="4565"/>
                  </a:lnTo>
                  <a:cubicBezTo>
                    <a:pt x="7235" y="2045"/>
                    <a:pt x="5192" y="1"/>
                    <a:pt x="26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56"/>
            <p:cNvSpPr/>
            <p:nvPr/>
          </p:nvSpPr>
          <p:spPr>
            <a:xfrm>
              <a:off x="7228488" y="3713183"/>
              <a:ext cx="245028" cy="33328"/>
            </a:xfrm>
            <a:custGeom>
              <a:avLst/>
              <a:gdLst/>
              <a:ahLst/>
              <a:cxnLst/>
              <a:rect l="l" t="t" r="r" b="b"/>
              <a:pathLst>
                <a:path w="8837" h="1202" extrusionOk="0">
                  <a:moveTo>
                    <a:pt x="1" y="1"/>
                  </a:moveTo>
                  <a:lnTo>
                    <a:pt x="1" y="1202"/>
                  </a:lnTo>
                  <a:lnTo>
                    <a:pt x="8837" y="1202"/>
                  </a:lnTo>
                  <a:lnTo>
                    <a:pt x="88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56"/>
            <p:cNvSpPr/>
            <p:nvPr/>
          </p:nvSpPr>
          <p:spPr>
            <a:xfrm>
              <a:off x="7250698" y="3657672"/>
              <a:ext cx="200608" cy="33301"/>
            </a:xfrm>
            <a:custGeom>
              <a:avLst/>
              <a:gdLst/>
              <a:ahLst/>
              <a:cxnLst/>
              <a:rect l="l" t="t" r="r" b="b"/>
              <a:pathLst>
                <a:path w="7235" h="1201" extrusionOk="0">
                  <a:moveTo>
                    <a:pt x="0" y="0"/>
                  </a:moveTo>
                  <a:lnTo>
                    <a:pt x="0" y="1201"/>
                  </a:lnTo>
                  <a:lnTo>
                    <a:pt x="7235" y="1201"/>
                  </a:lnTo>
                  <a:lnTo>
                    <a:pt x="723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699" name="Google Shape;699;p56"/>
          <p:cNvGrpSpPr/>
          <p:nvPr/>
        </p:nvGrpSpPr>
        <p:grpSpPr>
          <a:xfrm>
            <a:off x="8563747" y="4490375"/>
            <a:ext cx="416504" cy="504973"/>
            <a:chOff x="6422810" y="3367781"/>
            <a:chExt cx="312378" cy="378730"/>
          </a:xfrm>
        </p:grpSpPr>
        <p:sp>
          <p:nvSpPr>
            <p:cNvPr id="700" name="Google Shape;700;p56"/>
            <p:cNvSpPr/>
            <p:nvPr/>
          </p:nvSpPr>
          <p:spPr>
            <a:xfrm>
              <a:off x="6422810" y="3367781"/>
              <a:ext cx="312378" cy="155912"/>
            </a:xfrm>
            <a:custGeom>
              <a:avLst/>
              <a:gdLst/>
              <a:ahLst/>
              <a:cxnLst/>
              <a:rect l="l" t="t" r="r" b="b"/>
              <a:pathLst>
                <a:path w="11266" h="5623" extrusionOk="0">
                  <a:moveTo>
                    <a:pt x="8035" y="1"/>
                  </a:moveTo>
                  <a:cubicBezTo>
                    <a:pt x="7336" y="1"/>
                    <a:pt x="6773" y="604"/>
                    <a:pt x="6839" y="1320"/>
                  </a:cubicBezTo>
                  <a:cubicBezTo>
                    <a:pt x="6891" y="1897"/>
                    <a:pt x="7356" y="2360"/>
                    <a:pt x="7933" y="2408"/>
                  </a:cubicBezTo>
                  <a:cubicBezTo>
                    <a:pt x="7968" y="2411"/>
                    <a:pt x="8003" y="2413"/>
                    <a:pt x="8038" y="2413"/>
                  </a:cubicBezTo>
                  <a:cubicBezTo>
                    <a:pt x="8223" y="2413"/>
                    <a:pt x="8398" y="2371"/>
                    <a:pt x="8554" y="2296"/>
                  </a:cubicBezTo>
                  <a:lnTo>
                    <a:pt x="9237" y="2981"/>
                  </a:lnTo>
                  <a:lnTo>
                    <a:pt x="9237" y="4021"/>
                  </a:lnTo>
                  <a:lnTo>
                    <a:pt x="2002" y="4021"/>
                  </a:lnTo>
                  <a:lnTo>
                    <a:pt x="2002" y="2981"/>
                  </a:lnTo>
                  <a:lnTo>
                    <a:pt x="2685" y="2296"/>
                  </a:lnTo>
                  <a:cubicBezTo>
                    <a:pt x="2842" y="2371"/>
                    <a:pt x="3017" y="2413"/>
                    <a:pt x="3201" y="2413"/>
                  </a:cubicBezTo>
                  <a:cubicBezTo>
                    <a:pt x="3250" y="2413"/>
                    <a:pt x="3300" y="2410"/>
                    <a:pt x="3350" y="2404"/>
                  </a:cubicBezTo>
                  <a:cubicBezTo>
                    <a:pt x="3874" y="2341"/>
                    <a:pt x="4302" y="1933"/>
                    <a:pt x="4387" y="1412"/>
                  </a:cubicBezTo>
                  <a:cubicBezTo>
                    <a:pt x="4512" y="657"/>
                    <a:pt x="3933" y="1"/>
                    <a:pt x="3204" y="1"/>
                  </a:cubicBezTo>
                  <a:cubicBezTo>
                    <a:pt x="3183" y="1"/>
                    <a:pt x="3163" y="1"/>
                    <a:pt x="3143" y="2"/>
                  </a:cubicBezTo>
                  <a:cubicBezTo>
                    <a:pt x="2513" y="34"/>
                    <a:pt x="2012" y="559"/>
                    <a:pt x="2003" y="1188"/>
                  </a:cubicBezTo>
                  <a:cubicBezTo>
                    <a:pt x="2000" y="1381"/>
                    <a:pt x="2042" y="1564"/>
                    <a:pt x="2120" y="1726"/>
                  </a:cubicBezTo>
                  <a:lnTo>
                    <a:pt x="1201" y="2648"/>
                  </a:lnTo>
                  <a:lnTo>
                    <a:pt x="1201" y="4021"/>
                  </a:lnTo>
                  <a:lnTo>
                    <a:pt x="0" y="4021"/>
                  </a:lnTo>
                  <a:lnTo>
                    <a:pt x="0" y="5622"/>
                  </a:lnTo>
                  <a:lnTo>
                    <a:pt x="11265" y="5622"/>
                  </a:lnTo>
                  <a:lnTo>
                    <a:pt x="11265" y="4021"/>
                  </a:lnTo>
                  <a:lnTo>
                    <a:pt x="10038" y="4021"/>
                  </a:lnTo>
                  <a:lnTo>
                    <a:pt x="10038" y="2649"/>
                  </a:lnTo>
                  <a:lnTo>
                    <a:pt x="9119" y="1727"/>
                  </a:lnTo>
                  <a:cubicBezTo>
                    <a:pt x="9197" y="1564"/>
                    <a:pt x="9240" y="1381"/>
                    <a:pt x="9237" y="1188"/>
                  </a:cubicBezTo>
                  <a:cubicBezTo>
                    <a:pt x="9227" y="559"/>
                    <a:pt x="8726" y="34"/>
                    <a:pt x="8097" y="2"/>
                  </a:cubicBezTo>
                  <a:cubicBezTo>
                    <a:pt x="8076" y="1"/>
                    <a:pt x="8056" y="1"/>
                    <a:pt x="80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01" name="Google Shape;701;p56"/>
            <p:cNvSpPr/>
            <p:nvPr/>
          </p:nvSpPr>
          <p:spPr>
            <a:xfrm>
              <a:off x="6456083" y="3702064"/>
              <a:ext cx="245083" cy="44447"/>
            </a:xfrm>
            <a:custGeom>
              <a:avLst/>
              <a:gdLst/>
              <a:ahLst/>
              <a:cxnLst/>
              <a:rect l="l" t="t" r="r" b="b"/>
              <a:pathLst>
                <a:path w="8839" h="1603" extrusionOk="0">
                  <a:moveTo>
                    <a:pt x="1094" y="0"/>
                  </a:moveTo>
                  <a:lnTo>
                    <a:pt x="1183" y="802"/>
                  </a:lnTo>
                  <a:lnTo>
                    <a:pt x="1" y="802"/>
                  </a:lnTo>
                  <a:lnTo>
                    <a:pt x="1" y="1603"/>
                  </a:lnTo>
                  <a:lnTo>
                    <a:pt x="8838" y="1603"/>
                  </a:lnTo>
                  <a:lnTo>
                    <a:pt x="8838" y="802"/>
                  </a:lnTo>
                  <a:lnTo>
                    <a:pt x="7684" y="802"/>
                  </a:lnTo>
                  <a:lnTo>
                    <a:pt x="777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56"/>
            <p:cNvSpPr/>
            <p:nvPr/>
          </p:nvSpPr>
          <p:spPr>
            <a:xfrm>
              <a:off x="6547556" y="3590295"/>
              <a:ext cx="62609" cy="44475"/>
            </a:xfrm>
            <a:custGeom>
              <a:avLst/>
              <a:gdLst/>
              <a:ahLst/>
              <a:cxnLst/>
              <a:rect l="l" t="t" r="r" b="b"/>
              <a:pathLst>
                <a:path w="2258" h="1604" extrusionOk="0">
                  <a:moveTo>
                    <a:pt x="1" y="1"/>
                  </a:moveTo>
                  <a:lnTo>
                    <a:pt x="267" y="1603"/>
                  </a:lnTo>
                  <a:lnTo>
                    <a:pt x="1992" y="1603"/>
                  </a:lnTo>
                  <a:lnTo>
                    <a:pt x="22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56"/>
            <p:cNvSpPr/>
            <p:nvPr/>
          </p:nvSpPr>
          <p:spPr>
            <a:xfrm>
              <a:off x="6468366" y="3545903"/>
              <a:ext cx="220988" cy="133979"/>
            </a:xfrm>
            <a:custGeom>
              <a:avLst/>
              <a:gdLst/>
              <a:ahLst/>
              <a:cxnLst/>
              <a:rect l="l" t="t" r="r" b="b"/>
              <a:pathLst>
                <a:path w="7970" h="4832" extrusionOk="0">
                  <a:moveTo>
                    <a:pt x="6059" y="801"/>
                  </a:moveTo>
                  <a:lnTo>
                    <a:pt x="5526" y="4005"/>
                  </a:lnTo>
                  <a:lnTo>
                    <a:pt x="2445" y="4005"/>
                  </a:lnTo>
                  <a:lnTo>
                    <a:pt x="1910" y="801"/>
                  </a:lnTo>
                  <a:close/>
                  <a:moveTo>
                    <a:pt x="1" y="0"/>
                  </a:moveTo>
                  <a:lnTo>
                    <a:pt x="538" y="4832"/>
                  </a:lnTo>
                  <a:lnTo>
                    <a:pt x="7432" y="4832"/>
                  </a:lnTo>
                  <a:lnTo>
                    <a:pt x="79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704" name="Google Shape;704;p56"/>
          <p:cNvGrpSpPr/>
          <p:nvPr/>
        </p:nvGrpSpPr>
        <p:grpSpPr>
          <a:xfrm>
            <a:off x="7475535" y="4490006"/>
            <a:ext cx="505343" cy="505343"/>
            <a:chOff x="5606651" y="3367504"/>
            <a:chExt cx="379007" cy="379007"/>
          </a:xfrm>
        </p:grpSpPr>
        <p:sp>
          <p:nvSpPr>
            <p:cNvPr id="705" name="Google Shape;705;p56"/>
            <p:cNvSpPr/>
            <p:nvPr/>
          </p:nvSpPr>
          <p:spPr>
            <a:xfrm>
              <a:off x="5606651" y="3367504"/>
              <a:ext cx="379007" cy="379007"/>
            </a:xfrm>
            <a:custGeom>
              <a:avLst/>
              <a:gdLst/>
              <a:ahLst/>
              <a:cxnLst/>
              <a:rect l="l" t="t" r="r" b="b"/>
              <a:pathLst>
                <a:path w="13669" h="13669" extrusionOk="0">
                  <a:moveTo>
                    <a:pt x="8864" y="4832"/>
                  </a:moveTo>
                  <a:lnTo>
                    <a:pt x="8864" y="8864"/>
                  </a:lnTo>
                  <a:lnTo>
                    <a:pt x="4832" y="8864"/>
                  </a:lnTo>
                  <a:lnTo>
                    <a:pt x="4832" y="4832"/>
                  </a:lnTo>
                  <a:close/>
                  <a:moveTo>
                    <a:pt x="4031" y="0"/>
                  </a:moveTo>
                  <a:lnTo>
                    <a:pt x="4031" y="4031"/>
                  </a:lnTo>
                  <a:lnTo>
                    <a:pt x="0" y="4031"/>
                  </a:lnTo>
                  <a:lnTo>
                    <a:pt x="0" y="4832"/>
                  </a:lnTo>
                  <a:lnTo>
                    <a:pt x="4031" y="4832"/>
                  </a:lnTo>
                  <a:lnTo>
                    <a:pt x="4031" y="8836"/>
                  </a:lnTo>
                  <a:lnTo>
                    <a:pt x="0" y="8836"/>
                  </a:lnTo>
                  <a:lnTo>
                    <a:pt x="0" y="9638"/>
                  </a:lnTo>
                  <a:lnTo>
                    <a:pt x="4031" y="9638"/>
                  </a:lnTo>
                  <a:lnTo>
                    <a:pt x="4031" y="13669"/>
                  </a:lnTo>
                  <a:lnTo>
                    <a:pt x="4832" y="13669"/>
                  </a:lnTo>
                  <a:lnTo>
                    <a:pt x="4832" y="9638"/>
                  </a:lnTo>
                  <a:lnTo>
                    <a:pt x="8836" y="9638"/>
                  </a:lnTo>
                  <a:lnTo>
                    <a:pt x="8836" y="13669"/>
                  </a:lnTo>
                  <a:lnTo>
                    <a:pt x="9638" y="13669"/>
                  </a:lnTo>
                  <a:lnTo>
                    <a:pt x="9638" y="9638"/>
                  </a:lnTo>
                  <a:lnTo>
                    <a:pt x="13669" y="9638"/>
                  </a:lnTo>
                  <a:lnTo>
                    <a:pt x="13669" y="8836"/>
                  </a:lnTo>
                  <a:lnTo>
                    <a:pt x="9638" y="8836"/>
                  </a:lnTo>
                  <a:lnTo>
                    <a:pt x="9638" y="4832"/>
                  </a:lnTo>
                  <a:lnTo>
                    <a:pt x="13669" y="4832"/>
                  </a:lnTo>
                  <a:lnTo>
                    <a:pt x="13669" y="4031"/>
                  </a:lnTo>
                  <a:lnTo>
                    <a:pt x="9638" y="4031"/>
                  </a:lnTo>
                  <a:lnTo>
                    <a:pt x="9638" y="0"/>
                  </a:lnTo>
                  <a:lnTo>
                    <a:pt x="8836" y="0"/>
                  </a:lnTo>
                  <a:lnTo>
                    <a:pt x="8836" y="4031"/>
                  </a:lnTo>
                  <a:lnTo>
                    <a:pt x="4832" y="4031"/>
                  </a:lnTo>
                  <a:lnTo>
                    <a:pt x="48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56"/>
            <p:cNvSpPr/>
            <p:nvPr/>
          </p:nvSpPr>
          <p:spPr>
            <a:xfrm>
              <a:off x="5628916" y="3523527"/>
              <a:ext cx="66906" cy="66906"/>
            </a:xfrm>
            <a:custGeom>
              <a:avLst/>
              <a:gdLst/>
              <a:ahLst/>
              <a:cxnLst/>
              <a:rect l="l" t="t" r="r" b="b"/>
              <a:pathLst>
                <a:path w="2413" h="2413" extrusionOk="0">
                  <a:moveTo>
                    <a:pt x="1208" y="806"/>
                  </a:moveTo>
                  <a:cubicBezTo>
                    <a:pt x="1428" y="806"/>
                    <a:pt x="1609" y="986"/>
                    <a:pt x="1609" y="1208"/>
                  </a:cubicBezTo>
                  <a:cubicBezTo>
                    <a:pt x="1609" y="1430"/>
                    <a:pt x="1428" y="1609"/>
                    <a:pt x="1208" y="1609"/>
                  </a:cubicBezTo>
                  <a:cubicBezTo>
                    <a:pt x="985" y="1609"/>
                    <a:pt x="806" y="1430"/>
                    <a:pt x="806" y="1208"/>
                  </a:cubicBezTo>
                  <a:cubicBezTo>
                    <a:pt x="806" y="986"/>
                    <a:pt x="985" y="806"/>
                    <a:pt x="1208" y="806"/>
                  </a:cubicBezTo>
                  <a:close/>
                  <a:moveTo>
                    <a:pt x="1208" y="1"/>
                  </a:moveTo>
                  <a:cubicBezTo>
                    <a:pt x="543" y="1"/>
                    <a:pt x="1" y="543"/>
                    <a:pt x="1" y="1208"/>
                  </a:cubicBezTo>
                  <a:cubicBezTo>
                    <a:pt x="1" y="1872"/>
                    <a:pt x="543" y="2413"/>
                    <a:pt x="1208" y="2413"/>
                  </a:cubicBezTo>
                  <a:cubicBezTo>
                    <a:pt x="1872" y="2413"/>
                    <a:pt x="2413" y="1872"/>
                    <a:pt x="2413" y="1208"/>
                  </a:cubicBezTo>
                  <a:cubicBezTo>
                    <a:pt x="2413" y="543"/>
                    <a:pt x="1872" y="1"/>
                    <a:pt x="12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07" name="Google Shape;707;p56"/>
            <p:cNvSpPr/>
            <p:nvPr/>
          </p:nvSpPr>
          <p:spPr>
            <a:xfrm>
              <a:off x="5896486" y="3523527"/>
              <a:ext cx="66906" cy="66906"/>
            </a:xfrm>
            <a:custGeom>
              <a:avLst/>
              <a:gdLst/>
              <a:ahLst/>
              <a:cxnLst/>
              <a:rect l="l" t="t" r="r" b="b"/>
              <a:pathLst>
                <a:path w="2413" h="2413" extrusionOk="0">
                  <a:moveTo>
                    <a:pt x="1205" y="806"/>
                  </a:moveTo>
                  <a:cubicBezTo>
                    <a:pt x="1428" y="806"/>
                    <a:pt x="1607" y="986"/>
                    <a:pt x="1607" y="1208"/>
                  </a:cubicBezTo>
                  <a:cubicBezTo>
                    <a:pt x="1607" y="1430"/>
                    <a:pt x="1428" y="1609"/>
                    <a:pt x="1205" y="1609"/>
                  </a:cubicBezTo>
                  <a:cubicBezTo>
                    <a:pt x="985" y="1609"/>
                    <a:pt x="804" y="1430"/>
                    <a:pt x="804" y="1208"/>
                  </a:cubicBezTo>
                  <a:cubicBezTo>
                    <a:pt x="804" y="986"/>
                    <a:pt x="985" y="806"/>
                    <a:pt x="1205" y="806"/>
                  </a:cubicBezTo>
                  <a:close/>
                  <a:moveTo>
                    <a:pt x="1205" y="1"/>
                  </a:moveTo>
                  <a:cubicBezTo>
                    <a:pt x="541" y="1"/>
                    <a:pt x="0" y="543"/>
                    <a:pt x="0" y="1208"/>
                  </a:cubicBezTo>
                  <a:cubicBezTo>
                    <a:pt x="0" y="1872"/>
                    <a:pt x="541" y="2413"/>
                    <a:pt x="1205" y="2413"/>
                  </a:cubicBezTo>
                  <a:cubicBezTo>
                    <a:pt x="1870" y="2413"/>
                    <a:pt x="2412" y="1872"/>
                    <a:pt x="2412" y="1208"/>
                  </a:cubicBezTo>
                  <a:cubicBezTo>
                    <a:pt x="2412" y="543"/>
                    <a:pt x="1870" y="1"/>
                    <a:pt x="12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56"/>
            <p:cNvSpPr/>
            <p:nvPr/>
          </p:nvSpPr>
          <p:spPr>
            <a:xfrm>
              <a:off x="5762673" y="3389769"/>
              <a:ext cx="66962" cy="66906"/>
            </a:xfrm>
            <a:custGeom>
              <a:avLst/>
              <a:gdLst/>
              <a:ahLst/>
              <a:cxnLst/>
              <a:rect l="l" t="t" r="r" b="b"/>
              <a:pathLst>
                <a:path w="2415" h="2413" extrusionOk="0">
                  <a:moveTo>
                    <a:pt x="1208" y="804"/>
                  </a:moveTo>
                  <a:cubicBezTo>
                    <a:pt x="1430" y="804"/>
                    <a:pt x="1609" y="986"/>
                    <a:pt x="1609" y="1208"/>
                  </a:cubicBezTo>
                  <a:cubicBezTo>
                    <a:pt x="1609" y="1428"/>
                    <a:pt x="1430" y="1609"/>
                    <a:pt x="1208" y="1609"/>
                  </a:cubicBezTo>
                  <a:cubicBezTo>
                    <a:pt x="985" y="1609"/>
                    <a:pt x="806" y="1428"/>
                    <a:pt x="806" y="1208"/>
                  </a:cubicBezTo>
                  <a:cubicBezTo>
                    <a:pt x="806" y="986"/>
                    <a:pt x="985" y="804"/>
                    <a:pt x="1208" y="804"/>
                  </a:cubicBezTo>
                  <a:close/>
                  <a:moveTo>
                    <a:pt x="1208" y="1"/>
                  </a:moveTo>
                  <a:cubicBezTo>
                    <a:pt x="543" y="1"/>
                    <a:pt x="1" y="543"/>
                    <a:pt x="1" y="1208"/>
                  </a:cubicBezTo>
                  <a:cubicBezTo>
                    <a:pt x="1" y="1872"/>
                    <a:pt x="543" y="2413"/>
                    <a:pt x="1208" y="2413"/>
                  </a:cubicBezTo>
                  <a:cubicBezTo>
                    <a:pt x="1872" y="2413"/>
                    <a:pt x="2414" y="1872"/>
                    <a:pt x="2414" y="1208"/>
                  </a:cubicBezTo>
                  <a:cubicBezTo>
                    <a:pt x="2414" y="542"/>
                    <a:pt x="1872" y="1"/>
                    <a:pt x="12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56"/>
            <p:cNvSpPr/>
            <p:nvPr/>
          </p:nvSpPr>
          <p:spPr>
            <a:xfrm>
              <a:off x="5762673" y="3657284"/>
              <a:ext cx="66962" cy="66906"/>
            </a:xfrm>
            <a:custGeom>
              <a:avLst/>
              <a:gdLst/>
              <a:ahLst/>
              <a:cxnLst/>
              <a:rect l="l" t="t" r="r" b="b"/>
              <a:pathLst>
                <a:path w="2415" h="2413" extrusionOk="0">
                  <a:moveTo>
                    <a:pt x="1208" y="806"/>
                  </a:moveTo>
                  <a:cubicBezTo>
                    <a:pt x="1430" y="806"/>
                    <a:pt x="1609" y="986"/>
                    <a:pt x="1609" y="1208"/>
                  </a:cubicBezTo>
                  <a:cubicBezTo>
                    <a:pt x="1609" y="1430"/>
                    <a:pt x="1430" y="1609"/>
                    <a:pt x="1208" y="1609"/>
                  </a:cubicBezTo>
                  <a:cubicBezTo>
                    <a:pt x="985" y="1609"/>
                    <a:pt x="806" y="1430"/>
                    <a:pt x="806" y="1208"/>
                  </a:cubicBezTo>
                  <a:cubicBezTo>
                    <a:pt x="806" y="986"/>
                    <a:pt x="985" y="806"/>
                    <a:pt x="1208" y="806"/>
                  </a:cubicBezTo>
                  <a:close/>
                  <a:moveTo>
                    <a:pt x="1208" y="1"/>
                  </a:moveTo>
                  <a:cubicBezTo>
                    <a:pt x="543" y="1"/>
                    <a:pt x="1" y="543"/>
                    <a:pt x="1" y="1208"/>
                  </a:cubicBezTo>
                  <a:cubicBezTo>
                    <a:pt x="1" y="1872"/>
                    <a:pt x="543" y="2413"/>
                    <a:pt x="1208" y="2413"/>
                  </a:cubicBezTo>
                  <a:cubicBezTo>
                    <a:pt x="1872" y="2413"/>
                    <a:pt x="2414" y="1872"/>
                    <a:pt x="2414" y="1208"/>
                  </a:cubicBezTo>
                  <a:cubicBezTo>
                    <a:pt x="2414" y="543"/>
                    <a:pt x="1872" y="1"/>
                    <a:pt x="12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56"/>
            <p:cNvSpPr/>
            <p:nvPr/>
          </p:nvSpPr>
          <p:spPr>
            <a:xfrm>
              <a:off x="5632216" y="3393069"/>
              <a:ext cx="60363" cy="60390"/>
            </a:xfrm>
            <a:custGeom>
              <a:avLst/>
              <a:gdLst/>
              <a:ahLst/>
              <a:cxnLst/>
              <a:rect l="l" t="t" r="r" b="b"/>
              <a:pathLst>
                <a:path w="2177" h="2178" extrusionOk="0">
                  <a:moveTo>
                    <a:pt x="568" y="0"/>
                  </a:moveTo>
                  <a:lnTo>
                    <a:pt x="0" y="569"/>
                  </a:lnTo>
                  <a:lnTo>
                    <a:pt x="520" y="1089"/>
                  </a:lnTo>
                  <a:lnTo>
                    <a:pt x="0" y="1607"/>
                  </a:lnTo>
                  <a:lnTo>
                    <a:pt x="568" y="2177"/>
                  </a:lnTo>
                  <a:lnTo>
                    <a:pt x="1089" y="1657"/>
                  </a:lnTo>
                  <a:lnTo>
                    <a:pt x="1607" y="2177"/>
                  </a:lnTo>
                  <a:lnTo>
                    <a:pt x="2177" y="1607"/>
                  </a:lnTo>
                  <a:lnTo>
                    <a:pt x="1657" y="1089"/>
                  </a:lnTo>
                  <a:lnTo>
                    <a:pt x="2177" y="569"/>
                  </a:lnTo>
                  <a:lnTo>
                    <a:pt x="1607" y="0"/>
                  </a:lnTo>
                  <a:lnTo>
                    <a:pt x="1089" y="520"/>
                  </a:lnTo>
                  <a:lnTo>
                    <a:pt x="5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56"/>
            <p:cNvSpPr/>
            <p:nvPr/>
          </p:nvSpPr>
          <p:spPr>
            <a:xfrm>
              <a:off x="5899731" y="3393069"/>
              <a:ext cx="60363" cy="60390"/>
            </a:xfrm>
            <a:custGeom>
              <a:avLst/>
              <a:gdLst/>
              <a:ahLst/>
              <a:cxnLst/>
              <a:rect l="l" t="t" r="r" b="b"/>
              <a:pathLst>
                <a:path w="2177" h="2178" extrusionOk="0">
                  <a:moveTo>
                    <a:pt x="568" y="0"/>
                  </a:moveTo>
                  <a:lnTo>
                    <a:pt x="0" y="569"/>
                  </a:lnTo>
                  <a:lnTo>
                    <a:pt x="520" y="1089"/>
                  </a:lnTo>
                  <a:lnTo>
                    <a:pt x="0" y="1607"/>
                  </a:lnTo>
                  <a:lnTo>
                    <a:pt x="568" y="2177"/>
                  </a:lnTo>
                  <a:lnTo>
                    <a:pt x="1088" y="1657"/>
                  </a:lnTo>
                  <a:lnTo>
                    <a:pt x="1609" y="2177"/>
                  </a:lnTo>
                  <a:lnTo>
                    <a:pt x="2177" y="1607"/>
                  </a:lnTo>
                  <a:lnTo>
                    <a:pt x="1657" y="1089"/>
                  </a:lnTo>
                  <a:lnTo>
                    <a:pt x="2177" y="569"/>
                  </a:lnTo>
                  <a:lnTo>
                    <a:pt x="1609" y="0"/>
                  </a:lnTo>
                  <a:lnTo>
                    <a:pt x="1088" y="520"/>
                  </a:lnTo>
                  <a:lnTo>
                    <a:pt x="5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56"/>
            <p:cNvSpPr/>
            <p:nvPr/>
          </p:nvSpPr>
          <p:spPr>
            <a:xfrm>
              <a:off x="5765973" y="3526826"/>
              <a:ext cx="60363" cy="60390"/>
            </a:xfrm>
            <a:custGeom>
              <a:avLst/>
              <a:gdLst/>
              <a:ahLst/>
              <a:cxnLst/>
              <a:rect l="l" t="t" r="r" b="b"/>
              <a:pathLst>
                <a:path w="2177" h="2178" extrusionOk="0">
                  <a:moveTo>
                    <a:pt x="568" y="0"/>
                  </a:moveTo>
                  <a:lnTo>
                    <a:pt x="0" y="569"/>
                  </a:lnTo>
                  <a:lnTo>
                    <a:pt x="520" y="1089"/>
                  </a:lnTo>
                  <a:lnTo>
                    <a:pt x="0" y="1607"/>
                  </a:lnTo>
                  <a:lnTo>
                    <a:pt x="568" y="2177"/>
                  </a:lnTo>
                  <a:lnTo>
                    <a:pt x="1089" y="1657"/>
                  </a:lnTo>
                  <a:lnTo>
                    <a:pt x="1609" y="2177"/>
                  </a:lnTo>
                  <a:lnTo>
                    <a:pt x="2177" y="1607"/>
                  </a:lnTo>
                  <a:lnTo>
                    <a:pt x="1657" y="1089"/>
                  </a:lnTo>
                  <a:lnTo>
                    <a:pt x="2177" y="569"/>
                  </a:lnTo>
                  <a:lnTo>
                    <a:pt x="1609" y="0"/>
                  </a:lnTo>
                  <a:lnTo>
                    <a:pt x="1089" y="520"/>
                  </a:lnTo>
                  <a:lnTo>
                    <a:pt x="5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56"/>
            <p:cNvSpPr/>
            <p:nvPr/>
          </p:nvSpPr>
          <p:spPr>
            <a:xfrm>
              <a:off x="5899731" y="3660584"/>
              <a:ext cx="60363" cy="60390"/>
            </a:xfrm>
            <a:custGeom>
              <a:avLst/>
              <a:gdLst/>
              <a:ahLst/>
              <a:cxnLst/>
              <a:rect l="l" t="t" r="r" b="b"/>
              <a:pathLst>
                <a:path w="2177" h="2178" extrusionOk="0">
                  <a:moveTo>
                    <a:pt x="570" y="0"/>
                  </a:moveTo>
                  <a:lnTo>
                    <a:pt x="0" y="569"/>
                  </a:lnTo>
                  <a:lnTo>
                    <a:pt x="520" y="1089"/>
                  </a:lnTo>
                  <a:lnTo>
                    <a:pt x="0" y="1609"/>
                  </a:lnTo>
                  <a:lnTo>
                    <a:pt x="570" y="2177"/>
                  </a:lnTo>
                  <a:lnTo>
                    <a:pt x="1088" y="1657"/>
                  </a:lnTo>
                  <a:lnTo>
                    <a:pt x="1609" y="2177"/>
                  </a:lnTo>
                  <a:lnTo>
                    <a:pt x="2177" y="1609"/>
                  </a:lnTo>
                  <a:lnTo>
                    <a:pt x="1657" y="1089"/>
                  </a:lnTo>
                  <a:lnTo>
                    <a:pt x="2177" y="569"/>
                  </a:lnTo>
                  <a:lnTo>
                    <a:pt x="1609" y="0"/>
                  </a:lnTo>
                  <a:lnTo>
                    <a:pt x="1088" y="520"/>
                  </a:lnTo>
                  <a:lnTo>
                    <a:pt x="5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56"/>
            <p:cNvSpPr/>
            <p:nvPr/>
          </p:nvSpPr>
          <p:spPr>
            <a:xfrm>
              <a:off x="5632216" y="3660584"/>
              <a:ext cx="60363" cy="60390"/>
            </a:xfrm>
            <a:custGeom>
              <a:avLst/>
              <a:gdLst/>
              <a:ahLst/>
              <a:cxnLst/>
              <a:rect l="l" t="t" r="r" b="b"/>
              <a:pathLst>
                <a:path w="2177" h="2178" extrusionOk="0">
                  <a:moveTo>
                    <a:pt x="568" y="0"/>
                  </a:moveTo>
                  <a:lnTo>
                    <a:pt x="0" y="569"/>
                  </a:lnTo>
                  <a:lnTo>
                    <a:pt x="520" y="1089"/>
                  </a:lnTo>
                  <a:lnTo>
                    <a:pt x="0" y="1609"/>
                  </a:lnTo>
                  <a:lnTo>
                    <a:pt x="568" y="2177"/>
                  </a:lnTo>
                  <a:lnTo>
                    <a:pt x="1089" y="1657"/>
                  </a:lnTo>
                  <a:lnTo>
                    <a:pt x="1609" y="2177"/>
                  </a:lnTo>
                  <a:lnTo>
                    <a:pt x="2177" y="1609"/>
                  </a:lnTo>
                  <a:lnTo>
                    <a:pt x="1657" y="1089"/>
                  </a:lnTo>
                  <a:lnTo>
                    <a:pt x="2177" y="569"/>
                  </a:lnTo>
                  <a:lnTo>
                    <a:pt x="1609" y="0"/>
                  </a:lnTo>
                  <a:lnTo>
                    <a:pt x="1089" y="520"/>
                  </a:lnTo>
                  <a:lnTo>
                    <a:pt x="5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715" name="Google Shape;715;p56"/>
          <p:cNvGrpSpPr/>
          <p:nvPr/>
        </p:nvGrpSpPr>
        <p:grpSpPr>
          <a:xfrm>
            <a:off x="960238" y="5285194"/>
            <a:ext cx="326741" cy="505453"/>
            <a:chOff x="720178" y="3963895"/>
            <a:chExt cx="245056" cy="379090"/>
          </a:xfrm>
        </p:grpSpPr>
        <p:sp>
          <p:nvSpPr>
            <p:cNvPr id="716" name="Google Shape;716;p56"/>
            <p:cNvSpPr/>
            <p:nvPr/>
          </p:nvSpPr>
          <p:spPr>
            <a:xfrm>
              <a:off x="720178" y="3986105"/>
              <a:ext cx="22237" cy="66657"/>
            </a:xfrm>
            <a:custGeom>
              <a:avLst/>
              <a:gdLst/>
              <a:ahLst/>
              <a:cxnLst/>
              <a:rect l="l" t="t" r="r" b="b"/>
              <a:pathLst>
                <a:path w="802" h="2404" extrusionOk="0">
                  <a:moveTo>
                    <a:pt x="1" y="0"/>
                  </a:moveTo>
                  <a:lnTo>
                    <a:pt x="1" y="2403"/>
                  </a:lnTo>
                  <a:lnTo>
                    <a:pt x="801" y="2403"/>
                  </a:lnTo>
                  <a:lnTo>
                    <a:pt x="8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56"/>
            <p:cNvSpPr/>
            <p:nvPr/>
          </p:nvSpPr>
          <p:spPr>
            <a:xfrm>
              <a:off x="764625" y="3963895"/>
              <a:ext cx="22210" cy="88867"/>
            </a:xfrm>
            <a:custGeom>
              <a:avLst/>
              <a:gdLst/>
              <a:ahLst/>
              <a:cxnLst/>
              <a:rect l="l" t="t" r="r" b="b"/>
              <a:pathLst>
                <a:path w="801" h="3205" extrusionOk="0">
                  <a:moveTo>
                    <a:pt x="0" y="1"/>
                  </a:moveTo>
                  <a:lnTo>
                    <a:pt x="0" y="3204"/>
                  </a:lnTo>
                  <a:lnTo>
                    <a:pt x="801" y="3204"/>
                  </a:lnTo>
                  <a:lnTo>
                    <a:pt x="8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56"/>
            <p:cNvSpPr/>
            <p:nvPr/>
          </p:nvSpPr>
          <p:spPr>
            <a:xfrm>
              <a:off x="943024" y="3986105"/>
              <a:ext cx="22210" cy="66657"/>
            </a:xfrm>
            <a:custGeom>
              <a:avLst/>
              <a:gdLst/>
              <a:ahLst/>
              <a:cxnLst/>
              <a:rect l="l" t="t" r="r" b="b"/>
              <a:pathLst>
                <a:path w="801" h="2404" extrusionOk="0">
                  <a:moveTo>
                    <a:pt x="0" y="0"/>
                  </a:moveTo>
                  <a:lnTo>
                    <a:pt x="0" y="2403"/>
                  </a:lnTo>
                  <a:lnTo>
                    <a:pt x="801" y="2403"/>
                  </a:lnTo>
                  <a:lnTo>
                    <a:pt x="8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56"/>
            <p:cNvSpPr/>
            <p:nvPr/>
          </p:nvSpPr>
          <p:spPr>
            <a:xfrm>
              <a:off x="898577" y="3963895"/>
              <a:ext cx="22237" cy="88867"/>
            </a:xfrm>
            <a:custGeom>
              <a:avLst/>
              <a:gdLst/>
              <a:ahLst/>
              <a:cxnLst/>
              <a:rect l="l" t="t" r="r" b="b"/>
              <a:pathLst>
                <a:path w="802" h="3205" extrusionOk="0">
                  <a:moveTo>
                    <a:pt x="1" y="1"/>
                  </a:moveTo>
                  <a:lnTo>
                    <a:pt x="1" y="3204"/>
                  </a:lnTo>
                  <a:lnTo>
                    <a:pt x="801" y="3204"/>
                  </a:lnTo>
                  <a:lnTo>
                    <a:pt x="8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56"/>
            <p:cNvSpPr/>
            <p:nvPr/>
          </p:nvSpPr>
          <p:spPr>
            <a:xfrm>
              <a:off x="720178" y="4075692"/>
              <a:ext cx="66657" cy="44419"/>
            </a:xfrm>
            <a:custGeom>
              <a:avLst/>
              <a:gdLst/>
              <a:ahLst/>
              <a:cxnLst/>
              <a:rect l="l" t="t" r="r" b="b"/>
              <a:pathLst>
                <a:path w="2404" h="1602" extrusionOk="0">
                  <a:moveTo>
                    <a:pt x="1" y="1"/>
                  </a:moveTo>
                  <a:lnTo>
                    <a:pt x="1" y="1602"/>
                  </a:lnTo>
                  <a:lnTo>
                    <a:pt x="2404" y="1602"/>
                  </a:lnTo>
                  <a:lnTo>
                    <a:pt x="24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56"/>
            <p:cNvSpPr/>
            <p:nvPr/>
          </p:nvSpPr>
          <p:spPr>
            <a:xfrm>
              <a:off x="898577" y="4075692"/>
              <a:ext cx="66657" cy="44419"/>
            </a:xfrm>
            <a:custGeom>
              <a:avLst/>
              <a:gdLst/>
              <a:ahLst/>
              <a:cxnLst/>
              <a:rect l="l" t="t" r="r" b="b"/>
              <a:pathLst>
                <a:path w="2404" h="1602" extrusionOk="0">
                  <a:moveTo>
                    <a:pt x="1" y="1"/>
                  </a:moveTo>
                  <a:lnTo>
                    <a:pt x="1" y="1602"/>
                  </a:lnTo>
                  <a:lnTo>
                    <a:pt x="2404" y="1602"/>
                  </a:lnTo>
                  <a:lnTo>
                    <a:pt x="24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56"/>
            <p:cNvSpPr/>
            <p:nvPr/>
          </p:nvSpPr>
          <p:spPr>
            <a:xfrm>
              <a:off x="720178" y="4142294"/>
              <a:ext cx="245056" cy="200692"/>
            </a:xfrm>
            <a:custGeom>
              <a:avLst/>
              <a:gdLst/>
              <a:ahLst/>
              <a:cxnLst/>
              <a:rect l="l" t="t" r="r" b="b"/>
              <a:pathLst>
                <a:path w="8838" h="7238" extrusionOk="0">
                  <a:moveTo>
                    <a:pt x="1" y="1"/>
                  </a:moveTo>
                  <a:lnTo>
                    <a:pt x="1" y="2772"/>
                  </a:lnTo>
                  <a:cubicBezTo>
                    <a:pt x="1" y="5229"/>
                    <a:pt x="1985" y="7237"/>
                    <a:pt x="4420" y="7237"/>
                  </a:cubicBezTo>
                  <a:cubicBezTo>
                    <a:pt x="4479" y="7237"/>
                    <a:pt x="4539" y="7236"/>
                    <a:pt x="4598" y="7234"/>
                  </a:cubicBezTo>
                  <a:cubicBezTo>
                    <a:pt x="6956" y="7140"/>
                    <a:pt x="8838" y="5197"/>
                    <a:pt x="8838" y="2816"/>
                  </a:cubicBezTo>
                  <a:lnTo>
                    <a:pt x="8838" y="1"/>
                  </a:lnTo>
                  <a:lnTo>
                    <a:pt x="6435" y="1"/>
                  </a:lnTo>
                  <a:lnTo>
                    <a:pt x="6435" y="2791"/>
                  </a:lnTo>
                  <a:cubicBezTo>
                    <a:pt x="6435" y="3837"/>
                    <a:pt x="5643" y="4725"/>
                    <a:pt x="4601" y="4817"/>
                  </a:cubicBezTo>
                  <a:cubicBezTo>
                    <a:pt x="4540" y="4823"/>
                    <a:pt x="4479" y="4825"/>
                    <a:pt x="4418" y="4825"/>
                  </a:cubicBezTo>
                  <a:cubicBezTo>
                    <a:pt x="3305" y="4825"/>
                    <a:pt x="2404" y="3926"/>
                    <a:pt x="2404" y="2816"/>
                  </a:cubicBezTo>
                  <a:lnTo>
                    <a:pt x="24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56"/>
            <p:cNvSpPr/>
            <p:nvPr/>
          </p:nvSpPr>
          <p:spPr>
            <a:xfrm>
              <a:off x="815062" y="3981835"/>
              <a:ext cx="60945" cy="97102"/>
            </a:xfrm>
            <a:custGeom>
              <a:avLst/>
              <a:gdLst/>
              <a:ahLst/>
              <a:cxnLst/>
              <a:rect l="l" t="t" r="r" b="b"/>
              <a:pathLst>
                <a:path w="2198" h="3502" extrusionOk="0">
                  <a:moveTo>
                    <a:pt x="899" y="1"/>
                  </a:moveTo>
                  <a:lnTo>
                    <a:pt x="0" y="2157"/>
                  </a:lnTo>
                  <a:lnTo>
                    <a:pt x="1033" y="2157"/>
                  </a:lnTo>
                  <a:lnTo>
                    <a:pt x="627" y="3215"/>
                  </a:lnTo>
                  <a:lnTo>
                    <a:pt x="1375" y="3501"/>
                  </a:lnTo>
                  <a:lnTo>
                    <a:pt x="2197" y="1357"/>
                  </a:lnTo>
                  <a:lnTo>
                    <a:pt x="1201" y="1357"/>
                  </a:lnTo>
                  <a:lnTo>
                    <a:pt x="1638" y="309"/>
                  </a:lnTo>
                  <a:lnTo>
                    <a:pt x="8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724" name="Google Shape;724;p56"/>
          <p:cNvGrpSpPr/>
          <p:nvPr/>
        </p:nvGrpSpPr>
        <p:grpSpPr>
          <a:xfrm>
            <a:off x="6387323" y="4490006"/>
            <a:ext cx="475767" cy="505343"/>
            <a:chOff x="4790492" y="3367504"/>
            <a:chExt cx="356825" cy="379007"/>
          </a:xfrm>
        </p:grpSpPr>
        <p:sp>
          <p:nvSpPr>
            <p:cNvPr id="725" name="Google Shape;725;p56"/>
            <p:cNvSpPr/>
            <p:nvPr/>
          </p:nvSpPr>
          <p:spPr>
            <a:xfrm>
              <a:off x="4856289" y="3657284"/>
              <a:ext cx="24483" cy="22348"/>
            </a:xfrm>
            <a:custGeom>
              <a:avLst/>
              <a:gdLst/>
              <a:ahLst/>
              <a:cxnLst/>
              <a:rect l="l" t="t" r="r" b="b"/>
              <a:pathLst>
                <a:path w="883" h="806" extrusionOk="0">
                  <a:moveTo>
                    <a:pt x="441" y="1"/>
                  </a:moveTo>
                  <a:cubicBezTo>
                    <a:pt x="339" y="1"/>
                    <a:pt x="236" y="40"/>
                    <a:pt x="158" y="119"/>
                  </a:cubicBezTo>
                  <a:cubicBezTo>
                    <a:pt x="0" y="276"/>
                    <a:pt x="0" y="531"/>
                    <a:pt x="158" y="688"/>
                  </a:cubicBezTo>
                  <a:cubicBezTo>
                    <a:pt x="236" y="766"/>
                    <a:pt x="339" y="806"/>
                    <a:pt x="441" y="806"/>
                  </a:cubicBezTo>
                  <a:cubicBezTo>
                    <a:pt x="544" y="806"/>
                    <a:pt x="647" y="766"/>
                    <a:pt x="726" y="688"/>
                  </a:cubicBezTo>
                  <a:cubicBezTo>
                    <a:pt x="882" y="531"/>
                    <a:pt x="882" y="276"/>
                    <a:pt x="726" y="119"/>
                  </a:cubicBezTo>
                  <a:cubicBezTo>
                    <a:pt x="647" y="40"/>
                    <a:pt x="544" y="1"/>
                    <a:pt x="4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56"/>
            <p:cNvSpPr/>
            <p:nvPr/>
          </p:nvSpPr>
          <p:spPr>
            <a:xfrm>
              <a:off x="4965092" y="3523527"/>
              <a:ext cx="26064" cy="22348"/>
            </a:xfrm>
            <a:custGeom>
              <a:avLst/>
              <a:gdLst/>
              <a:ahLst/>
              <a:cxnLst/>
              <a:rect l="l" t="t" r="r" b="b"/>
              <a:pathLst>
                <a:path w="940" h="806" extrusionOk="0">
                  <a:moveTo>
                    <a:pt x="538" y="1"/>
                  </a:moveTo>
                  <a:cubicBezTo>
                    <a:pt x="181" y="1"/>
                    <a:pt x="0" y="435"/>
                    <a:pt x="253" y="688"/>
                  </a:cubicBezTo>
                  <a:cubicBezTo>
                    <a:pt x="334" y="769"/>
                    <a:pt x="435" y="805"/>
                    <a:pt x="534" y="805"/>
                  </a:cubicBezTo>
                  <a:cubicBezTo>
                    <a:pt x="741" y="805"/>
                    <a:pt x="940" y="645"/>
                    <a:pt x="940" y="403"/>
                  </a:cubicBezTo>
                  <a:cubicBezTo>
                    <a:pt x="940" y="179"/>
                    <a:pt x="758" y="1"/>
                    <a:pt x="5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56"/>
            <p:cNvSpPr/>
            <p:nvPr/>
          </p:nvSpPr>
          <p:spPr>
            <a:xfrm>
              <a:off x="4790492" y="3434106"/>
              <a:ext cx="267265" cy="312406"/>
            </a:xfrm>
            <a:custGeom>
              <a:avLst/>
              <a:gdLst/>
              <a:ahLst/>
              <a:cxnLst/>
              <a:rect l="l" t="t" r="r" b="b"/>
              <a:pathLst>
                <a:path w="9639" h="11267" extrusionOk="0">
                  <a:moveTo>
                    <a:pt x="3334" y="2539"/>
                  </a:moveTo>
                  <a:lnTo>
                    <a:pt x="3903" y="3109"/>
                  </a:lnTo>
                  <a:lnTo>
                    <a:pt x="3334" y="3677"/>
                  </a:lnTo>
                  <a:lnTo>
                    <a:pt x="3903" y="4246"/>
                  </a:lnTo>
                  <a:lnTo>
                    <a:pt x="3334" y="4814"/>
                  </a:lnTo>
                  <a:lnTo>
                    <a:pt x="2766" y="4246"/>
                  </a:lnTo>
                  <a:lnTo>
                    <a:pt x="2196" y="4814"/>
                  </a:lnTo>
                  <a:lnTo>
                    <a:pt x="1628" y="4246"/>
                  </a:lnTo>
                  <a:lnTo>
                    <a:pt x="2196" y="3677"/>
                  </a:lnTo>
                  <a:lnTo>
                    <a:pt x="1628" y="3109"/>
                  </a:lnTo>
                  <a:lnTo>
                    <a:pt x="2196" y="2539"/>
                  </a:lnTo>
                  <a:lnTo>
                    <a:pt x="2766" y="3109"/>
                  </a:lnTo>
                  <a:lnTo>
                    <a:pt x="3334" y="2539"/>
                  </a:lnTo>
                  <a:close/>
                  <a:moveTo>
                    <a:pt x="7403" y="7267"/>
                  </a:moveTo>
                  <a:lnTo>
                    <a:pt x="7971" y="7835"/>
                  </a:lnTo>
                  <a:lnTo>
                    <a:pt x="7403" y="8403"/>
                  </a:lnTo>
                  <a:lnTo>
                    <a:pt x="7971" y="8972"/>
                  </a:lnTo>
                  <a:lnTo>
                    <a:pt x="7403" y="9542"/>
                  </a:lnTo>
                  <a:lnTo>
                    <a:pt x="6835" y="8972"/>
                  </a:lnTo>
                  <a:lnTo>
                    <a:pt x="6266" y="9542"/>
                  </a:lnTo>
                  <a:lnTo>
                    <a:pt x="5698" y="8972"/>
                  </a:lnTo>
                  <a:lnTo>
                    <a:pt x="6266" y="8403"/>
                  </a:lnTo>
                  <a:lnTo>
                    <a:pt x="5698" y="7835"/>
                  </a:lnTo>
                  <a:lnTo>
                    <a:pt x="6266" y="7267"/>
                  </a:lnTo>
                  <a:lnTo>
                    <a:pt x="6835" y="7835"/>
                  </a:lnTo>
                  <a:lnTo>
                    <a:pt x="7403" y="7267"/>
                  </a:lnTo>
                  <a:close/>
                  <a:moveTo>
                    <a:pt x="6853" y="2416"/>
                  </a:moveTo>
                  <a:cubicBezTo>
                    <a:pt x="7141" y="2416"/>
                    <a:pt x="7436" y="2524"/>
                    <a:pt x="7688" y="2776"/>
                  </a:cubicBezTo>
                  <a:cubicBezTo>
                    <a:pt x="8158" y="3246"/>
                    <a:pt x="8158" y="4010"/>
                    <a:pt x="7688" y="4481"/>
                  </a:cubicBezTo>
                  <a:cubicBezTo>
                    <a:pt x="7453" y="4716"/>
                    <a:pt x="7144" y="4834"/>
                    <a:pt x="6836" y="4834"/>
                  </a:cubicBezTo>
                  <a:cubicBezTo>
                    <a:pt x="6646" y="4834"/>
                    <a:pt x="6456" y="4789"/>
                    <a:pt x="6283" y="4700"/>
                  </a:cubicBezTo>
                  <a:cubicBezTo>
                    <a:pt x="5260" y="5555"/>
                    <a:pt x="4424" y="6631"/>
                    <a:pt x="3850" y="7834"/>
                  </a:cubicBezTo>
                  <a:cubicBezTo>
                    <a:pt x="4326" y="8633"/>
                    <a:pt x="3755" y="9658"/>
                    <a:pt x="2814" y="9658"/>
                  </a:cubicBezTo>
                  <a:cubicBezTo>
                    <a:pt x="1748" y="9658"/>
                    <a:pt x="1200" y="8361"/>
                    <a:pt x="1961" y="7600"/>
                  </a:cubicBezTo>
                  <a:cubicBezTo>
                    <a:pt x="2196" y="7365"/>
                    <a:pt x="2505" y="7247"/>
                    <a:pt x="2813" y="7247"/>
                  </a:cubicBezTo>
                  <a:cubicBezTo>
                    <a:pt x="2947" y="7247"/>
                    <a:pt x="3081" y="7269"/>
                    <a:pt x="3209" y="7314"/>
                  </a:cubicBezTo>
                  <a:cubicBezTo>
                    <a:pt x="3822" y="6091"/>
                    <a:pt x="4686" y="4995"/>
                    <a:pt x="5730" y="4114"/>
                  </a:cubicBezTo>
                  <a:cubicBezTo>
                    <a:pt x="5339" y="3221"/>
                    <a:pt x="6067" y="2416"/>
                    <a:pt x="6853" y="2416"/>
                  </a:cubicBezTo>
                  <a:close/>
                  <a:moveTo>
                    <a:pt x="1" y="0"/>
                  </a:moveTo>
                  <a:lnTo>
                    <a:pt x="1" y="11267"/>
                  </a:lnTo>
                  <a:lnTo>
                    <a:pt x="9638" y="11267"/>
                  </a:lnTo>
                  <a:lnTo>
                    <a:pt x="9638" y="0"/>
                  </a:lnTo>
                  <a:lnTo>
                    <a:pt x="8836" y="0"/>
                  </a:lnTo>
                  <a:lnTo>
                    <a:pt x="8836" y="1603"/>
                  </a:lnTo>
                  <a:lnTo>
                    <a:pt x="801" y="1603"/>
                  </a:lnTo>
                  <a:lnTo>
                    <a:pt x="8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56"/>
            <p:cNvSpPr/>
            <p:nvPr/>
          </p:nvSpPr>
          <p:spPr>
            <a:xfrm>
              <a:off x="4834884" y="3367504"/>
              <a:ext cx="178426" cy="88811"/>
            </a:xfrm>
            <a:custGeom>
              <a:avLst/>
              <a:gdLst/>
              <a:ahLst/>
              <a:cxnLst/>
              <a:rect l="l" t="t" r="r" b="b"/>
              <a:pathLst>
                <a:path w="6435" h="3203" extrusionOk="0">
                  <a:moveTo>
                    <a:pt x="3218" y="0"/>
                  </a:moveTo>
                  <a:cubicBezTo>
                    <a:pt x="2329" y="0"/>
                    <a:pt x="1609" y="718"/>
                    <a:pt x="1609" y="1602"/>
                  </a:cubicBezTo>
                  <a:lnTo>
                    <a:pt x="1" y="1602"/>
                  </a:lnTo>
                  <a:lnTo>
                    <a:pt x="1" y="3203"/>
                  </a:lnTo>
                  <a:lnTo>
                    <a:pt x="6435" y="3203"/>
                  </a:lnTo>
                  <a:lnTo>
                    <a:pt x="6435" y="1602"/>
                  </a:lnTo>
                  <a:lnTo>
                    <a:pt x="4826" y="1602"/>
                  </a:lnTo>
                  <a:cubicBezTo>
                    <a:pt x="4826" y="718"/>
                    <a:pt x="4106" y="0"/>
                    <a:pt x="32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56"/>
            <p:cNvSpPr/>
            <p:nvPr/>
          </p:nvSpPr>
          <p:spPr>
            <a:xfrm>
              <a:off x="5080660" y="3523665"/>
              <a:ext cx="66657" cy="219574"/>
            </a:xfrm>
            <a:custGeom>
              <a:avLst/>
              <a:gdLst/>
              <a:ahLst/>
              <a:cxnLst/>
              <a:rect l="l" t="t" r="r" b="b"/>
              <a:pathLst>
                <a:path w="2404" h="7919" extrusionOk="0">
                  <a:moveTo>
                    <a:pt x="0" y="0"/>
                  </a:moveTo>
                  <a:lnTo>
                    <a:pt x="0" y="4903"/>
                  </a:lnTo>
                  <a:lnTo>
                    <a:pt x="1203" y="7919"/>
                  </a:lnTo>
                  <a:lnTo>
                    <a:pt x="2403" y="4903"/>
                  </a:lnTo>
                  <a:lnTo>
                    <a:pt x="24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30" name="Google Shape;730;p56"/>
            <p:cNvSpPr/>
            <p:nvPr/>
          </p:nvSpPr>
          <p:spPr>
            <a:xfrm>
              <a:off x="5080660" y="3457064"/>
              <a:ext cx="66657" cy="44419"/>
            </a:xfrm>
            <a:custGeom>
              <a:avLst/>
              <a:gdLst/>
              <a:ahLst/>
              <a:cxnLst/>
              <a:rect l="l" t="t" r="r" b="b"/>
              <a:pathLst>
                <a:path w="2404" h="1602" extrusionOk="0">
                  <a:moveTo>
                    <a:pt x="0" y="1"/>
                  </a:moveTo>
                  <a:lnTo>
                    <a:pt x="0" y="1602"/>
                  </a:lnTo>
                  <a:lnTo>
                    <a:pt x="2403" y="1602"/>
                  </a:lnTo>
                  <a:lnTo>
                    <a:pt x="24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731" name="Google Shape;731;p56"/>
          <p:cNvGrpSpPr/>
          <p:nvPr/>
        </p:nvGrpSpPr>
        <p:grpSpPr>
          <a:xfrm>
            <a:off x="5313049" y="4490006"/>
            <a:ext cx="505380" cy="505343"/>
            <a:chOff x="3984786" y="3367504"/>
            <a:chExt cx="379035" cy="379007"/>
          </a:xfrm>
        </p:grpSpPr>
        <p:sp>
          <p:nvSpPr>
            <p:cNvPr id="732" name="Google Shape;732;p56"/>
            <p:cNvSpPr/>
            <p:nvPr/>
          </p:nvSpPr>
          <p:spPr>
            <a:xfrm>
              <a:off x="3984786" y="3367504"/>
              <a:ext cx="379035" cy="379007"/>
            </a:xfrm>
            <a:custGeom>
              <a:avLst/>
              <a:gdLst/>
              <a:ahLst/>
              <a:cxnLst/>
              <a:rect l="l" t="t" r="r" b="b"/>
              <a:pathLst>
                <a:path w="13670" h="13669" extrusionOk="0">
                  <a:moveTo>
                    <a:pt x="1" y="0"/>
                  </a:moveTo>
                  <a:lnTo>
                    <a:pt x="1" y="13669"/>
                  </a:lnTo>
                  <a:lnTo>
                    <a:pt x="13669" y="13669"/>
                  </a:lnTo>
                  <a:lnTo>
                    <a:pt x="13669" y="0"/>
                  </a:lnTo>
                  <a:lnTo>
                    <a:pt x="12068" y="0"/>
                  </a:lnTo>
                  <a:lnTo>
                    <a:pt x="12068" y="2402"/>
                  </a:lnTo>
                  <a:lnTo>
                    <a:pt x="10388" y="2402"/>
                  </a:lnTo>
                  <a:cubicBezTo>
                    <a:pt x="10202" y="1945"/>
                    <a:pt x="9808" y="1737"/>
                    <a:pt x="9413" y="1737"/>
                  </a:cubicBezTo>
                  <a:cubicBezTo>
                    <a:pt x="8872" y="1737"/>
                    <a:pt x="8331" y="2128"/>
                    <a:pt x="8331" y="2803"/>
                  </a:cubicBezTo>
                  <a:cubicBezTo>
                    <a:pt x="8331" y="3477"/>
                    <a:pt x="8872" y="3869"/>
                    <a:pt x="9414" y="3869"/>
                  </a:cubicBezTo>
                  <a:cubicBezTo>
                    <a:pt x="9808" y="3869"/>
                    <a:pt x="10202" y="3662"/>
                    <a:pt x="10388" y="3204"/>
                  </a:cubicBezTo>
                  <a:lnTo>
                    <a:pt x="12068" y="3204"/>
                  </a:lnTo>
                  <a:lnTo>
                    <a:pt x="12068" y="6034"/>
                  </a:lnTo>
                  <a:lnTo>
                    <a:pt x="9587" y="6034"/>
                  </a:lnTo>
                  <a:cubicBezTo>
                    <a:pt x="9401" y="5577"/>
                    <a:pt x="9006" y="5369"/>
                    <a:pt x="8611" y="5369"/>
                  </a:cubicBezTo>
                  <a:cubicBezTo>
                    <a:pt x="8069" y="5369"/>
                    <a:pt x="7529" y="5759"/>
                    <a:pt x="7529" y="6434"/>
                  </a:cubicBezTo>
                  <a:cubicBezTo>
                    <a:pt x="7529" y="7109"/>
                    <a:pt x="8070" y="7500"/>
                    <a:pt x="8612" y="7500"/>
                  </a:cubicBezTo>
                  <a:cubicBezTo>
                    <a:pt x="9006" y="7500"/>
                    <a:pt x="9401" y="7292"/>
                    <a:pt x="9587" y="6835"/>
                  </a:cubicBezTo>
                  <a:lnTo>
                    <a:pt x="12068" y="6835"/>
                  </a:lnTo>
                  <a:lnTo>
                    <a:pt x="12068" y="9638"/>
                  </a:lnTo>
                  <a:lnTo>
                    <a:pt x="10388" y="9638"/>
                  </a:lnTo>
                  <a:cubicBezTo>
                    <a:pt x="10202" y="9181"/>
                    <a:pt x="9807" y="8973"/>
                    <a:pt x="9413" y="8973"/>
                  </a:cubicBezTo>
                  <a:cubicBezTo>
                    <a:pt x="8872" y="8973"/>
                    <a:pt x="8331" y="9364"/>
                    <a:pt x="8331" y="10038"/>
                  </a:cubicBezTo>
                  <a:cubicBezTo>
                    <a:pt x="8331" y="10627"/>
                    <a:pt x="8809" y="11106"/>
                    <a:pt x="9399" y="11106"/>
                  </a:cubicBezTo>
                  <a:cubicBezTo>
                    <a:pt x="9846" y="11106"/>
                    <a:pt x="10229" y="10829"/>
                    <a:pt x="10388" y="10439"/>
                  </a:cubicBezTo>
                  <a:lnTo>
                    <a:pt x="12068" y="10439"/>
                  </a:lnTo>
                  <a:lnTo>
                    <a:pt x="12068" y="12868"/>
                  </a:lnTo>
                  <a:lnTo>
                    <a:pt x="1603" y="12868"/>
                  </a:lnTo>
                  <a:lnTo>
                    <a:pt x="1603" y="10439"/>
                  </a:lnTo>
                  <a:lnTo>
                    <a:pt x="4084" y="10439"/>
                  </a:lnTo>
                  <a:cubicBezTo>
                    <a:pt x="4269" y="10896"/>
                    <a:pt x="4664" y="11104"/>
                    <a:pt x="5059" y="11104"/>
                  </a:cubicBezTo>
                  <a:cubicBezTo>
                    <a:pt x="5600" y="11104"/>
                    <a:pt x="6141" y="10713"/>
                    <a:pt x="6141" y="10038"/>
                  </a:cubicBezTo>
                  <a:cubicBezTo>
                    <a:pt x="6141" y="9450"/>
                    <a:pt x="5662" y="8971"/>
                    <a:pt x="5073" y="8971"/>
                  </a:cubicBezTo>
                  <a:cubicBezTo>
                    <a:pt x="4626" y="8971"/>
                    <a:pt x="4242" y="9247"/>
                    <a:pt x="4084" y="9638"/>
                  </a:cubicBezTo>
                  <a:lnTo>
                    <a:pt x="1603" y="9638"/>
                  </a:lnTo>
                  <a:lnTo>
                    <a:pt x="1603" y="6835"/>
                  </a:lnTo>
                  <a:lnTo>
                    <a:pt x="3283" y="6835"/>
                  </a:lnTo>
                  <a:cubicBezTo>
                    <a:pt x="3441" y="7225"/>
                    <a:pt x="3825" y="7502"/>
                    <a:pt x="4272" y="7502"/>
                  </a:cubicBezTo>
                  <a:cubicBezTo>
                    <a:pt x="4861" y="7502"/>
                    <a:pt x="5340" y="7023"/>
                    <a:pt x="5340" y="6434"/>
                  </a:cubicBezTo>
                  <a:cubicBezTo>
                    <a:pt x="5340" y="5760"/>
                    <a:pt x="4799" y="5369"/>
                    <a:pt x="4258" y="5369"/>
                  </a:cubicBezTo>
                  <a:cubicBezTo>
                    <a:pt x="3863" y="5369"/>
                    <a:pt x="3469" y="5577"/>
                    <a:pt x="3283" y="6034"/>
                  </a:cubicBezTo>
                  <a:lnTo>
                    <a:pt x="1603" y="6034"/>
                  </a:lnTo>
                  <a:lnTo>
                    <a:pt x="1603" y="3204"/>
                  </a:lnTo>
                  <a:lnTo>
                    <a:pt x="4084" y="3204"/>
                  </a:lnTo>
                  <a:cubicBezTo>
                    <a:pt x="4269" y="3661"/>
                    <a:pt x="4664" y="3868"/>
                    <a:pt x="5059" y="3868"/>
                  </a:cubicBezTo>
                  <a:cubicBezTo>
                    <a:pt x="5600" y="3868"/>
                    <a:pt x="6141" y="3478"/>
                    <a:pt x="6141" y="2803"/>
                  </a:cubicBezTo>
                  <a:cubicBezTo>
                    <a:pt x="6141" y="2129"/>
                    <a:pt x="5599" y="1737"/>
                    <a:pt x="5058" y="1737"/>
                  </a:cubicBezTo>
                  <a:cubicBezTo>
                    <a:pt x="4664" y="1737"/>
                    <a:pt x="4269" y="1945"/>
                    <a:pt x="4084" y="2402"/>
                  </a:cubicBezTo>
                  <a:lnTo>
                    <a:pt x="1603" y="2402"/>
                  </a:lnTo>
                  <a:lnTo>
                    <a:pt x="16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56"/>
            <p:cNvSpPr/>
            <p:nvPr/>
          </p:nvSpPr>
          <p:spPr>
            <a:xfrm>
              <a:off x="4155699" y="3415778"/>
              <a:ext cx="59475" cy="59503"/>
            </a:xfrm>
            <a:custGeom>
              <a:avLst/>
              <a:gdLst/>
              <a:ahLst/>
              <a:cxnLst/>
              <a:rect l="l" t="t" r="r" b="b"/>
              <a:pathLst>
                <a:path w="2145" h="2146" extrusionOk="0">
                  <a:moveTo>
                    <a:pt x="1073" y="1"/>
                  </a:moveTo>
                  <a:cubicBezTo>
                    <a:pt x="481" y="1"/>
                    <a:pt x="0" y="482"/>
                    <a:pt x="0" y="1073"/>
                  </a:cubicBezTo>
                  <a:cubicBezTo>
                    <a:pt x="0" y="1665"/>
                    <a:pt x="481" y="2146"/>
                    <a:pt x="1073" y="2146"/>
                  </a:cubicBezTo>
                  <a:cubicBezTo>
                    <a:pt x="1666" y="2146"/>
                    <a:pt x="2145" y="1665"/>
                    <a:pt x="2145" y="1073"/>
                  </a:cubicBezTo>
                  <a:cubicBezTo>
                    <a:pt x="2145" y="482"/>
                    <a:pt x="1666" y="1"/>
                    <a:pt x="10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56"/>
            <p:cNvSpPr/>
            <p:nvPr/>
          </p:nvSpPr>
          <p:spPr>
            <a:xfrm>
              <a:off x="4133406" y="3516124"/>
              <a:ext cx="59503" cy="59448"/>
            </a:xfrm>
            <a:custGeom>
              <a:avLst/>
              <a:gdLst/>
              <a:ahLst/>
              <a:cxnLst/>
              <a:rect l="l" t="t" r="r" b="b"/>
              <a:pathLst>
                <a:path w="2146" h="2144" extrusionOk="0">
                  <a:moveTo>
                    <a:pt x="1073" y="1"/>
                  </a:moveTo>
                  <a:cubicBezTo>
                    <a:pt x="481" y="1"/>
                    <a:pt x="1" y="480"/>
                    <a:pt x="1" y="1071"/>
                  </a:cubicBezTo>
                  <a:cubicBezTo>
                    <a:pt x="1" y="1665"/>
                    <a:pt x="481" y="2144"/>
                    <a:pt x="1073" y="2144"/>
                  </a:cubicBezTo>
                  <a:cubicBezTo>
                    <a:pt x="1665" y="2144"/>
                    <a:pt x="2145" y="1665"/>
                    <a:pt x="2145" y="1071"/>
                  </a:cubicBezTo>
                  <a:cubicBezTo>
                    <a:pt x="2145" y="480"/>
                    <a:pt x="1665" y="1"/>
                    <a:pt x="10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56"/>
            <p:cNvSpPr/>
            <p:nvPr/>
          </p:nvSpPr>
          <p:spPr>
            <a:xfrm>
              <a:off x="4155699" y="3616414"/>
              <a:ext cx="59475" cy="59503"/>
            </a:xfrm>
            <a:custGeom>
              <a:avLst/>
              <a:gdLst/>
              <a:ahLst/>
              <a:cxnLst/>
              <a:rect l="l" t="t" r="r" b="b"/>
              <a:pathLst>
                <a:path w="2145" h="2146" extrusionOk="0">
                  <a:moveTo>
                    <a:pt x="1073" y="1"/>
                  </a:moveTo>
                  <a:cubicBezTo>
                    <a:pt x="481" y="1"/>
                    <a:pt x="0" y="481"/>
                    <a:pt x="0" y="1073"/>
                  </a:cubicBezTo>
                  <a:cubicBezTo>
                    <a:pt x="0" y="1666"/>
                    <a:pt x="481" y="2145"/>
                    <a:pt x="1073" y="2145"/>
                  </a:cubicBezTo>
                  <a:cubicBezTo>
                    <a:pt x="1666" y="2145"/>
                    <a:pt x="2145" y="1666"/>
                    <a:pt x="2145" y="1073"/>
                  </a:cubicBezTo>
                  <a:cubicBezTo>
                    <a:pt x="2145" y="481"/>
                    <a:pt x="1666" y="1"/>
                    <a:pt x="10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736" name="Google Shape;736;p56"/>
          <p:cNvGrpSpPr/>
          <p:nvPr/>
        </p:nvGrpSpPr>
        <p:grpSpPr>
          <a:xfrm>
            <a:off x="4224837" y="4490006"/>
            <a:ext cx="475767" cy="505343"/>
            <a:chOff x="3168627" y="3367504"/>
            <a:chExt cx="356825" cy="379007"/>
          </a:xfrm>
        </p:grpSpPr>
        <p:sp>
          <p:nvSpPr>
            <p:cNvPr id="737" name="Google Shape;737;p56"/>
            <p:cNvSpPr/>
            <p:nvPr/>
          </p:nvSpPr>
          <p:spPr>
            <a:xfrm>
              <a:off x="3336212" y="3534562"/>
              <a:ext cx="43893" cy="55760"/>
            </a:xfrm>
            <a:custGeom>
              <a:avLst/>
              <a:gdLst/>
              <a:ahLst/>
              <a:cxnLst/>
              <a:rect l="l" t="t" r="r" b="b"/>
              <a:pathLst>
                <a:path w="1583" h="2011" extrusionOk="0">
                  <a:moveTo>
                    <a:pt x="791" y="0"/>
                  </a:moveTo>
                  <a:cubicBezTo>
                    <a:pt x="534" y="0"/>
                    <a:pt x="83" y="754"/>
                    <a:pt x="1" y="2011"/>
                  </a:cubicBezTo>
                  <a:lnTo>
                    <a:pt x="1583" y="2011"/>
                  </a:lnTo>
                  <a:cubicBezTo>
                    <a:pt x="1501" y="754"/>
                    <a:pt x="1048" y="0"/>
                    <a:pt x="7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56"/>
            <p:cNvSpPr/>
            <p:nvPr/>
          </p:nvSpPr>
          <p:spPr>
            <a:xfrm>
              <a:off x="3336212" y="3612504"/>
              <a:ext cx="43893" cy="55760"/>
            </a:xfrm>
            <a:custGeom>
              <a:avLst/>
              <a:gdLst/>
              <a:ahLst/>
              <a:cxnLst/>
              <a:rect l="l" t="t" r="r" b="b"/>
              <a:pathLst>
                <a:path w="1583" h="2011" extrusionOk="0">
                  <a:moveTo>
                    <a:pt x="1" y="0"/>
                  </a:moveTo>
                  <a:cubicBezTo>
                    <a:pt x="83" y="1258"/>
                    <a:pt x="534" y="2010"/>
                    <a:pt x="791" y="2010"/>
                  </a:cubicBezTo>
                  <a:cubicBezTo>
                    <a:pt x="1048" y="2010"/>
                    <a:pt x="1501" y="1257"/>
                    <a:pt x="15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39" name="Google Shape;739;p56"/>
            <p:cNvSpPr/>
            <p:nvPr/>
          </p:nvSpPr>
          <p:spPr>
            <a:xfrm>
              <a:off x="3168627" y="3367504"/>
              <a:ext cx="44475" cy="379007"/>
            </a:xfrm>
            <a:custGeom>
              <a:avLst/>
              <a:gdLst/>
              <a:ahLst/>
              <a:cxnLst/>
              <a:rect l="l" t="t" r="r" b="b"/>
              <a:pathLst>
                <a:path w="1604" h="13669" extrusionOk="0">
                  <a:moveTo>
                    <a:pt x="1" y="0"/>
                  </a:moveTo>
                  <a:lnTo>
                    <a:pt x="1" y="13669"/>
                  </a:lnTo>
                  <a:lnTo>
                    <a:pt x="1604" y="13669"/>
                  </a:lnTo>
                  <a:lnTo>
                    <a:pt x="16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40" name="Google Shape;740;p56"/>
            <p:cNvSpPr/>
            <p:nvPr/>
          </p:nvSpPr>
          <p:spPr>
            <a:xfrm>
              <a:off x="3292181" y="3544433"/>
              <a:ext cx="31055" cy="45889"/>
            </a:xfrm>
            <a:custGeom>
              <a:avLst/>
              <a:gdLst/>
              <a:ahLst/>
              <a:cxnLst/>
              <a:rect l="l" t="t" r="r" b="b"/>
              <a:pathLst>
                <a:path w="1120" h="1655" extrusionOk="0">
                  <a:moveTo>
                    <a:pt x="1120" y="1"/>
                  </a:moveTo>
                  <a:cubicBezTo>
                    <a:pt x="538" y="359"/>
                    <a:pt x="119" y="956"/>
                    <a:pt x="1" y="1655"/>
                  </a:cubicBezTo>
                  <a:lnTo>
                    <a:pt x="784" y="1655"/>
                  </a:lnTo>
                  <a:cubicBezTo>
                    <a:pt x="819" y="1041"/>
                    <a:pt x="934" y="468"/>
                    <a:pt x="11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56"/>
            <p:cNvSpPr/>
            <p:nvPr/>
          </p:nvSpPr>
          <p:spPr>
            <a:xfrm>
              <a:off x="3393081" y="3544433"/>
              <a:ext cx="31027" cy="45889"/>
            </a:xfrm>
            <a:custGeom>
              <a:avLst/>
              <a:gdLst/>
              <a:ahLst/>
              <a:cxnLst/>
              <a:rect l="l" t="t" r="r" b="b"/>
              <a:pathLst>
                <a:path w="1119" h="1655" extrusionOk="0">
                  <a:moveTo>
                    <a:pt x="1" y="1"/>
                  </a:moveTo>
                  <a:lnTo>
                    <a:pt x="1" y="1"/>
                  </a:lnTo>
                  <a:cubicBezTo>
                    <a:pt x="185" y="468"/>
                    <a:pt x="302" y="1041"/>
                    <a:pt x="337" y="1655"/>
                  </a:cubicBezTo>
                  <a:lnTo>
                    <a:pt x="1119" y="1655"/>
                  </a:lnTo>
                  <a:cubicBezTo>
                    <a:pt x="1002" y="956"/>
                    <a:pt x="582" y="359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56"/>
            <p:cNvSpPr/>
            <p:nvPr/>
          </p:nvSpPr>
          <p:spPr>
            <a:xfrm>
              <a:off x="3236005" y="3367504"/>
              <a:ext cx="245056" cy="379007"/>
            </a:xfrm>
            <a:custGeom>
              <a:avLst/>
              <a:gdLst/>
              <a:ahLst/>
              <a:cxnLst/>
              <a:rect l="l" t="t" r="r" b="b"/>
              <a:pathLst>
                <a:path w="8838" h="13669" extrusionOk="0">
                  <a:moveTo>
                    <a:pt x="7235" y="2002"/>
                  </a:moveTo>
                  <a:lnTo>
                    <a:pt x="7235" y="2803"/>
                  </a:lnTo>
                  <a:lnTo>
                    <a:pt x="1603" y="2803"/>
                  </a:lnTo>
                  <a:lnTo>
                    <a:pt x="1603" y="2002"/>
                  </a:lnTo>
                  <a:close/>
                  <a:moveTo>
                    <a:pt x="7235" y="3631"/>
                  </a:moveTo>
                  <a:lnTo>
                    <a:pt x="7235" y="4431"/>
                  </a:lnTo>
                  <a:lnTo>
                    <a:pt x="1603" y="4431"/>
                  </a:lnTo>
                  <a:lnTo>
                    <a:pt x="1603" y="3631"/>
                  </a:lnTo>
                  <a:close/>
                  <a:moveTo>
                    <a:pt x="4405" y="5226"/>
                  </a:moveTo>
                  <a:cubicBezTo>
                    <a:pt x="6179" y="5226"/>
                    <a:pt x="7622" y="6670"/>
                    <a:pt x="7622" y="8443"/>
                  </a:cubicBezTo>
                  <a:cubicBezTo>
                    <a:pt x="7622" y="10215"/>
                    <a:pt x="6179" y="11659"/>
                    <a:pt x="4405" y="11659"/>
                  </a:cubicBezTo>
                  <a:cubicBezTo>
                    <a:pt x="2632" y="11659"/>
                    <a:pt x="1190" y="10215"/>
                    <a:pt x="1190" y="8443"/>
                  </a:cubicBezTo>
                  <a:cubicBezTo>
                    <a:pt x="1190" y="6670"/>
                    <a:pt x="2632" y="5226"/>
                    <a:pt x="4405" y="5226"/>
                  </a:cubicBezTo>
                  <a:close/>
                  <a:moveTo>
                    <a:pt x="0" y="0"/>
                  </a:moveTo>
                  <a:lnTo>
                    <a:pt x="0" y="13669"/>
                  </a:lnTo>
                  <a:lnTo>
                    <a:pt x="8838" y="13669"/>
                  </a:lnTo>
                  <a:lnTo>
                    <a:pt x="883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43" name="Google Shape;743;p56"/>
            <p:cNvSpPr/>
            <p:nvPr/>
          </p:nvSpPr>
          <p:spPr>
            <a:xfrm>
              <a:off x="3292181" y="3612504"/>
              <a:ext cx="31055" cy="45917"/>
            </a:xfrm>
            <a:custGeom>
              <a:avLst/>
              <a:gdLst/>
              <a:ahLst/>
              <a:cxnLst/>
              <a:rect l="l" t="t" r="r" b="b"/>
              <a:pathLst>
                <a:path w="1120" h="1656" extrusionOk="0">
                  <a:moveTo>
                    <a:pt x="1" y="0"/>
                  </a:moveTo>
                  <a:cubicBezTo>
                    <a:pt x="119" y="700"/>
                    <a:pt x="538" y="1297"/>
                    <a:pt x="1120" y="1655"/>
                  </a:cubicBezTo>
                  <a:cubicBezTo>
                    <a:pt x="934" y="1188"/>
                    <a:pt x="819" y="614"/>
                    <a:pt x="7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44" name="Google Shape;744;p56"/>
            <p:cNvSpPr/>
            <p:nvPr/>
          </p:nvSpPr>
          <p:spPr>
            <a:xfrm>
              <a:off x="3393081" y="3612504"/>
              <a:ext cx="31027" cy="45917"/>
            </a:xfrm>
            <a:custGeom>
              <a:avLst/>
              <a:gdLst/>
              <a:ahLst/>
              <a:cxnLst/>
              <a:rect l="l" t="t" r="r" b="b"/>
              <a:pathLst>
                <a:path w="1119" h="1656" extrusionOk="0">
                  <a:moveTo>
                    <a:pt x="337" y="0"/>
                  </a:moveTo>
                  <a:cubicBezTo>
                    <a:pt x="302" y="614"/>
                    <a:pt x="185" y="1188"/>
                    <a:pt x="1" y="1655"/>
                  </a:cubicBezTo>
                  <a:cubicBezTo>
                    <a:pt x="582" y="1297"/>
                    <a:pt x="1002" y="700"/>
                    <a:pt x="11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45" name="Google Shape;745;p56"/>
            <p:cNvSpPr/>
            <p:nvPr/>
          </p:nvSpPr>
          <p:spPr>
            <a:xfrm>
              <a:off x="3503243" y="3389714"/>
              <a:ext cx="22210" cy="31859"/>
            </a:xfrm>
            <a:custGeom>
              <a:avLst/>
              <a:gdLst/>
              <a:ahLst/>
              <a:cxnLst/>
              <a:rect l="l" t="t" r="r" b="b"/>
              <a:pathLst>
                <a:path w="801" h="1149" extrusionOk="0">
                  <a:moveTo>
                    <a:pt x="0" y="0"/>
                  </a:moveTo>
                  <a:lnTo>
                    <a:pt x="0" y="1148"/>
                  </a:lnTo>
                  <a:lnTo>
                    <a:pt x="801" y="1148"/>
                  </a:lnTo>
                  <a:lnTo>
                    <a:pt x="8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46" name="Google Shape;746;p56"/>
            <p:cNvSpPr/>
            <p:nvPr/>
          </p:nvSpPr>
          <p:spPr>
            <a:xfrm>
              <a:off x="3503243" y="3496271"/>
              <a:ext cx="22210" cy="31887"/>
            </a:xfrm>
            <a:custGeom>
              <a:avLst/>
              <a:gdLst/>
              <a:ahLst/>
              <a:cxnLst/>
              <a:rect l="l" t="t" r="r" b="b"/>
              <a:pathLst>
                <a:path w="801" h="1150" extrusionOk="0">
                  <a:moveTo>
                    <a:pt x="0" y="1"/>
                  </a:moveTo>
                  <a:lnTo>
                    <a:pt x="0" y="1149"/>
                  </a:lnTo>
                  <a:lnTo>
                    <a:pt x="801" y="1149"/>
                  </a:lnTo>
                  <a:lnTo>
                    <a:pt x="8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47" name="Google Shape;747;p56"/>
            <p:cNvSpPr/>
            <p:nvPr/>
          </p:nvSpPr>
          <p:spPr>
            <a:xfrm>
              <a:off x="3503243" y="3549591"/>
              <a:ext cx="22210" cy="31859"/>
            </a:xfrm>
            <a:custGeom>
              <a:avLst/>
              <a:gdLst/>
              <a:ahLst/>
              <a:cxnLst/>
              <a:rect l="l" t="t" r="r" b="b"/>
              <a:pathLst>
                <a:path w="801" h="1149" extrusionOk="0">
                  <a:moveTo>
                    <a:pt x="0" y="0"/>
                  </a:moveTo>
                  <a:lnTo>
                    <a:pt x="0" y="1149"/>
                  </a:lnTo>
                  <a:lnTo>
                    <a:pt x="801" y="1149"/>
                  </a:lnTo>
                  <a:lnTo>
                    <a:pt x="8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48" name="Google Shape;748;p56"/>
            <p:cNvSpPr/>
            <p:nvPr/>
          </p:nvSpPr>
          <p:spPr>
            <a:xfrm>
              <a:off x="3503243" y="3602883"/>
              <a:ext cx="22210" cy="31887"/>
            </a:xfrm>
            <a:custGeom>
              <a:avLst/>
              <a:gdLst/>
              <a:ahLst/>
              <a:cxnLst/>
              <a:rect l="l" t="t" r="r" b="b"/>
              <a:pathLst>
                <a:path w="801" h="1150" extrusionOk="0">
                  <a:moveTo>
                    <a:pt x="0" y="1"/>
                  </a:moveTo>
                  <a:lnTo>
                    <a:pt x="0" y="1149"/>
                  </a:lnTo>
                  <a:lnTo>
                    <a:pt x="801" y="1149"/>
                  </a:lnTo>
                  <a:lnTo>
                    <a:pt x="8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49" name="Google Shape;749;p56"/>
            <p:cNvSpPr/>
            <p:nvPr/>
          </p:nvSpPr>
          <p:spPr>
            <a:xfrm>
              <a:off x="3503243" y="3443006"/>
              <a:ext cx="22210" cy="31831"/>
            </a:xfrm>
            <a:custGeom>
              <a:avLst/>
              <a:gdLst/>
              <a:ahLst/>
              <a:cxnLst/>
              <a:rect l="l" t="t" r="r" b="b"/>
              <a:pathLst>
                <a:path w="801" h="1148" extrusionOk="0">
                  <a:moveTo>
                    <a:pt x="0" y="1"/>
                  </a:moveTo>
                  <a:lnTo>
                    <a:pt x="0" y="1147"/>
                  </a:lnTo>
                  <a:lnTo>
                    <a:pt x="801" y="1147"/>
                  </a:lnTo>
                  <a:lnTo>
                    <a:pt x="8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750" name="Google Shape;750;p56"/>
          <p:cNvGrpSpPr/>
          <p:nvPr/>
        </p:nvGrpSpPr>
        <p:grpSpPr>
          <a:xfrm>
            <a:off x="3136662" y="4490967"/>
            <a:ext cx="505343" cy="504381"/>
            <a:chOff x="2352496" y="3368225"/>
            <a:chExt cx="379007" cy="378286"/>
          </a:xfrm>
        </p:grpSpPr>
        <p:sp>
          <p:nvSpPr>
            <p:cNvPr id="751" name="Google Shape;751;p56"/>
            <p:cNvSpPr/>
            <p:nvPr/>
          </p:nvSpPr>
          <p:spPr>
            <a:xfrm>
              <a:off x="2497594" y="3523665"/>
              <a:ext cx="88867" cy="22265"/>
            </a:xfrm>
            <a:custGeom>
              <a:avLst/>
              <a:gdLst/>
              <a:ahLst/>
              <a:cxnLst/>
              <a:rect l="l" t="t" r="r" b="b"/>
              <a:pathLst>
                <a:path w="3205" h="803" extrusionOk="0">
                  <a:moveTo>
                    <a:pt x="0" y="0"/>
                  </a:moveTo>
                  <a:lnTo>
                    <a:pt x="0" y="802"/>
                  </a:lnTo>
                  <a:lnTo>
                    <a:pt x="3204" y="802"/>
                  </a:lnTo>
                  <a:lnTo>
                    <a:pt x="32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52" name="Google Shape;752;p56"/>
            <p:cNvSpPr/>
            <p:nvPr/>
          </p:nvSpPr>
          <p:spPr>
            <a:xfrm>
              <a:off x="2373430" y="3368225"/>
              <a:ext cx="336445" cy="199888"/>
            </a:xfrm>
            <a:custGeom>
              <a:avLst/>
              <a:gdLst/>
              <a:ahLst/>
              <a:cxnLst/>
              <a:rect l="l" t="t" r="r" b="b"/>
              <a:pathLst>
                <a:path w="12134" h="7209" extrusionOk="0">
                  <a:moveTo>
                    <a:pt x="7704" y="1"/>
                  </a:moveTo>
                  <a:cubicBezTo>
                    <a:pt x="6922" y="1"/>
                    <a:pt x="6183" y="324"/>
                    <a:pt x="5654" y="879"/>
                  </a:cubicBezTo>
                  <a:cubicBezTo>
                    <a:pt x="5164" y="550"/>
                    <a:pt x="4622" y="399"/>
                    <a:pt x="4091" y="399"/>
                  </a:cubicBezTo>
                  <a:cubicBezTo>
                    <a:pt x="2794" y="399"/>
                    <a:pt x="1563" y="1300"/>
                    <a:pt x="1307" y="2699"/>
                  </a:cubicBezTo>
                  <a:cubicBezTo>
                    <a:pt x="496" y="3142"/>
                    <a:pt x="0" y="4012"/>
                    <a:pt x="57" y="4953"/>
                  </a:cubicBezTo>
                  <a:cubicBezTo>
                    <a:pt x="135" y="6226"/>
                    <a:pt x="1212" y="7209"/>
                    <a:pt x="2487" y="7209"/>
                  </a:cubicBezTo>
                  <a:lnTo>
                    <a:pt x="3678" y="7209"/>
                  </a:lnTo>
                  <a:lnTo>
                    <a:pt x="3678" y="4005"/>
                  </a:lnTo>
                  <a:lnTo>
                    <a:pt x="4478" y="4005"/>
                  </a:lnTo>
                  <a:lnTo>
                    <a:pt x="4478" y="4806"/>
                  </a:lnTo>
                  <a:lnTo>
                    <a:pt x="7682" y="4806"/>
                  </a:lnTo>
                  <a:lnTo>
                    <a:pt x="7682" y="4005"/>
                  </a:lnTo>
                  <a:lnTo>
                    <a:pt x="8509" y="4005"/>
                  </a:lnTo>
                  <a:lnTo>
                    <a:pt x="8509" y="7209"/>
                  </a:lnTo>
                  <a:lnTo>
                    <a:pt x="9717" y="7209"/>
                  </a:lnTo>
                  <a:cubicBezTo>
                    <a:pt x="11049" y="7209"/>
                    <a:pt x="12133" y="6131"/>
                    <a:pt x="12133" y="4806"/>
                  </a:cubicBezTo>
                  <a:cubicBezTo>
                    <a:pt x="12133" y="3776"/>
                    <a:pt x="11467" y="2867"/>
                    <a:pt x="10510" y="2535"/>
                  </a:cubicBezTo>
                  <a:cubicBezTo>
                    <a:pt x="10373" y="1115"/>
                    <a:pt x="9168" y="1"/>
                    <a:pt x="77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53" name="Google Shape;753;p56"/>
            <p:cNvSpPr/>
            <p:nvPr/>
          </p:nvSpPr>
          <p:spPr>
            <a:xfrm>
              <a:off x="2352496" y="3568085"/>
              <a:ext cx="379007" cy="178426"/>
            </a:xfrm>
            <a:custGeom>
              <a:avLst/>
              <a:gdLst/>
              <a:ahLst/>
              <a:cxnLst/>
              <a:rect l="l" t="t" r="r" b="b"/>
              <a:pathLst>
                <a:path w="13669" h="6435" extrusionOk="0">
                  <a:moveTo>
                    <a:pt x="8437" y="1602"/>
                  </a:moveTo>
                  <a:lnTo>
                    <a:pt x="8437" y="2404"/>
                  </a:lnTo>
                  <a:lnTo>
                    <a:pt x="5233" y="2404"/>
                  </a:lnTo>
                  <a:lnTo>
                    <a:pt x="5233" y="1602"/>
                  </a:lnTo>
                  <a:close/>
                  <a:moveTo>
                    <a:pt x="8437" y="3231"/>
                  </a:moveTo>
                  <a:lnTo>
                    <a:pt x="8437" y="4032"/>
                  </a:lnTo>
                  <a:lnTo>
                    <a:pt x="5233" y="4032"/>
                  </a:lnTo>
                  <a:lnTo>
                    <a:pt x="5233" y="3231"/>
                  </a:lnTo>
                  <a:close/>
                  <a:moveTo>
                    <a:pt x="8437" y="4832"/>
                  </a:moveTo>
                  <a:lnTo>
                    <a:pt x="8437" y="5634"/>
                  </a:lnTo>
                  <a:lnTo>
                    <a:pt x="5233" y="5634"/>
                  </a:lnTo>
                  <a:lnTo>
                    <a:pt x="5233" y="4832"/>
                  </a:lnTo>
                  <a:close/>
                  <a:moveTo>
                    <a:pt x="4433" y="1"/>
                  </a:moveTo>
                  <a:lnTo>
                    <a:pt x="4433" y="5634"/>
                  </a:lnTo>
                  <a:lnTo>
                    <a:pt x="0" y="5634"/>
                  </a:lnTo>
                  <a:lnTo>
                    <a:pt x="0" y="6435"/>
                  </a:lnTo>
                  <a:lnTo>
                    <a:pt x="13669" y="6435"/>
                  </a:lnTo>
                  <a:lnTo>
                    <a:pt x="13669" y="5634"/>
                  </a:lnTo>
                  <a:lnTo>
                    <a:pt x="9238" y="5634"/>
                  </a:lnTo>
                  <a:lnTo>
                    <a:pt x="9238" y="1"/>
                  </a:lnTo>
                  <a:lnTo>
                    <a:pt x="8437" y="1"/>
                  </a:lnTo>
                  <a:lnTo>
                    <a:pt x="8437" y="802"/>
                  </a:lnTo>
                  <a:lnTo>
                    <a:pt x="5233" y="802"/>
                  </a:lnTo>
                  <a:lnTo>
                    <a:pt x="523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754" name="Google Shape;754;p56"/>
          <p:cNvGrpSpPr/>
          <p:nvPr/>
        </p:nvGrpSpPr>
        <p:grpSpPr>
          <a:xfrm>
            <a:off x="2048450" y="4490006"/>
            <a:ext cx="514327" cy="505305"/>
            <a:chOff x="1536337" y="3367504"/>
            <a:chExt cx="385745" cy="378979"/>
          </a:xfrm>
        </p:grpSpPr>
        <p:sp>
          <p:nvSpPr>
            <p:cNvPr id="755" name="Google Shape;755;p56"/>
            <p:cNvSpPr/>
            <p:nvPr/>
          </p:nvSpPr>
          <p:spPr>
            <a:xfrm>
              <a:off x="1608844" y="3568501"/>
              <a:ext cx="105475" cy="105475"/>
            </a:xfrm>
            <a:custGeom>
              <a:avLst/>
              <a:gdLst/>
              <a:ahLst/>
              <a:cxnLst/>
              <a:rect l="l" t="t" r="r" b="b"/>
              <a:pathLst>
                <a:path w="3804" h="3804" extrusionOk="0">
                  <a:moveTo>
                    <a:pt x="940" y="1"/>
                  </a:moveTo>
                  <a:lnTo>
                    <a:pt x="0" y="940"/>
                  </a:lnTo>
                  <a:lnTo>
                    <a:pt x="2864" y="3803"/>
                  </a:lnTo>
                  <a:lnTo>
                    <a:pt x="3803" y="2864"/>
                  </a:lnTo>
                  <a:lnTo>
                    <a:pt x="9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56"/>
            <p:cNvSpPr/>
            <p:nvPr/>
          </p:nvSpPr>
          <p:spPr>
            <a:xfrm>
              <a:off x="1614390" y="3401886"/>
              <a:ext cx="83488" cy="73395"/>
            </a:xfrm>
            <a:custGeom>
              <a:avLst/>
              <a:gdLst/>
              <a:ahLst/>
              <a:cxnLst/>
              <a:rect l="l" t="t" r="r" b="b"/>
              <a:pathLst>
                <a:path w="3011" h="2647" extrusionOk="0">
                  <a:moveTo>
                    <a:pt x="1596" y="1"/>
                  </a:moveTo>
                  <a:lnTo>
                    <a:pt x="1" y="1596"/>
                  </a:lnTo>
                  <a:lnTo>
                    <a:pt x="1053" y="2647"/>
                  </a:lnTo>
                  <a:lnTo>
                    <a:pt x="2337" y="1098"/>
                  </a:lnTo>
                  <a:cubicBezTo>
                    <a:pt x="2547" y="836"/>
                    <a:pt x="2772" y="588"/>
                    <a:pt x="3010" y="356"/>
                  </a:cubicBezTo>
                  <a:lnTo>
                    <a:pt x="159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56"/>
            <p:cNvSpPr/>
            <p:nvPr/>
          </p:nvSpPr>
          <p:spPr>
            <a:xfrm>
              <a:off x="1807623" y="3585026"/>
              <a:ext cx="73339" cy="83432"/>
            </a:xfrm>
            <a:custGeom>
              <a:avLst/>
              <a:gdLst/>
              <a:ahLst/>
              <a:cxnLst/>
              <a:rect l="l" t="t" r="r" b="b"/>
              <a:pathLst>
                <a:path w="2645" h="3009" extrusionOk="0">
                  <a:moveTo>
                    <a:pt x="2291" y="1"/>
                  </a:moveTo>
                  <a:cubicBezTo>
                    <a:pt x="2057" y="239"/>
                    <a:pt x="1810" y="464"/>
                    <a:pt x="1547" y="674"/>
                  </a:cubicBezTo>
                  <a:lnTo>
                    <a:pt x="0" y="1958"/>
                  </a:lnTo>
                  <a:lnTo>
                    <a:pt x="1051" y="3009"/>
                  </a:lnTo>
                  <a:lnTo>
                    <a:pt x="2645" y="1415"/>
                  </a:lnTo>
                  <a:lnTo>
                    <a:pt x="22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56"/>
            <p:cNvSpPr/>
            <p:nvPr/>
          </p:nvSpPr>
          <p:spPr>
            <a:xfrm>
              <a:off x="1536337" y="3610425"/>
              <a:ext cx="72535" cy="72535"/>
            </a:xfrm>
            <a:custGeom>
              <a:avLst/>
              <a:gdLst/>
              <a:ahLst/>
              <a:cxnLst/>
              <a:rect l="l" t="t" r="r" b="b"/>
              <a:pathLst>
                <a:path w="2616" h="2616" extrusionOk="0">
                  <a:moveTo>
                    <a:pt x="2043" y="1"/>
                  </a:moveTo>
                  <a:lnTo>
                    <a:pt x="0" y="2043"/>
                  </a:lnTo>
                  <a:lnTo>
                    <a:pt x="573" y="2616"/>
                  </a:lnTo>
                  <a:lnTo>
                    <a:pt x="2615" y="573"/>
                  </a:lnTo>
                  <a:lnTo>
                    <a:pt x="20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56"/>
            <p:cNvSpPr/>
            <p:nvPr/>
          </p:nvSpPr>
          <p:spPr>
            <a:xfrm>
              <a:off x="1552225" y="3642173"/>
              <a:ext cx="88395" cy="88423"/>
            </a:xfrm>
            <a:custGeom>
              <a:avLst/>
              <a:gdLst/>
              <a:ahLst/>
              <a:cxnLst/>
              <a:rect l="l" t="t" r="r" b="b"/>
              <a:pathLst>
                <a:path w="3188" h="3189" extrusionOk="0">
                  <a:moveTo>
                    <a:pt x="2615" y="1"/>
                  </a:moveTo>
                  <a:lnTo>
                    <a:pt x="0" y="2616"/>
                  </a:lnTo>
                  <a:lnTo>
                    <a:pt x="573" y="3189"/>
                  </a:lnTo>
                  <a:lnTo>
                    <a:pt x="3188" y="574"/>
                  </a:lnTo>
                  <a:lnTo>
                    <a:pt x="26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60" name="Google Shape;760;p56"/>
            <p:cNvSpPr/>
            <p:nvPr/>
          </p:nvSpPr>
          <p:spPr>
            <a:xfrm>
              <a:off x="1599861" y="3673949"/>
              <a:ext cx="72535" cy="72535"/>
            </a:xfrm>
            <a:custGeom>
              <a:avLst/>
              <a:gdLst/>
              <a:ahLst/>
              <a:cxnLst/>
              <a:rect l="l" t="t" r="r" b="b"/>
              <a:pathLst>
                <a:path w="2616" h="2616" extrusionOk="0">
                  <a:moveTo>
                    <a:pt x="2043" y="0"/>
                  </a:moveTo>
                  <a:lnTo>
                    <a:pt x="0" y="2043"/>
                  </a:lnTo>
                  <a:lnTo>
                    <a:pt x="573" y="2615"/>
                  </a:lnTo>
                  <a:lnTo>
                    <a:pt x="2615" y="573"/>
                  </a:lnTo>
                  <a:lnTo>
                    <a:pt x="20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56"/>
            <p:cNvSpPr/>
            <p:nvPr/>
          </p:nvSpPr>
          <p:spPr>
            <a:xfrm>
              <a:off x="1748231" y="3487176"/>
              <a:ext cx="49327" cy="44974"/>
            </a:xfrm>
            <a:custGeom>
              <a:avLst/>
              <a:gdLst/>
              <a:ahLst/>
              <a:cxnLst/>
              <a:rect l="l" t="t" r="r" b="b"/>
              <a:pathLst>
                <a:path w="1779" h="1622" extrusionOk="0">
                  <a:moveTo>
                    <a:pt x="890" y="0"/>
                  </a:moveTo>
                  <a:cubicBezTo>
                    <a:pt x="682" y="0"/>
                    <a:pt x="475" y="80"/>
                    <a:pt x="316" y="238"/>
                  </a:cubicBezTo>
                  <a:cubicBezTo>
                    <a:pt x="1" y="555"/>
                    <a:pt x="1" y="1067"/>
                    <a:pt x="316" y="1384"/>
                  </a:cubicBezTo>
                  <a:cubicBezTo>
                    <a:pt x="475" y="1542"/>
                    <a:pt x="682" y="1621"/>
                    <a:pt x="890" y="1621"/>
                  </a:cubicBezTo>
                  <a:cubicBezTo>
                    <a:pt x="1097" y="1621"/>
                    <a:pt x="1304" y="1542"/>
                    <a:pt x="1463" y="1384"/>
                  </a:cubicBezTo>
                  <a:cubicBezTo>
                    <a:pt x="1778" y="1068"/>
                    <a:pt x="1778" y="554"/>
                    <a:pt x="1463" y="238"/>
                  </a:cubicBezTo>
                  <a:cubicBezTo>
                    <a:pt x="1304" y="80"/>
                    <a:pt x="1097" y="0"/>
                    <a:pt x="8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62" name="Google Shape;762;p56"/>
            <p:cNvSpPr/>
            <p:nvPr/>
          </p:nvSpPr>
          <p:spPr>
            <a:xfrm>
              <a:off x="1811422" y="3367504"/>
              <a:ext cx="110660" cy="103729"/>
            </a:xfrm>
            <a:custGeom>
              <a:avLst/>
              <a:gdLst/>
              <a:ahLst/>
              <a:cxnLst/>
              <a:rect l="l" t="t" r="r" b="b"/>
              <a:pathLst>
                <a:path w="3991" h="3741" extrusionOk="0">
                  <a:moveTo>
                    <a:pt x="1786" y="0"/>
                  </a:moveTo>
                  <a:cubicBezTo>
                    <a:pt x="1268" y="0"/>
                    <a:pt x="661" y="53"/>
                    <a:pt x="1" y="212"/>
                  </a:cubicBezTo>
                  <a:lnTo>
                    <a:pt x="3529" y="3740"/>
                  </a:lnTo>
                  <a:cubicBezTo>
                    <a:pt x="3990" y="1824"/>
                    <a:pt x="3556" y="364"/>
                    <a:pt x="3540" y="201"/>
                  </a:cubicBezTo>
                  <a:cubicBezTo>
                    <a:pt x="3433" y="190"/>
                    <a:pt x="2769" y="0"/>
                    <a:pt x="17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63" name="Google Shape;763;p56"/>
            <p:cNvSpPr/>
            <p:nvPr/>
          </p:nvSpPr>
          <p:spPr>
            <a:xfrm>
              <a:off x="1627477" y="3380841"/>
              <a:ext cx="274336" cy="274336"/>
            </a:xfrm>
            <a:custGeom>
              <a:avLst/>
              <a:gdLst/>
              <a:ahLst/>
              <a:cxnLst/>
              <a:rect l="l" t="t" r="r" b="b"/>
              <a:pathLst>
                <a:path w="9894" h="9894" extrusionOk="0">
                  <a:moveTo>
                    <a:pt x="5259" y="3025"/>
                  </a:moveTo>
                  <a:cubicBezTo>
                    <a:pt x="5674" y="3025"/>
                    <a:pt x="6088" y="3183"/>
                    <a:pt x="6405" y="3500"/>
                  </a:cubicBezTo>
                  <a:cubicBezTo>
                    <a:pt x="7036" y="4132"/>
                    <a:pt x="7036" y="5160"/>
                    <a:pt x="6405" y="5791"/>
                  </a:cubicBezTo>
                  <a:cubicBezTo>
                    <a:pt x="6088" y="6108"/>
                    <a:pt x="5674" y="6266"/>
                    <a:pt x="5259" y="6266"/>
                  </a:cubicBezTo>
                  <a:cubicBezTo>
                    <a:pt x="4845" y="6266"/>
                    <a:pt x="4430" y="6108"/>
                    <a:pt x="4113" y="5791"/>
                  </a:cubicBezTo>
                  <a:cubicBezTo>
                    <a:pt x="3480" y="5159"/>
                    <a:pt x="3480" y="4133"/>
                    <a:pt x="4113" y="3500"/>
                  </a:cubicBezTo>
                  <a:cubicBezTo>
                    <a:pt x="4430" y="3183"/>
                    <a:pt x="4845" y="3025"/>
                    <a:pt x="5259" y="3025"/>
                  </a:cubicBezTo>
                  <a:close/>
                  <a:moveTo>
                    <a:pt x="5757" y="0"/>
                  </a:moveTo>
                  <a:cubicBezTo>
                    <a:pt x="4472" y="481"/>
                    <a:pt x="3342" y="1299"/>
                    <a:pt x="2484" y="2370"/>
                  </a:cubicBezTo>
                  <a:lnTo>
                    <a:pt x="1" y="5362"/>
                  </a:lnTo>
                  <a:lnTo>
                    <a:pt x="4531" y="9893"/>
                  </a:lnTo>
                  <a:lnTo>
                    <a:pt x="7524" y="7410"/>
                  </a:lnTo>
                  <a:cubicBezTo>
                    <a:pt x="8595" y="6552"/>
                    <a:pt x="9413" y="5422"/>
                    <a:pt x="9894" y="4136"/>
                  </a:cubicBezTo>
                  <a:lnTo>
                    <a:pt x="57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764" name="Google Shape;764;p56"/>
          <p:cNvGrpSpPr/>
          <p:nvPr/>
        </p:nvGrpSpPr>
        <p:grpSpPr>
          <a:xfrm>
            <a:off x="960607" y="4490006"/>
            <a:ext cx="466117" cy="505343"/>
            <a:chOff x="720455" y="3367504"/>
            <a:chExt cx="349588" cy="379007"/>
          </a:xfrm>
        </p:grpSpPr>
        <p:sp>
          <p:nvSpPr>
            <p:cNvPr id="765" name="Google Shape;765;p56"/>
            <p:cNvSpPr/>
            <p:nvPr/>
          </p:nvSpPr>
          <p:spPr>
            <a:xfrm>
              <a:off x="829119" y="3690945"/>
              <a:ext cx="132343" cy="55566"/>
            </a:xfrm>
            <a:custGeom>
              <a:avLst/>
              <a:gdLst/>
              <a:ahLst/>
              <a:cxnLst/>
              <a:rect l="l" t="t" r="r" b="b"/>
              <a:pathLst>
                <a:path w="4773" h="2004" extrusionOk="0">
                  <a:moveTo>
                    <a:pt x="0" y="1"/>
                  </a:moveTo>
                  <a:lnTo>
                    <a:pt x="446" y="2004"/>
                  </a:lnTo>
                  <a:lnTo>
                    <a:pt x="4327" y="2004"/>
                  </a:lnTo>
                  <a:lnTo>
                    <a:pt x="47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56"/>
            <p:cNvSpPr/>
            <p:nvPr/>
          </p:nvSpPr>
          <p:spPr>
            <a:xfrm>
              <a:off x="839573" y="3367504"/>
              <a:ext cx="111465" cy="111465"/>
            </a:xfrm>
            <a:custGeom>
              <a:avLst/>
              <a:gdLst/>
              <a:ahLst/>
              <a:cxnLst/>
              <a:rect l="l" t="t" r="r" b="b"/>
              <a:pathLst>
                <a:path w="4020" h="4020" extrusionOk="0">
                  <a:moveTo>
                    <a:pt x="2009" y="0"/>
                  </a:moveTo>
                  <a:cubicBezTo>
                    <a:pt x="900" y="0"/>
                    <a:pt x="0" y="900"/>
                    <a:pt x="0" y="2011"/>
                  </a:cubicBezTo>
                  <a:cubicBezTo>
                    <a:pt x="0" y="3120"/>
                    <a:pt x="900" y="4019"/>
                    <a:pt x="2009" y="4019"/>
                  </a:cubicBezTo>
                  <a:cubicBezTo>
                    <a:pt x="3119" y="4019"/>
                    <a:pt x="4019" y="3120"/>
                    <a:pt x="4019" y="2011"/>
                  </a:cubicBezTo>
                  <a:cubicBezTo>
                    <a:pt x="4019" y="900"/>
                    <a:pt x="3119" y="0"/>
                    <a:pt x="20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67" name="Google Shape;767;p56"/>
            <p:cNvSpPr/>
            <p:nvPr/>
          </p:nvSpPr>
          <p:spPr>
            <a:xfrm>
              <a:off x="987693" y="3407432"/>
              <a:ext cx="82351" cy="149590"/>
            </a:xfrm>
            <a:custGeom>
              <a:avLst/>
              <a:gdLst/>
              <a:ahLst/>
              <a:cxnLst/>
              <a:rect l="l" t="t" r="r" b="b"/>
              <a:pathLst>
                <a:path w="2970" h="5395" extrusionOk="0">
                  <a:moveTo>
                    <a:pt x="1485" y="1"/>
                  </a:moveTo>
                  <a:lnTo>
                    <a:pt x="1" y="1493"/>
                  </a:lnTo>
                  <a:lnTo>
                    <a:pt x="567" y="2061"/>
                  </a:lnTo>
                  <a:lnTo>
                    <a:pt x="1085" y="1541"/>
                  </a:lnTo>
                  <a:lnTo>
                    <a:pt x="1085" y="5395"/>
                  </a:lnTo>
                  <a:lnTo>
                    <a:pt x="1885" y="5395"/>
                  </a:lnTo>
                  <a:lnTo>
                    <a:pt x="1885" y="1541"/>
                  </a:lnTo>
                  <a:lnTo>
                    <a:pt x="2404" y="2061"/>
                  </a:lnTo>
                  <a:lnTo>
                    <a:pt x="2969" y="1493"/>
                  </a:lnTo>
                  <a:lnTo>
                    <a:pt x="148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68" name="Google Shape;768;p56"/>
            <p:cNvSpPr/>
            <p:nvPr/>
          </p:nvSpPr>
          <p:spPr>
            <a:xfrm>
              <a:off x="720455" y="3407432"/>
              <a:ext cx="82378" cy="149590"/>
            </a:xfrm>
            <a:custGeom>
              <a:avLst/>
              <a:gdLst/>
              <a:ahLst/>
              <a:cxnLst/>
              <a:rect l="l" t="t" r="r" b="b"/>
              <a:pathLst>
                <a:path w="2971" h="5395" extrusionOk="0">
                  <a:moveTo>
                    <a:pt x="1485" y="1"/>
                  </a:moveTo>
                  <a:lnTo>
                    <a:pt x="1" y="1493"/>
                  </a:lnTo>
                  <a:lnTo>
                    <a:pt x="568" y="2061"/>
                  </a:lnTo>
                  <a:lnTo>
                    <a:pt x="1085" y="1541"/>
                  </a:lnTo>
                  <a:lnTo>
                    <a:pt x="1085" y="5395"/>
                  </a:lnTo>
                  <a:lnTo>
                    <a:pt x="1887" y="5395"/>
                  </a:lnTo>
                  <a:lnTo>
                    <a:pt x="1887" y="1541"/>
                  </a:lnTo>
                  <a:lnTo>
                    <a:pt x="2404" y="2061"/>
                  </a:lnTo>
                  <a:lnTo>
                    <a:pt x="2971" y="1493"/>
                  </a:lnTo>
                  <a:lnTo>
                    <a:pt x="148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69" name="Google Shape;769;p56"/>
            <p:cNvSpPr/>
            <p:nvPr/>
          </p:nvSpPr>
          <p:spPr>
            <a:xfrm>
              <a:off x="806050" y="3500624"/>
              <a:ext cx="178426" cy="167446"/>
            </a:xfrm>
            <a:custGeom>
              <a:avLst/>
              <a:gdLst/>
              <a:ahLst/>
              <a:cxnLst/>
              <a:rect l="l" t="t" r="r" b="b"/>
              <a:pathLst>
                <a:path w="6435" h="6039" extrusionOk="0">
                  <a:moveTo>
                    <a:pt x="2831" y="0"/>
                  </a:moveTo>
                  <a:lnTo>
                    <a:pt x="2831" y="2127"/>
                  </a:lnTo>
                  <a:cubicBezTo>
                    <a:pt x="2831" y="1191"/>
                    <a:pt x="2064" y="431"/>
                    <a:pt x="1117" y="431"/>
                  </a:cubicBezTo>
                  <a:lnTo>
                    <a:pt x="401" y="431"/>
                  </a:lnTo>
                  <a:lnTo>
                    <a:pt x="401" y="1132"/>
                  </a:lnTo>
                  <a:cubicBezTo>
                    <a:pt x="401" y="2072"/>
                    <a:pt x="1164" y="2834"/>
                    <a:pt x="2103" y="2834"/>
                  </a:cubicBezTo>
                  <a:lnTo>
                    <a:pt x="2831" y="2834"/>
                  </a:lnTo>
                  <a:lnTo>
                    <a:pt x="2831" y="4035"/>
                  </a:lnTo>
                  <a:lnTo>
                    <a:pt x="1" y="4035"/>
                  </a:lnTo>
                  <a:lnTo>
                    <a:pt x="1" y="6038"/>
                  </a:lnTo>
                  <a:lnTo>
                    <a:pt x="6435" y="6038"/>
                  </a:lnTo>
                  <a:lnTo>
                    <a:pt x="6435" y="4035"/>
                  </a:lnTo>
                  <a:lnTo>
                    <a:pt x="3631" y="4035"/>
                  </a:lnTo>
                  <a:lnTo>
                    <a:pt x="3631" y="2834"/>
                  </a:lnTo>
                  <a:lnTo>
                    <a:pt x="4332" y="2834"/>
                  </a:lnTo>
                  <a:cubicBezTo>
                    <a:pt x="5272" y="2834"/>
                    <a:pt x="6034" y="2072"/>
                    <a:pt x="6034" y="1132"/>
                  </a:cubicBezTo>
                  <a:lnTo>
                    <a:pt x="6034" y="431"/>
                  </a:lnTo>
                  <a:lnTo>
                    <a:pt x="5327" y="431"/>
                  </a:lnTo>
                  <a:cubicBezTo>
                    <a:pt x="4391" y="431"/>
                    <a:pt x="3631" y="1194"/>
                    <a:pt x="3631" y="2133"/>
                  </a:cubicBezTo>
                  <a:lnTo>
                    <a:pt x="3631" y="0"/>
                  </a:lnTo>
                  <a:cubicBezTo>
                    <a:pt x="3498" y="20"/>
                    <a:pt x="3365" y="30"/>
                    <a:pt x="3231" y="30"/>
                  </a:cubicBezTo>
                  <a:cubicBezTo>
                    <a:pt x="3098" y="30"/>
                    <a:pt x="2964" y="20"/>
                    <a:pt x="28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770" name="Google Shape;770;p56"/>
          <p:cNvGrpSpPr/>
          <p:nvPr/>
        </p:nvGrpSpPr>
        <p:grpSpPr>
          <a:xfrm>
            <a:off x="10727157" y="3680436"/>
            <a:ext cx="504419" cy="476469"/>
            <a:chOff x="8045368" y="2760327"/>
            <a:chExt cx="378314" cy="357352"/>
          </a:xfrm>
        </p:grpSpPr>
        <p:sp>
          <p:nvSpPr>
            <p:cNvPr id="771" name="Google Shape;771;p56"/>
            <p:cNvSpPr/>
            <p:nvPr/>
          </p:nvSpPr>
          <p:spPr>
            <a:xfrm>
              <a:off x="8267576" y="2827483"/>
              <a:ext cx="22348" cy="22321"/>
            </a:xfrm>
            <a:custGeom>
              <a:avLst/>
              <a:gdLst/>
              <a:ahLst/>
              <a:cxnLst/>
              <a:rect l="l" t="t" r="r" b="b"/>
              <a:pathLst>
                <a:path w="806" h="805" extrusionOk="0">
                  <a:moveTo>
                    <a:pt x="402" y="1"/>
                  </a:moveTo>
                  <a:cubicBezTo>
                    <a:pt x="180" y="1"/>
                    <a:pt x="0" y="181"/>
                    <a:pt x="0" y="403"/>
                  </a:cubicBezTo>
                  <a:cubicBezTo>
                    <a:pt x="0" y="625"/>
                    <a:pt x="180" y="804"/>
                    <a:pt x="402" y="804"/>
                  </a:cubicBezTo>
                  <a:cubicBezTo>
                    <a:pt x="624" y="804"/>
                    <a:pt x="805" y="625"/>
                    <a:pt x="805" y="403"/>
                  </a:cubicBezTo>
                  <a:cubicBezTo>
                    <a:pt x="805" y="181"/>
                    <a:pt x="624" y="1"/>
                    <a:pt x="4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72" name="Google Shape;772;p56"/>
            <p:cNvSpPr/>
            <p:nvPr/>
          </p:nvSpPr>
          <p:spPr>
            <a:xfrm>
              <a:off x="8156084" y="2983562"/>
              <a:ext cx="22348" cy="22321"/>
            </a:xfrm>
            <a:custGeom>
              <a:avLst/>
              <a:gdLst/>
              <a:ahLst/>
              <a:cxnLst/>
              <a:rect l="l" t="t" r="r" b="b"/>
              <a:pathLst>
                <a:path w="806" h="805" extrusionOk="0">
                  <a:moveTo>
                    <a:pt x="404" y="1"/>
                  </a:moveTo>
                  <a:cubicBezTo>
                    <a:pt x="182" y="1"/>
                    <a:pt x="1" y="180"/>
                    <a:pt x="1" y="403"/>
                  </a:cubicBezTo>
                  <a:cubicBezTo>
                    <a:pt x="1" y="625"/>
                    <a:pt x="182" y="804"/>
                    <a:pt x="404" y="804"/>
                  </a:cubicBezTo>
                  <a:cubicBezTo>
                    <a:pt x="626" y="804"/>
                    <a:pt x="806" y="625"/>
                    <a:pt x="806" y="403"/>
                  </a:cubicBezTo>
                  <a:cubicBezTo>
                    <a:pt x="806" y="180"/>
                    <a:pt x="626" y="1"/>
                    <a:pt x="4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73" name="Google Shape;773;p56"/>
            <p:cNvSpPr/>
            <p:nvPr/>
          </p:nvSpPr>
          <p:spPr>
            <a:xfrm>
              <a:off x="8089038" y="2760605"/>
              <a:ext cx="274031" cy="357075"/>
            </a:xfrm>
            <a:custGeom>
              <a:avLst/>
              <a:gdLst/>
              <a:ahLst/>
              <a:cxnLst/>
              <a:rect l="l" t="t" r="r" b="b"/>
              <a:pathLst>
                <a:path w="9883" h="12878" extrusionOk="0">
                  <a:moveTo>
                    <a:pt x="3742" y="2128"/>
                  </a:moveTo>
                  <a:lnTo>
                    <a:pt x="4311" y="2696"/>
                  </a:lnTo>
                  <a:lnTo>
                    <a:pt x="3742" y="3266"/>
                  </a:lnTo>
                  <a:lnTo>
                    <a:pt x="4311" y="3834"/>
                  </a:lnTo>
                  <a:lnTo>
                    <a:pt x="3742" y="4403"/>
                  </a:lnTo>
                  <a:lnTo>
                    <a:pt x="3174" y="3834"/>
                  </a:lnTo>
                  <a:lnTo>
                    <a:pt x="2606" y="4403"/>
                  </a:lnTo>
                  <a:lnTo>
                    <a:pt x="2037" y="3834"/>
                  </a:lnTo>
                  <a:lnTo>
                    <a:pt x="2606" y="3266"/>
                  </a:lnTo>
                  <a:lnTo>
                    <a:pt x="2037" y="2696"/>
                  </a:lnTo>
                  <a:lnTo>
                    <a:pt x="2606" y="2128"/>
                  </a:lnTo>
                  <a:lnTo>
                    <a:pt x="3174" y="2696"/>
                  </a:lnTo>
                  <a:lnTo>
                    <a:pt x="3742" y="2128"/>
                  </a:lnTo>
                  <a:close/>
                  <a:moveTo>
                    <a:pt x="7411" y="6856"/>
                  </a:moveTo>
                  <a:lnTo>
                    <a:pt x="7979" y="7424"/>
                  </a:lnTo>
                  <a:lnTo>
                    <a:pt x="7411" y="7992"/>
                  </a:lnTo>
                  <a:lnTo>
                    <a:pt x="7979" y="8560"/>
                  </a:lnTo>
                  <a:lnTo>
                    <a:pt x="7411" y="9129"/>
                  </a:lnTo>
                  <a:lnTo>
                    <a:pt x="6842" y="8560"/>
                  </a:lnTo>
                  <a:lnTo>
                    <a:pt x="6273" y="9129"/>
                  </a:lnTo>
                  <a:lnTo>
                    <a:pt x="5704" y="8560"/>
                  </a:lnTo>
                  <a:lnTo>
                    <a:pt x="6273" y="7992"/>
                  </a:lnTo>
                  <a:lnTo>
                    <a:pt x="5704" y="7424"/>
                  </a:lnTo>
                  <a:lnTo>
                    <a:pt x="6273" y="6856"/>
                  </a:lnTo>
                  <a:lnTo>
                    <a:pt x="6842" y="7424"/>
                  </a:lnTo>
                  <a:lnTo>
                    <a:pt x="7411" y="6856"/>
                  </a:lnTo>
                  <a:close/>
                  <a:moveTo>
                    <a:pt x="6841" y="1609"/>
                  </a:moveTo>
                  <a:cubicBezTo>
                    <a:pt x="7507" y="1609"/>
                    <a:pt x="8048" y="2150"/>
                    <a:pt x="8048" y="2815"/>
                  </a:cubicBezTo>
                  <a:cubicBezTo>
                    <a:pt x="8048" y="3348"/>
                    <a:pt x="7700" y="3801"/>
                    <a:pt x="7219" y="3960"/>
                  </a:cubicBezTo>
                  <a:cubicBezTo>
                    <a:pt x="7053" y="5129"/>
                    <a:pt x="6046" y="6032"/>
                    <a:pt x="4831" y="6032"/>
                  </a:cubicBezTo>
                  <a:cubicBezTo>
                    <a:pt x="4055" y="6032"/>
                    <a:pt x="3405" y="6584"/>
                    <a:pt x="3256" y="7319"/>
                  </a:cubicBezTo>
                  <a:cubicBezTo>
                    <a:pt x="4503" y="7801"/>
                    <a:pt x="4143" y="9649"/>
                    <a:pt x="2822" y="9649"/>
                  </a:cubicBezTo>
                  <a:cubicBezTo>
                    <a:pt x="2156" y="9649"/>
                    <a:pt x="1615" y="9108"/>
                    <a:pt x="1615" y="8444"/>
                  </a:cubicBezTo>
                  <a:cubicBezTo>
                    <a:pt x="1615" y="7910"/>
                    <a:pt x="1963" y="7456"/>
                    <a:pt x="2443" y="7298"/>
                  </a:cubicBezTo>
                  <a:cubicBezTo>
                    <a:pt x="2610" y="6128"/>
                    <a:pt x="3617" y="5227"/>
                    <a:pt x="4832" y="5227"/>
                  </a:cubicBezTo>
                  <a:cubicBezTo>
                    <a:pt x="5608" y="5227"/>
                    <a:pt x="6258" y="4673"/>
                    <a:pt x="6407" y="3940"/>
                  </a:cubicBezTo>
                  <a:cubicBezTo>
                    <a:pt x="5956" y="3764"/>
                    <a:pt x="5636" y="3327"/>
                    <a:pt x="5636" y="2815"/>
                  </a:cubicBezTo>
                  <a:cubicBezTo>
                    <a:pt x="5636" y="2150"/>
                    <a:pt x="6176" y="1609"/>
                    <a:pt x="6841" y="1609"/>
                  </a:cubicBezTo>
                  <a:close/>
                  <a:moveTo>
                    <a:pt x="1703" y="1"/>
                  </a:moveTo>
                  <a:cubicBezTo>
                    <a:pt x="763" y="1"/>
                    <a:pt x="1" y="762"/>
                    <a:pt x="1" y="1703"/>
                  </a:cubicBezTo>
                  <a:lnTo>
                    <a:pt x="1" y="10465"/>
                  </a:lnTo>
                  <a:lnTo>
                    <a:pt x="7663" y="10465"/>
                  </a:lnTo>
                  <a:lnTo>
                    <a:pt x="7663" y="11856"/>
                  </a:lnTo>
                  <a:cubicBezTo>
                    <a:pt x="7663" y="12397"/>
                    <a:pt x="8105" y="12867"/>
                    <a:pt x="8644" y="12877"/>
                  </a:cubicBezTo>
                  <a:cubicBezTo>
                    <a:pt x="8651" y="12878"/>
                    <a:pt x="8658" y="12878"/>
                    <a:pt x="8665" y="12878"/>
                  </a:cubicBezTo>
                  <a:cubicBezTo>
                    <a:pt x="9218" y="12878"/>
                    <a:pt x="9665" y="12428"/>
                    <a:pt x="9665" y="11872"/>
                  </a:cubicBezTo>
                  <a:lnTo>
                    <a:pt x="9665" y="806"/>
                  </a:lnTo>
                  <a:cubicBezTo>
                    <a:pt x="9665" y="512"/>
                    <a:pt x="9744" y="238"/>
                    <a:pt x="98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74" name="Google Shape;774;p56"/>
            <p:cNvSpPr/>
            <p:nvPr/>
          </p:nvSpPr>
          <p:spPr>
            <a:xfrm>
              <a:off x="8379207" y="2760327"/>
              <a:ext cx="44475" cy="66906"/>
            </a:xfrm>
            <a:custGeom>
              <a:avLst/>
              <a:gdLst/>
              <a:ahLst/>
              <a:cxnLst/>
              <a:rect l="l" t="t" r="r" b="b"/>
              <a:pathLst>
                <a:path w="1604" h="2413" extrusionOk="0">
                  <a:moveTo>
                    <a:pt x="802" y="0"/>
                  </a:moveTo>
                  <a:cubicBezTo>
                    <a:pt x="795" y="0"/>
                    <a:pt x="788" y="0"/>
                    <a:pt x="781" y="1"/>
                  </a:cubicBezTo>
                  <a:cubicBezTo>
                    <a:pt x="344" y="12"/>
                    <a:pt x="0" y="383"/>
                    <a:pt x="0" y="820"/>
                  </a:cubicBezTo>
                  <a:lnTo>
                    <a:pt x="0" y="2413"/>
                  </a:lnTo>
                  <a:lnTo>
                    <a:pt x="1603" y="2413"/>
                  </a:lnTo>
                  <a:lnTo>
                    <a:pt x="1603" y="806"/>
                  </a:lnTo>
                  <a:cubicBezTo>
                    <a:pt x="1603" y="361"/>
                    <a:pt x="1243" y="0"/>
                    <a:pt x="8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75" name="Google Shape;775;p56"/>
            <p:cNvSpPr/>
            <p:nvPr/>
          </p:nvSpPr>
          <p:spPr>
            <a:xfrm>
              <a:off x="8045368" y="3072983"/>
              <a:ext cx="239205" cy="44447"/>
            </a:xfrm>
            <a:custGeom>
              <a:avLst/>
              <a:gdLst/>
              <a:ahLst/>
              <a:cxnLst/>
              <a:rect l="l" t="t" r="r" b="b"/>
              <a:pathLst>
                <a:path w="8627" h="1603" extrusionOk="0">
                  <a:moveTo>
                    <a:pt x="1" y="0"/>
                  </a:moveTo>
                  <a:cubicBezTo>
                    <a:pt x="186" y="913"/>
                    <a:pt x="996" y="1603"/>
                    <a:pt x="1963" y="1603"/>
                  </a:cubicBezTo>
                  <a:lnTo>
                    <a:pt x="8626" y="1603"/>
                  </a:lnTo>
                  <a:cubicBezTo>
                    <a:pt x="8489" y="1366"/>
                    <a:pt x="8410" y="1093"/>
                    <a:pt x="8410" y="802"/>
                  </a:cubicBezTo>
                  <a:lnTo>
                    <a:pt x="84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776" name="Google Shape;776;p56"/>
          <p:cNvGrpSpPr/>
          <p:nvPr/>
        </p:nvGrpSpPr>
        <p:grpSpPr>
          <a:xfrm>
            <a:off x="9636690" y="3680807"/>
            <a:ext cx="506785" cy="505380"/>
            <a:chOff x="7227517" y="2760605"/>
            <a:chExt cx="380089" cy="379035"/>
          </a:xfrm>
        </p:grpSpPr>
        <p:sp>
          <p:nvSpPr>
            <p:cNvPr id="777" name="Google Shape;777;p56"/>
            <p:cNvSpPr/>
            <p:nvPr/>
          </p:nvSpPr>
          <p:spPr>
            <a:xfrm>
              <a:off x="7295367" y="2872042"/>
              <a:ext cx="178343" cy="178399"/>
            </a:xfrm>
            <a:custGeom>
              <a:avLst/>
              <a:gdLst/>
              <a:ahLst/>
              <a:cxnLst/>
              <a:rect l="l" t="t" r="r" b="b"/>
              <a:pathLst>
                <a:path w="6432" h="6434" extrusionOk="0">
                  <a:moveTo>
                    <a:pt x="3216" y="1"/>
                  </a:moveTo>
                  <a:cubicBezTo>
                    <a:pt x="1443" y="1"/>
                    <a:pt x="1" y="1444"/>
                    <a:pt x="1" y="3216"/>
                  </a:cubicBezTo>
                  <a:cubicBezTo>
                    <a:pt x="1" y="4990"/>
                    <a:pt x="1443" y="6433"/>
                    <a:pt x="3216" y="6433"/>
                  </a:cubicBezTo>
                  <a:cubicBezTo>
                    <a:pt x="4990" y="6433"/>
                    <a:pt x="6432" y="4990"/>
                    <a:pt x="6432" y="3216"/>
                  </a:cubicBezTo>
                  <a:cubicBezTo>
                    <a:pt x="6432" y="2557"/>
                    <a:pt x="6232" y="1942"/>
                    <a:pt x="5890" y="1431"/>
                  </a:cubicBezTo>
                  <a:lnTo>
                    <a:pt x="5276" y="1964"/>
                  </a:lnTo>
                  <a:cubicBezTo>
                    <a:pt x="5500" y="2330"/>
                    <a:pt x="5628" y="2759"/>
                    <a:pt x="5628" y="3218"/>
                  </a:cubicBezTo>
                  <a:cubicBezTo>
                    <a:pt x="5628" y="4547"/>
                    <a:pt x="4546" y="5628"/>
                    <a:pt x="3216" y="5628"/>
                  </a:cubicBezTo>
                  <a:cubicBezTo>
                    <a:pt x="1887" y="5628"/>
                    <a:pt x="804" y="4547"/>
                    <a:pt x="804" y="3218"/>
                  </a:cubicBezTo>
                  <a:cubicBezTo>
                    <a:pt x="804" y="1887"/>
                    <a:pt x="1885" y="806"/>
                    <a:pt x="3216" y="806"/>
                  </a:cubicBezTo>
                  <a:cubicBezTo>
                    <a:pt x="3798" y="806"/>
                    <a:pt x="4333" y="1012"/>
                    <a:pt x="4749" y="1357"/>
                  </a:cubicBezTo>
                  <a:lnTo>
                    <a:pt x="5362" y="825"/>
                  </a:lnTo>
                  <a:cubicBezTo>
                    <a:pt x="4793" y="314"/>
                    <a:pt x="4040" y="1"/>
                    <a:pt x="32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78" name="Google Shape;778;p56"/>
            <p:cNvSpPr/>
            <p:nvPr/>
          </p:nvSpPr>
          <p:spPr>
            <a:xfrm>
              <a:off x="7339925" y="2916655"/>
              <a:ext cx="89199" cy="89172"/>
            </a:xfrm>
            <a:custGeom>
              <a:avLst/>
              <a:gdLst/>
              <a:ahLst/>
              <a:cxnLst/>
              <a:rect l="l" t="t" r="r" b="b"/>
              <a:pathLst>
                <a:path w="3217" h="3216" extrusionOk="0">
                  <a:moveTo>
                    <a:pt x="1609" y="0"/>
                  </a:moveTo>
                  <a:cubicBezTo>
                    <a:pt x="723" y="0"/>
                    <a:pt x="1" y="722"/>
                    <a:pt x="1" y="1609"/>
                  </a:cubicBezTo>
                  <a:cubicBezTo>
                    <a:pt x="1" y="2494"/>
                    <a:pt x="723" y="3216"/>
                    <a:pt x="1609" y="3216"/>
                  </a:cubicBezTo>
                  <a:cubicBezTo>
                    <a:pt x="2496" y="3216"/>
                    <a:pt x="3216" y="2494"/>
                    <a:pt x="3216" y="1609"/>
                  </a:cubicBezTo>
                  <a:cubicBezTo>
                    <a:pt x="3216" y="1352"/>
                    <a:pt x="3157" y="1108"/>
                    <a:pt x="3048" y="893"/>
                  </a:cubicBezTo>
                  <a:lnTo>
                    <a:pt x="2135" y="1679"/>
                  </a:lnTo>
                  <a:lnTo>
                    <a:pt x="1609" y="1073"/>
                  </a:lnTo>
                  <a:lnTo>
                    <a:pt x="2521" y="285"/>
                  </a:lnTo>
                  <a:cubicBezTo>
                    <a:pt x="2262" y="106"/>
                    <a:pt x="1948" y="0"/>
                    <a:pt x="16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79" name="Google Shape;779;p56"/>
            <p:cNvSpPr/>
            <p:nvPr/>
          </p:nvSpPr>
          <p:spPr>
            <a:xfrm>
              <a:off x="7227517" y="2805246"/>
              <a:ext cx="327711" cy="334394"/>
            </a:xfrm>
            <a:custGeom>
              <a:avLst/>
              <a:gdLst/>
              <a:ahLst/>
              <a:cxnLst/>
              <a:rect l="l" t="t" r="r" b="b"/>
              <a:pathLst>
                <a:path w="11819" h="12060" extrusionOk="0">
                  <a:moveTo>
                    <a:pt x="5655" y="0"/>
                  </a:moveTo>
                  <a:cubicBezTo>
                    <a:pt x="5629" y="0"/>
                    <a:pt x="5602" y="0"/>
                    <a:pt x="5576" y="1"/>
                  </a:cubicBezTo>
                  <a:cubicBezTo>
                    <a:pt x="2553" y="42"/>
                    <a:pt x="88" y="2496"/>
                    <a:pt x="32" y="5517"/>
                  </a:cubicBezTo>
                  <a:cubicBezTo>
                    <a:pt x="1" y="7091"/>
                    <a:pt x="620" y="8522"/>
                    <a:pt x="1637" y="9563"/>
                  </a:cubicBezTo>
                  <a:lnTo>
                    <a:pt x="1637" y="12059"/>
                  </a:lnTo>
                  <a:lnTo>
                    <a:pt x="2438" y="12059"/>
                  </a:lnTo>
                  <a:lnTo>
                    <a:pt x="2438" y="10243"/>
                  </a:lnTo>
                  <a:cubicBezTo>
                    <a:pt x="3351" y="10880"/>
                    <a:pt x="4460" y="11256"/>
                    <a:pt x="5655" y="11256"/>
                  </a:cubicBezTo>
                  <a:cubicBezTo>
                    <a:pt x="6851" y="11256"/>
                    <a:pt x="7960" y="10880"/>
                    <a:pt x="8872" y="10243"/>
                  </a:cubicBezTo>
                  <a:lnTo>
                    <a:pt x="8872" y="12059"/>
                  </a:lnTo>
                  <a:lnTo>
                    <a:pt x="9674" y="12059"/>
                  </a:lnTo>
                  <a:lnTo>
                    <a:pt x="9674" y="9563"/>
                  </a:lnTo>
                  <a:cubicBezTo>
                    <a:pt x="11621" y="7571"/>
                    <a:pt x="11818" y="4471"/>
                    <a:pt x="10157" y="2256"/>
                  </a:cubicBezTo>
                  <a:lnTo>
                    <a:pt x="10157" y="2256"/>
                  </a:lnTo>
                  <a:lnTo>
                    <a:pt x="8939" y="3313"/>
                  </a:lnTo>
                  <a:cubicBezTo>
                    <a:pt x="9437" y="4020"/>
                    <a:pt x="9715" y="4893"/>
                    <a:pt x="9668" y="5834"/>
                  </a:cubicBezTo>
                  <a:cubicBezTo>
                    <a:pt x="9564" y="7896"/>
                    <a:pt x="7894" y="9555"/>
                    <a:pt x="5831" y="9644"/>
                  </a:cubicBezTo>
                  <a:cubicBezTo>
                    <a:pt x="5773" y="9647"/>
                    <a:pt x="5714" y="9648"/>
                    <a:pt x="5656" y="9648"/>
                  </a:cubicBezTo>
                  <a:cubicBezTo>
                    <a:pt x="3410" y="9648"/>
                    <a:pt x="1587" y="7795"/>
                    <a:pt x="1639" y="5535"/>
                  </a:cubicBezTo>
                  <a:cubicBezTo>
                    <a:pt x="1687" y="3384"/>
                    <a:pt x="3443" y="1641"/>
                    <a:pt x="5593" y="1608"/>
                  </a:cubicBezTo>
                  <a:cubicBezTo>
                    <a:pt x="5613" y="1608"/>
                    <a:pt x="5633" y="1607"/>
                    <a:pt x="5654" y="1607"/>
                  </a:cubicBezTo>
                  <a:cubicBezTo>
                    <a:pt x="6720" y="1607"/>
                    <a:pt x="7692" y="2025"/>
                    <a:pt x="8411" y="2705"/>
                  </a:cubicBezTo>
                  <a:lnTo>
                    <a:pt x="9630" y="1649"/>
                  </a:lnTo>
                  <a:cubicBezTo>
                    <a:pt x="8611" y="630"/>
                    <a:pt x="7206" y="0"/>
                    <a:pt x="56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80" name="Google Shape;780;p56"/>
            <p:cNvSpPr/>
            <p:nvPr/>
          </p:nvSpPr>
          <p:spPr>
            <a:xfrm>
              <a:off x="7495254" y="2760605"/>
              <a:ext cx="112352" cy="107056"/>
            </a:xfrm>
            <a:custGeom>
              <a:avLst/>
              <a:gdLst/>
              <a:ahLst/>
              <a:cxnLst/>
              <a:rect l="l" t="t" r="r" b="b"/>
              <a:pathLst>
                <a:path w="4052" h="3861" extrusionOk="0">
                  <a:moveTo>
                    <a:pt x="1645" y="1"/>
                  </a:moveTo>
                  <a:lnTo>
                    <a:pt x="1645" y="1824"/>
                  </a:lnTo>
                  <a:lnTo>
                    <a:pt x="0" y="3254"/>
                  </a:lnTo>
                  <a:cubicBezTo>
                    <a:pt x="190" y="3443"/>
                    <a:pt x="365" y="3646"/>
                    <a:pt x="526" y="3861"/>
                  </a:cubicBezTo>
                  <a:lnTo>
                    <a:pt x="2202" y="2403"/>
                  </a:lnTo>
                  <a:lnTo>
                    <a:pt x="4048" y="2410"/>
                  </a:lnTo>
                  <a:lnTo>
                    <a:pt x="4051" y="1602"/>
                  </a:lnTo>
                  <a:lnTo>
                    <a:pt x="2446" y="1598"/>
                  </a:lnTo>
                  <a:lnTo>
                    <a:pt x="24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781" name="Google Shape;781;p56"/>
          <p:cNvGrpSpPr/>
          <p:nvPr/>
        </p:nvGrpSpPr>
        <p:grpSpPr>
          <a:xfrm>
            <a:off x="8563747" y="3680807"/>
            <a:ext cx="505343" cy="505380"/>
            <a:chOff x="6422810" y="2760605"/>
            <a:chExt cx="379007" cy="379035"/>
          </a:xfrm>
        </p:grpSpPr>
        <p:sp>
          <p:nvSpPr>
            <p:cNvPr id="782" name="Google Shape;782;p56"/>
            <p:cNvSpPr/>
            <p:nvPr/>
          </p:nvSpPr>
          <p:spPr>
            <a:xfrm>
              <a:off x="6422810" y="2760605"/>
              <a:ext cx="66657" cy="66629"/>
            </a:xfrm>
            <a:custGeom>
              <a:avLst/>
              <a:gdLst/>
              <a:ahLst/>
              <a:cxnLst/>
              <a:rect l="l" t="t" r="r" b="b"/>
              <a:pathLst>
                <a:path w="2404" h="2403" extrusionOk="0">
                  <a:moveTo>
                    <a:pt x="0" y="1"/>
                  </a:moveTo>
                  <a:lnTo>
                    <a:pt x="0" y="2403"/>
                  </a:lnTo>
                  <a:lnTo>
                    <a:pt x="801" y="2403"/>
                  </a:lnTo>
                  <a:lnTo>
                    <a:pt x="801" y="801"/>
                  </a:lnTo>
                  <a:lnTo>
                    <a:pt x="2403" y="801"/>
                  </a:lnTo>
                  <a:lnTo>
                    <a:pt x="24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83" name="Google Shape;783;p56"/>
            <p:cNvSpPr/>
            <p:nvPr/>
          </p:nvSpPr>
          <p:spPr>
            <a:xfrm>
              <a:off x="6735160" y="2760605"/>
              <a:ext cx="66657" cy="66629"/>
            </a:xfrm>
            <a:custGeom>
              <a:avLst/>
              <a:gdLst/>
              <a:ahLst/>
              <a:cxnLst/>
              <a:rect l="l" t="t" r="r" b="b"/>
              <a:pathLst>
                <a:path w="2404" h="2403" extrusionOk="0">
                  <a:moveTo>
                    <a:pt x="0" y="1"/>
                  </a:moveTo>
                  <a:lnTo>
                    <a:pt x="0" y="801"/>
                  </a:lnTo>
                  <a:lnTo>
                    <a:pt x="1603" y="801"/>
                  </a:lnTo>
                  <a:lnTo>
                    <a:pt x="1603" y="2403"/>
                  </a:lnTo>
                  <a:lnTo>
                    <a:pt x="2403" y="2403"/>
                  </a:lnTo>
                  <a:lnTo>
                    <a:pt x="24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84" name="Google Shape;784;p56"/>
            <p:cNvSpPr/>
            <p:nvPr/>
          </p:nvSpPr>
          <p:spPr>
            <a:xfrm>
              <a:off x="6422810" y="3072983"/>
              <a:ext cx="66657" cy="66657"/>
            </a:xfrm>
            <a:custGeom>
              <a:avLst/>
              <a:gdLst/>
              <a:ahLst/>
              <a:cxnLst/>
              <a:rect l="l" t="t" r="r" b="b"/>
              <a:pathLst>
                <a:path w="2404" h="2404" extrusionOk="0">
                  <a:moveTo>
                    <a:pt x="0" y="0"/>
                  </a:moveTo>
                  <a:lnTo>
                    <a:pt x="0" y="2403"/>
                  </a:lnTo>
                  <a:lnTo>
                    <a:pt x="2403" y="2403"/>
                  </a:lnTo>
                  <a:lnTo>
                    <a:pt x="2403" y="1603"/>
                  </a:lnTo>
                  <a:lnTo>
                    <a:pt x="801" y="1603"/>
                  </a:lnTo>
                  <a:lnTo>
                    <a:pt x="8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85" name="Google Shape;785;p56"/>
            <p:cNvSpPr/>
            <p:nvPr/>
          </p:nvSpPr>
          <p:spPr>
            <a:xfrm>
              <a:off x="6735188" y="3072983"/>
              <a:ext cx="66629" cy="66657"/>
            </a:xfrm>
            <a:custGeom>
              <a:avLst/>
              <a:gdLst/>
              <a:ahLst/>
              <a:cxnLst/>
              <a:rect l="l" t="t" r="r" b="b"/>
              <a:pathLst>
                <a:path w="2403" h="2404" extrusionOk="0">
                  <a:moveTo>
                    <a:pt x="1602" y="0"/>
                  </a:moveTo>
                  <a:lnTo>
                    <a:pt x="1602" y="1603"/>
                  </a:lnTo>
                  <a:lnTo>
                    <a:pt x="1" y="1603"/>
                  </a:lnTo>
                  <a:lnTo>
                    <a:pt x="1" y="2403"/>
                  </a:lnTo>
                  <a:lnTo>
                    <a:pt x="2402" y="2403"/>
                  </a:lnTo>
                  <a:lnTo>
                    <a:pt x="24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86" name="Google Shape;786;p56"/>
            <p:cNvSpPr/>
            <p:nvPr/>
          </p:nvSpPr>
          <p:spPr>
            <a:xfrm>
              <a:off x="6557732" y="2961213"/>
              <a:ext cx="43477" cy="43477"/>
            </a:xfrm>
            <a:custGeom>
              <a:avLst/>
              <a:gdLst/>
              <a:ahLst/>
              <a:cxnLst/>
              <a:rect l="l" t="t" r="r" b="b"/>
              <a:pathLst>
                <a:path w="1568" h="1568" extrusionOk="0">
                  <a:moveTo>
                    <a:pt x="0" y="0"/>
                  </a:moveTo>
                  <a:cubicBezTo>
                    <a:pt x="161" y="786"/>
                    <a:pt x="782" y="1407"/>
                    <a:pt x="1568" y="1568"/>
                  </a:cubicBezTo>
                  <a:lnTo>
                    <a:pt x="15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87" name="Google Shape;787;p56"/>
            <p:cNvSpPr/>
            <p:nvPr/>
          </p:nvSpPr>
          <p:spPr>
            <a:xfrm>
              <a:off x="6557732" y="2895554"/>
              <a:ext cx="43477" cy="43477"/>
            </a:xfrm>
            <a:custGeom>
              <a:avLst/>
              <a:gdLst/>
              <a:ahLst/>
              <a:cxnLst/>
              <a:rect l="l" t="t" r="r" b="b"/>
              <a:pathLst>
                <a:path w="1568" h="1568" extrusionOk="0">
                  <a:moveTo>
                    <a:pt x="1568" y="0"/>
                  </a:moveTo>
                  <a:cubicBezTo>
                    <a:pt x="782" y="159"/>
                    <a:pt x="161" y="780"/>
                    <a:pt x="0" y="1568"/>
                  </a:cubicBezTo>
                  <a:lnTo>
                    <a:pt x="1568" y="1568"/>
                  </a:lnTo>
                  <a:lnTo>
                    <a:pt x="15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88" name="Google Shape;788;p56"/>
            <p:cNvSpPr/>
            <p:nvPr/>
          </p:nvSpPr>
          <p:spPr>
            <a:xfrm>
              <a:off x="6623391" y="2895554"/>
              <a:ext cx="43504" cy="43477"/>
            </a:xfrm>
            <a:custGeom>
              <a:avLst/>
              <a:gdLst/>
              <a:ahLst/>
              <a:cxnLst/>
              <a:rect l="l" t="t" r="r" b="b"/>
              <a:pathLst>
                <a:path w="1569" h="1568" extrusionOk="0">
                  <a:moveTo>
                    <a:pt x="1" y="0"/>
                  </a:moveTo>
                  <a:lnTo>
                    <a:pt x="1" y="1568"/>
                  </a:lnTo>
                  <a:lnTo>
                    <a:pt x="1568" y="1568"/>
                  </a:lnTo>
                  <a:cubicBezTo>
                    <a:pt x="1407" y="780"/>
                    <a:pt x="787" y="159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89" name="Google Shape;789;p56"/>
            <p:cNvSpPr/>
            <p:nvPr/>
          </p:nvSpPr>
          <p:spPr>
            <a:xfrm>
              <a:off x="6432043" y="2816365"/>
              <a:ext cx="360541" cy="267543"/>
            </a:xfrm>
            <a:custGeom>
              <a:avLst/>
              <a:gdLst/>
              <a:ahLst/>
              <a:cxnLst/>
              <a:rect l="l" t="t" r="r" b="b"/>
              <a:pathLst>
                <a:path w="13003" h="9649" extrusionOk="0">
                  <a:moveTo>
                    <a:pt x="6501" y="2010"/>
                  </a:moveTo>
                  <a:cubicBezTo>
                    <a:pt x="8053" y="2010"/>
                    <a:pt x="9315" y="3273"/>
                    <a:pt x="9315" y="4824"/>
                  </a:cubicBezTo>
                  <a:cubicBezTo>
                    <a:pt x="9315" y="6376"/>
                    <a:pt x="8053" y="7638"/>
                    <a:pt x="6501" y="7638"/>
                  </a:cubicBezTo>
                  <a:cubicBezTo>
                    <a:pt x="4950" y="7638"/>
                    <a:pt x="3688" y="6376"/>
                    <a:pt x="3688" y="4824"/>
                  </a:cubicBezTo>
                  <a:cubicBezTo>
                    <a:pt x="3688" y="3273"/>
                    <a:pt x="4950" y="2010"/>
                    <a:pt x="6501" y="2010"/>
                  </a:cubicBezTo>
                  <a:close/>
                  <a:moveTo>
                    <a:pt x="6501" y="0"/>
                  </a:moveTo>
                  <a:cubicBezTo>
                    <a:pt x="4755" y="0"/>
                    <a:pt x="3170" y="1096"/>
                    <a:pt x="1950" y="2330"/>
                  </a:cubicBezTo>
                  <a:cubicBezTo>
                    <a:pt x="1264" y="3027"/>
                    <a:pt x="595" y="3855"/>
                    <a:pt x="0" y="4824"/>
                  </a:cubicBezTo>
                  <a:cubicBezTo>
                    <a:pt x="592" y="5787"/>
                    <a:pt x="1258" y="6615"/>
                    <a:pt x="1950" y="7318"/>
                  </a:cubicBezTo>
                  <a:cubicBezTo>
                    <a:pt x="3173" y="8555"/>
                    <a:pt x="4757" y="9648"/>
                    <a:pt x="6501" y="9648"/>
                  </a:cubicBezTo>
                  <a:cubicBezTo>
                    <a:pt x="8246" y="9648"/>
                    <a:pt x="9829" y="8555"/>
                    <a:pt x="11052" y="7318"/>
                  </a:cubicBezTo>
                  <a:cubicBezTo>
                    <a:pt x="11740" y="6621"/>
                    <a:pt x="12408" y="5793"/>
                    <a:pt x="13002" y="4824"/>
                  </a:cubicBezTo>
                  <a:cubicBezTo>
                    <a:pt x="12412" y="3861"/>
                    <a:pt x="11745" y="3033"/>
                    <a:pt x="11052" y="2330"/>
                  </a:cubicBezTo>
                  <a:cubicBezTo>
                    <a:pt x="9829" y="1093"/>
                    <a:pt x="8246" y="0"/>
                    <a:pt x="65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90" name="Google Shape;790;p56"/>
            <p:cNvSpPr/>
            <p:nvPr/>
          </p:nvSpPr>
          <p:spPr>
            <a:xfrm>
              <a:off x="6623391" y="2961213"/>
              <a:ext cx="43504" cy="43477"/>
            </a:xfrm>
            <a:custGeom>
              <a:avLst/>
              <a:gdLst/>
              <a:ahLst/>
              <a:cxnLst/>
              <a:rect l="l" t="t" r="r" b="b"/>
              <a:pathLst>
                <a:path w="1569" h="1568" extrusionOk="0">
                  <a:moveTo>
                    <a:pt x="1" y="0"/>
                  </a:moveTo>
                  <a:lnTo>
                    <a:pt x="1" y="1568"/>
                  </a:lnTo>
                  <a:cubicBezTo>
                    <a:pt x="788" y="1407"/>
                    <a:pt x="1409" y="786"/>
                    <a:pt x="15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791" name="Google Shape;791;p56"/>
          <p:cNvSpPr/>
          <p:nvPr/>
        </p:nvSpPr>
        <p:spPr>
          <a:xfrm>
            <a:off x="7470432" y="3681769"/>
            <a:ext cx="510445" cy="504788"/>
          </a:xfrm>
          <a:custGeom>
            <a:avLst/>
            <a:gdLst/>
            <a:ahLst/>
            <a:cxnLst/>
            <a:rect l="l" t="t" r="r" b="b"/>
            <a:pathLst>
              <a:path w="13807" h="13654" extrusionOk="0">
                <a:moveTo>
                  <a:pt x="2942" y="1976"/>
                </a:moveTo>
                <a:lnTo>
                  <a:pt x="2942" y="2778"/>
                </a:lnTo>
                <a:lnTo>
                  <a:pt x="2140" y="2778"/>
                </a:lnTo>
                <a:lnTo>
                  <a:pt x="2140" y="1976"/>
                </a:lnTo>
                <a:close/>
                <a:moveTo>
                  <a:pt x="12206" y="6409"/>
                </a:moveTo>
                <a:lnTo>
                  <a:pt x="12206" y="7209"/>
                </a:lnTo>
                <a:lnTo>
                  <a:pt x="11404" y="7209"/>
                </a:lnTo>
                <a:lnTo>
                  <a:pt x="11404" y="6409"/>
                </a:lnTo>
                <a:close/>
                <a:moveTo>
                  <a:pt x="2942" y="10840"/>
                </a:moveTo>
                <a:lnTo>
                  <a:pt x="2942" y="11642"/>
                </a:lnTo>
                <a:lnTo>
                  <a:pt x="2140" y="11642"/>
                </a:lnTo>
                <a:lnTo>
                  <a:pt x="2140" y="10840"/>
                </a:lnTo>
                <a:close/>
                <a:moveTo>
                  <a:pt x="2551" y="1"/>
                </a:moveTo>
                <a:cubicBezTo>
                  <a:pt x="2534" y="1"/>
                  <a:pt x="2517" y="1"/>
                  <a:pt x="2501" y="1"/>
                </a:cubicBezTo>
                <a:cubicBezTo>
                  <a:pt x="1235" y="27"/>
                  <a:pt x="198" y="1044"/>
                  <a:pt x="150" y="2308"/>
                </a:cubicBezTo>
                <a:cubicBezTo>
                  <a:pt x="96" y="3677"/>
                  <a:pt x="1195" y="4806"/>
                  <a:pt x="2550" y="4806"/>
                </a:cubicBezTo>
                <a:cubicBezTo>
                  <a:pt x="3739" y="4806"/>
                  <a:pt x="4729" y="3938"/>
                  <a:pt x="4920" y="2805"/>
                </a:cubicBezTo>
                <a:lnTo>
                  <a:pt x="9376" y="2805"/>
                </a:lnTo>
                <a:cubicBezTo>
                  <a:pt x="10563" y="2805"/>
                  <a:pt x="11553" y="3671"/>
                  <a:pt x="11744" y="4806"/>
                </a:cubicBezTo>
                <a:lnTo>
                  <a:pt x="9776" y="4806"/>
                </a:lnTo>
                <a:lnTo>
                  <a:pt x="9776" y="6407"/>
                </a:lnTo>
                <a:lnTo>
                  <a:pt x="4946" y="6407"/>
                </a:lnTo>
                <a:cubicBezTo>
                  <a:pt x="3519" y="6407"/>
                  <a:pt x="2336" y="7475"/>
                  <a:pt x="2153" y="8853"/>
                </a:cubicBezTo>
                <a:cubicBezTo>
                  <a:pt x="924" y="9047"/>
                  <a:pt x="1" y="10171"/>
                  <a:pt x="127" y="11478"/>
                </a:cubicBezTo>
                <a:cubicBezTo>
                  <a:pt x="241" y="12640"/>
                  <a:pt x="1184" y="13560"/>
                  <a:pt x="2349" y="13646"/>
                </a:cubicBezTo>
                <a:cubicBezTo>
                  <a:pt x="2410" y="13651"/>
                  <a:pt x="2472" y="13653"/>
                  <a:pt x="2532" y="13653"/>
                </a:cubicBezTo>
                <a:cubicBezTo>
                  <a:pt x="3726" y="13653"/>
                  <a:pt x="4719" y="12780"/>
                  <a:pt x="4913" y="11640"/>
                </a:cubicBezTo>
                <a:lnTo>
                  <a:pt x="9221" y="11640"/>
                </a:lnTo>
                <a:lnTo>
                  <a:pt x="8702" y="12159"/>
                </a:lnTo>
                <a:lnTo>
                  <a:pt x="9269" y="12724"/>
                </a:lnTo>
                <a:lnTo>
                  <a:pt x="10753" y="11240"/>
                </a:lnTo>
                <a:lnTo>
                  <a:pt x="9269" y="9756"/>
                </a:lnTo>
                <a:lnTo>
                  <a:pt x="8702" y="10323"/>
                </a:lnTo>
                <a:lnTo>
                  <a:pt x="9221" y="10840"/>
                </a:lnTo>
                <a:lnTo>
                  <a:pt x="4932" y="10840"/>
                </a:lnTo>
                <a:cubicBezTo>
                  <a:pt x="4764" y="9839"/>
                  <a:pt x="3979" y="9044"/>
                  <a:pt x="2983" y="8862"/>
                </a:cubicBezTo>
                <a:cubicBezTo>
                  <a:pt x="3154" y="7922"/>
                  <a:pt x="3978" y="7209"/>
                  <a:pt x="4965" y="7209"/>
                </a:cubicBezTo>
                <a:lnTo>
                  <a:pt x="9776" y="7209"/>
                </a:lnTo>
                <a:lnTo>
                  <a:pt x="9776" y="8811"/>
                </a:lnTo>
                <a:lnTo>
                  <a:pt x="13807" y="8811"/>
                </a:lnTo>
                <a:lnTo>
                  <a:pt x="13807" y="4806"/>
                </a:lnTo>
                <a:lnTo>
                  <a:pt x="12581" y="4806"/>
                </a:lnTo>
                <a:cubicBezTo>
                  <a:pt x="12382" y="3228"/>
                  <a:pt x="11032" y="2004"/>
                  <a:pt x="9402" y="2004"/>
                </a:cubicBezTo>
                <a:lnTo>
                  <a:pt x="4920" y="2004"/>
                </a:lnTo>
                <a:cubicBezTo>
                  <a:pt x="4728" y="869"/>
                  <a:pt x="3740" y="1"/>
                  <a:pt x="255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792" name="Google Shape;792;p56"/>
          <p:cNvGrpSpPr/>
          <p:nvPr/>
        </p:nvGrpSpPr>
        <p:grpSpPr>
          <a:xfrm>
            <a:off x="6387396" y="3680880"/>
            <a:ext cx="505232" cy="505195"/>
            <a:chOff x="4790547" y="2760660"/>
            <a:chExt cx="378924" cy="378896"/>
          </a:xfrm>
        </p:grpSpPr>
        <p:sp>
          <p:nvSpPr>
            <p:cNvPr id="793" name="Google Shape;793;p56"/>
            <p:cNvSpPr/>
            <p:nvPr/>
          </p:nvSpPr>
          <p:spPr>
            <a:xfrm>
              <a:off x="4991100" y="2927912"/>
              <a:ext cx="22210" cy="33328"/>
            </a:xfrm>
            <a:custGeom>
              <a:avLst/>
              <a:gdLst/>
              <a:ahLst/>
              <a:cxnLst/>
              <a:rect l="l" t="t" r="r" b="b"/>
              <a:pathLst>
                <a:path w="801" h="1202" extrusionOk="0">
                  <a:moveTo>
                    <a:pt x="0" y="0"/>
                  </a:moveTo>
                  <a:lnTo>
                    <a:pt x="0" y="1201"/>
                  </a:lnTo>
                  <a:lnTo>
                    <a:pt x="801" y="1201"/>
                  </a:lnTo>
                  <a:lnTo>
                    <a:pt x="8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94" name="Google Shape;794;p56"/>
            <p:cNvSpPr/>
            <p:nvPr/>
          </p:nvSpPr>
          <p:spPr>
            <a:xfrm>
              <a:off x="4868295" y="2838436"/>
              <a:ext cx="223400" cy="223373"/>
            </a:xfrm>
            <a:custGeom>
              <a:avLst/>
              <a:gdLst/>
              <a:ahLst/>
              <a:cxnLst/>
              <a:rect l="l" t="t" r="r" b="b"/>
              <a:pathLst>
                <a:path w="8057" h="8056" extrusionOk="0">
                  <a:moveTo>
                    <a:pt x="4429" y="1599"/>
                  </a:moveTo>
                  <a:lnTo>
                    <a:pt x="4429" y="2427"/>
                  </a:lnTo>
                  <a:lnTo>
                    <a:pt x="6032" y="2427"/>
                  </a:lnTo>
                  <a:lnTo>
                    <a:pt x="6032" y="4428"/>
                  </a:lnTo>
                  <a:lnTo>
                    <a:pt x="6832" y="4428"/>
                  </a:lnTo>
                  <a:lnTo>
                    <a:pt x="6832" y="5229"/>
                  </a:lnTo>
                  <a:lnTo>
                    <a:pt x="1199" y="5229"/>
                  </a:lnTo>
                  <a:lnTo>
                    <a:pt x="1199" y="4428"/>
                  </a:lnTo>
                  <a:lnTo>
                    <a:pt x="2000" y="4428"/>
                  </a:lnTo>
                  <a:lnTo>
                    <a:pt x="2000" y="1599"/>
                  </a:lnTo>
                  <a:close/>
                  <a:moveTo>
                    <a:pt x="5230" y="6057"/>
                  </a:moveTo>
                  <a:lnTo>
                    <a:pt x="5230" y="6858"/>
                  </a:lnTo>
                  <a:lnTo>
                    <a:pt x="2800" y="6858"/>
                  </a:lnTo>
                  <a:lnTo>
                    <a:pt x="2800" y="6057"/>
                  </a:lnTo>
                  <a:close/>
                  <a:moveTo>
                    <a:pt x="4029" y="0"/>
                  </a:moveTo>
                  <a:cubicBezTo>
                    <a:pt x="1808" y="0"/>
                    <a:pt x="1" y="1807"/>
                    <a:pt x="1" y="4028"/>
                  </a:cubicBezTo>
                  <a:cubicBezTo>
                    <a:pt x="1" y="6249"/>
                    <a:pt x="1808" y="8056"/>
                    <a:pt x="4029" y="8056"/>
                  </a:cubicBezTo>
                  <a:cubicBezTo>
                    <a:pt x="6249" y="8056"/>
                    <a:pt x="8057" y="6249"/>
                    <a:pt x="8057" y="4028"/>
                  </a:cubicBezTo>
                  <a:cubicBezTo>
                    <a:pt x="8057" y="1807"/>
                    <a:pt x="6249" y="0"/>
                    <a:pt x="40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95" name="Google Shape;795;p56"/>
            <p:cNvSpPr/>
            <p:nvPr/>
          </p:nvSpPr>
          <p:spPr>
            <a:xfrm>
              <a:off x="4991100" y="2760660"/>
              <a:ext cx="178371" cy="178371"/>
            </a:xfrm>
            <a:custGeom>
              <a:avLst/>
              <a:gdLst/>
              <a:ahLst/>
              <a:cxnLst/>
              <a:rect l="l" t="t" r="r" b="b"/>
              <a:pathLst>
                <a:path w="6433" h="6433" extrusionOk="0">
                  <a:moveTo>
                    <a:pt x="0" y="0"/>
                  </a:moveTo>
                  <a:lnTo>
                    <a:pt x="0" y="2019"/>
                  </a:lnTo>
                  <a:cubicBezTo>
                    <a:pt x="2345" y="2214"/>
                    <a:pt x="4219" y="4088"/>
                    <a:pt x="4414" y="6433"/>
                  </a:cubicBezTo>
                  <a:lnTo>
                    <a:pt x="6433" y="6433"/>
                  </a:lnTo>
                  <a:cubicBezTo>
                    <a:pt x="6232" y="2972"/>
                    <a:pt x="3464" y="200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96" name="Google Shape;796;p56"/>
            <p:cNvSpPr/>
            <p:nvPr/>
          </p:nvSpPr>
          <p:spPr>
            <a:xfrm>
              <a:off x="4946681" y="2905675"/>
              <a:ext cx="22237" cy="55566"/>
            </a:xfrm>
            <a:custGeom>
              <a:avLst/>
              <a:gdLst/>
              <a:ahLst/>
              <a:cxnLst/>
              <a:rect l="l" t="t" r="r" b="b"/>
              <a:pathLst>
                <a:path w="802" h="2004" extrusionOk="0">
                  <a:moveTo>
                    <a:pt x="1" y="0"/>
                  </a:moveTo>
                  <a:lnTo>
                    <a:pt x="1" y="2003"/>
                  </a:lnTo>
                  <a:lnTo>
                    <a:pt x="801" y="2003"/>
                  </a:lnTo>
                  <a:lnTo>
                    <a:pt x="8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97" name="Google Shape;797;p56"/>
            <p:cNvSpPr/>
            <p:nvPr/>
          </p:nvSpPr>
          <p:spPr>
            <a:xfrm>
              <a:off x="4991100" y="2961213"/>
              <a:ext cx="178371" cy="178343"/>
            </a:xfrm>
            <a:custGeom>
              <a:avLst/>
              <a:gdLst/>
              <a:ahLst/>
              <a:cxnLst/>
              <a:rect l="l" t="t" r="r" b="b"/>
              <a:pathLst>
                <a:path w="6433" h="6432" extrusionOk="0">
                  <a:moveTo>
                    <a:pt x="4414" y="0"/>
                  </a:moveTo>
                  <a:cubicBezTo>
                    <a:pt x="4219" y="2345"/>
                    <a:pt x="2345" y="4220"/>
                    <a:pt x="0" y="4414"/>
                  </a:cubicBezTo>
                  <a:lnTo>
                    <a:pt x="0" y="6431"/>
                  </a:lnTo>
                  <a:cubicBezTo>
                    <a:pt x="3461" y="6233"/>
                    <a:pt x="6232" y="3464"/>
                    <a:pt x="64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98" name="Google Shape;798;p56"/>
            <p:cNvSpPr/>
            <p:nvPr/>
          </p:nvSpPr>
          <p:spPr>
            <a:xfrm>
              <a:off x="4790547" y="2961213"/>
              <a:ext cx="178371" cy="178343"/>
            </a:xfrm>
            <a:custGeom>
              <a:avLst/>
              <a:gdLst/>
              <a:ahLst/>
              <a:cxnLst/>
              <a:rect l="l" t="t" r="r" b="b"/>
              <a:pathLst>
                <a:path w="6433" h="6432" extrusionOk="0">
                  <a:moveTo>
                    <a:pt x="0" y="0"/>
                  </a:moveTo>
                  <a:cubicBezTo>
                    <a:pt x="200" y="3461"/>
                    <a:pt x="2969" y="6233"/>
                    <a:pt x="6432" y="6431"/>
                  </a:cubicBezTo>
                  <a:lnTo>
                    <a:pt x="6432" y="4414"/>
                  </a:lnTo>
                  <a:cubicBezTo>
                    <a:pt x="4088" y="4220"/>
                    <a:pt x="2213" y="2345"/>
                    <a:pt x="20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99" name="Google Shape;799;p56"/>
            <p:cNvSpPr/>
            <p:nvPr/>
          </p:nvSpPr>
          <p:spPr>
            <a:xfrm>
              <a:off x="4790547" y="2760660"/>
              <a:ext cx="178371" cy="178371"/>
            </a:xfrm>
            <a:custGeom>
              <a:avLst/>
              <a:gdLst/>
              <a:ahLst/>
              <a:cxnLst/>
              <a:rect l="l" t="t" r="r" b="b"/>
              <a:pathLst>
                <a:path w="6433" h="6433" extrusionOk="0">
                  <a:moveTo>
                    <a:pt x="6432" y="0"/>
                  </a:moveTo>
                  <a:cubicBezTo>
                    <a:pt x="2972" y="200"/>
                    <a:pt x="200" y="2969"/>
                    <a:pt x="0" y="6433"/>
                  </a:cubicBezTo>
                  <a:lnTo>
                    <a:pt x="2019" y="6433"/>
                  </a:lnTo>
                  <a:cubicBezTo>
                    <a:pt x="2213" y="4088"/>
                    <a:pt x="4088" y="2214"/>
                    <a:pt x="6432" y="2019"/>
                  </a:cubicBezTo>
                  <a:lnTo>
                    <a:pt x="64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800" name="Google Shape;800;p56"/>
          <p:cNvGrpSpPr/>
          <p:nvPr/>
        </p:nvGrpSpPr>
        <p:grpSpPr>
          <a:xfrm>
            <a:off x="5313048" y="3680807"/>
            <a:ext cx="376317" cy="505380"/>
            <a:chOff x="3984786" y="2760605"/>
            <a:chExt cx="282238" cy="379035"/>
          </a:xfrm>
        </p:grpSpPr>
        <p:sp>
          <p:nvSpPr>
            <p:cNvPr id="801" name="Google Shape;801;p56"/>
            <p:cNvSpPr/>
            <p:nvPr/>
          </p:nvSpPr>
          <p:spPr>
            <a:xfrm>
              <a:off x="4031341" y="2760605"/>
              <a:ext cx="83460" cy="68570"/>
            </a:xfrm>
            <a:custGeom>
              <a:avLst/>
              <a:gdLst/>
              <a:ahLst/>
              <a:cxnLst/>
              <a:rect l="l" t="t" r="r" b="b"/>
              <a:pathLst>
                <a:path w="3010" h="2473" extrusionOk="0">
                  <a:moveTo>
                    <a:pt x="3010" y="1"/>
                  </a:moveTo>
                  <a:lnTo>
                    <a:pt x="3010" y="1"/>
                  </a:lnTo>
                  <a:cubicBezTo>
                    <a:pt x="3010" y="1"/>
                    <a:pt x="3010" y="1"/>
                    <a:pt x="3010" y="1"/>
                  </a:cubicBezTo>
                  <a:lnTo>
                    <a:pt x="3010" y="1"/>
                  </a:lnTo>
                  <a:cubicBezTo>
                    <a:pt x="3010" y="1"/>
                    <a:pt x="3010" y="1"/>
                    <a:pt x="3010" y="1"/>
                  </a:cubicBezTo>
                  <a:close/>
                  <a:moveTo>
                    <a:pt x="3010" y="1"/>
                  </a:moveTo>
                  <a:cubicBezTo>
                    <a:pt x="3009" y="2"/>
                    <a:pt x="3009" y="3"/>
                    <a:pt x="3009" y="3"/>
                  </a:cubicBezTo>
                  <a:cubicBezTo>
                    <a:pt x="3009" y="3"/>
                    <a:pt x="3009" y="3"/>
                    <a:pt x="3010" y="1"/>
                  </a:cubicBezTo>
                  <a:close/>
                  <a:moveTo>
                    <a:pt x="0" y="1"/>
                  </a:moveTo>
                  <a:lnTo>
                    <a:pt x="1765" y="2473"/>
                  </a:lnTo>
                  <a:cubicBezTo>
                    <a:pt x="2908" y="202"/>
                    <a:pt x="3005" y="9"/>
                    <a:pt x="30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02" name="Google Shape;802;p56"/>
            <p:cNvSpPr/>
            <p:nvPr/>
          </p:nvSpPr>
          <p:spPr>
            <a:xfrm>
              <a:off x="4137066" y="2760605"/>
              <a:ext cx="83460" cy="68570"/>
            </a:xfrm>
            <a:custGeom>
              <a:avLst/>
              <a:gdLst/>
              <a:ahLst/>
              <a:cxnLst/>
              <a:rect l="l" t="t" r="r" b="b"/>
              <a:pathLst>
                <a:path w="3010" h="2473" extrusionOk="0">
                  <a:moveTo>
                    <a:pt x="0" y="1"/>
                  </a:moveTo>
                  <a:cubicBezTo>
                    <a:pt x="0" y="1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lnTo>
                    <a:pt x="1" y="3"/>
                  </a:lnTo>
                  <a:cubicBezTo>
                    <a:pt x="15" y="29"/>
                    <a:pt x="149" y="297"/>
                    <a:pt x="1244" y="2473"/>
                  </a:cubicBezTo>
                  <a:lnTo>
                    <a:pt x="3010" y="1"/>
                  </a:lnTo>
                  <a:lnTo>
                    <a:pt x="0" y="1"/>
                  </a:lnTo>
                  <a:cubicBezTo>
                    <a:pt x="1" y="2"/>
                    <a:pt x="1" y="3"/>
                    <a:pt x="1" y="3"/>
                  </a:cubicBezTo>
                  <a:lnTo>
                    <a:pt x="1" y="3"/>
                  </a:lnTo>
                  <a:cubicBezTo>
                    <a:pt x="1" y="1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03" name="Google Shape;803;p56"/>
            <p:cNvSpPr/>
            <p:nvPr/>
          </p:nvSpPr>
          <p:spPr>
            <a:xfrm>
              <a:off x="4100521" y="2787805"/>
              <a:ext cx="50797" cy="50575"/>
            </a:xfrm>
            <a:custGeom>
              <a:avLst/>
              <a:gdLst/>
              <a:ahLst/>
              <a:cxnLst/>
              <a:rect l="l" t="t" r="r" b="b"/>
              <a:pathLst>
                <a:path w="1832" h="1824" extrusionOk="0">
                  <a:moveTo>
                    <a:pt x="917" y="0"/>
                  </a:moveTo>
                  <a:lnTo>
                    <a:pt x="1" y="1823"/>
                  </a:lnTo>
                  <a:lnTo>
                    <a:pt x="1831" y="1823"/>
                  </a:lnTo>
                  <a:lnTo>
                    <a:pt x="91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04" name="Google Shape;804;p56"/>
            <p:cNvSpPr/>
            <p:nvPr/>
          </p:nvSpPr>
          <p:spPr>
            <a:xfrm>
              <a:off x="4096112" y="2861283"/>
              <a:ext cx="59642" cy="156106"/>
            </a:xfrm>
            <a:custGeom>
              <a:avLst/>
              <a:gdLst/>
              <a:ahLst/>
              <a:cxnLst/>
              <a:rect l="l" t="t" r="r" b="b"/>
              <a:pathLst>
                <a:path w="2151" h="5630" extrusionOk="0">
                  <a:moveTo>
                    <a:pt x="0" y="0"/>
                  </a:moveTo>
                  <a:lnTo>
                    <a:pt x="1076" y="5629"/>
                  </a:lnTo>
                  <a:lnTo>
                    <a:pt x="215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05" name="Google Shape;805;p56"/>
            <p:cNvSpPr/>
            <p:nvPr/>
          </p:nvSpPr>
          <p:spPr>
            <a:xfrm>
              <a:off x="4192160" y="2772805"/>
              <a:ext cx="74864" cy="65576"/>
            </a:xfrm>
            <a:custGeom>
              <a:avLst/>
              <a:gdLst/>
              <a:ahLst/>
              <a:cxnLst/>
              <a:rect l="l" t="t" r="r" b="b"/>
              <a:pathLst>
                <a:path w="2700" h="2365" extrusionOk="0">
                  <a:moveTo>
                    <a:pt x="1688" y="1"/>
                  </a:moveTo>
                  <a:lnTo>
                    <a:pt x="0" y="2364"/>
                  </a:lnTo>
                  <a:lnTo>
                    <a:pt x="2700" y="2364"/>
                  </a:lnTo>
                  <a:lnTo>
                    <a:pt x="16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06" name="Google Shape;806;p56"/>
            <p:cNvSpPr/>
            <p:nvPr/>
          </p:nvSpPr>
          <p:spPr>
            <a:xfrm>
              <a:off x="3984786" y="2772805"/>
              <a:ext cx="74892" cy="65520"/>
            </a:xfrm>
            <a:custGeom>
              <a:avLst/>
              <a:gdLst/>
              <a:ahLst/>
              <a:cxnLst/>
              <a:rect l="l" t="t" r="r" b="b"/>
              <a:pathLst>
                <a:path w="2701" h="2363" extrusionOk="0">
                  <a:moveTo>
                    <a:pt x="1013" y="1"/>
                  </a:moveTo>
                  <a:lnTo>
                    <a:pt x="1" y="2363"/>
                  </a:lnTo>
                  <a:lnTo>
                    <a:pt x="2700" y="2363"/>
                  </a:lnTo>
                  <a:lnTo>
                    <a:pt x="101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07" name="Google Shape;807;p56"/>
            <p:cNvSpPr/>
            <p:nvPr/>
          </p:nvSpPr>
          <p:spPr>
            <a:xfrm>
              <a:off x="4153619" y="2861283"/>
              <a:ext cx="111187" cy="129682"/>
            </a:xfrm>
            <a:custGeom>
              <a:avLst/>
              <a:gdLst/>
              <a:ahLst/>
              <a:cxnLst/>
              <a:rect l="l" t="t" r="r" b="b"/>
              <a:pathLst>
                <a:path w="4010" h="4677" extrusionOk="0">
                  <a:moveTo>
                    <a:pt x="912" y="0"/>
                  </a:moveTo>
                  <a:cubicBezTo>
                    <a:pt x="67" y="4338"/>
                    <a:pt x="5" y="4660"/>
                    <a:pt x="1" y="4676"/>
                  </a:cubicBezTo>
                  <a:lnTo>
                    <a:pt x="1" y="4676"/>
                  </a:lnTo>
                  <a:lnTo>
                    <a:pt x="4010" y="0"/>
                  </a:lnTo>
                  <a:close/>
                  <a:moveTo>
                    <a:pt x="1" y="4675"/>
                  </a:moveTo>
                  <a:cubicBezTo>
                    <a:pt x="1" y="4675"/>
                    <a:pt x="1" y="4675"/>
                    <a:pt x="1" y="4677"/>
                  </a:cubicBezTo>
                  <a:lnTo>
                    <a:pt x="1" y="4676"/>
                  </a:lnTo>
                  <a:lnTo>
                    <a:pt x="1" y="4676"/>
                  </a:lnTo>
                  <a:cubicBezTo>
                    <a:pt x="1" y="4676"/>
                    <a:pt x="1" y="4677"/>
                    <a:pt x="1" y="4677"/>
                  </a:cubicBezTo>
                  <a:cubicBezTo>
                    <a:pt x="1" y="4677"/>
                    <a:pt x="1" y="4677"/>
                    <a:pt x="1" y="4676"/>
                  </a:cubicBezTo>
                  <a:lnTo>
                    <a:pt x="1" y="4676"/>
                  </a:lnTo>
                  <a:lnTo>
                    <a:pt x="1" y="4676"/>
                  </a:lnTo>
                  <a:lnTo>
                    <a:pt x="1" y="4676"/>
                  </a:lnTo>
                  <a:cubicBezTo>
                    <a:pt x="1" y="4676"/>
                    <a:pt x="1" y="4675"/>
                    <a:pt x="1" y="46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08" name="Google Shape;808;p56"/>
            <p:cNvSpPr/>
            <p:nvPr/>
          </p:nvSpPr>
          <p:spPr>
            <a:xfrm>
              <a:off x="3987032" y="2861283"/>
              <a:ext cx="111160" cy="129682"/>
            </a:xfrm>
            <a:custGeom>
              <a:avLst/>
              <a:gdLst/>
              <a:ahLst/>
              <a:cxnLst/>
              <a:rect l="l" t="t" r="r" b="b"/>
              <a:pathLst>
                <a:path w="4009" h="4677" extrusionOk="0">
                  <a:moveTo>
                    <a:pt x="0" y="0"/>
                  </a:moveTo>
                  <a:lnTo>
                    <a:pt x="4009" y="4677"/>
                  </a:lnTo>
                  <a:cubicBezTo>
                    <a:pt x="4009" y="4676"/>
                    <a:pt x="4009" y="4676"/>
                    <a:pt x="4009" y="4676"/>
                  </a:cubicBezTo>
                  <a:lnTo>
                    <a:pt x="4009" y="4676"/>
                  </a:lnTo>
                  <a:cubicBezTo>
                    <a:pt x="4009" y="4677"/>
                    <a:pt x="4009" y="4677"/>
                    <a:pt x="4009" y="4677"/>
                  </a:cubicBezTo>
                  <a:cubicBezTo>
                    <a:pt x="4009" y="4677"/>
                    <a:pt x="4009" y="4675"/>
                    <a:pt x="4009" y="4675"/>
                  </a:cubicBezTo>
                  <a:lnTo>
                    <a:pt x="4009" y="4675"/>
                  </a:lnTo>
                  <a:cubicBezTo>
                    <a:pt x="4009" y="4675"/>
                    <a:pt x="4009" y="4675"/>
                    <a:pt x="4009" y="4676"/>
                  </a:cubicBezTo>
                  <a:lnTo>
                    <a:pt x="4009" y="4676"/>
                  </a:lnTo>
                  <a:cubicBezTo>
                    <a:pt x="4005" y="4660"/>
                    <a:pt x="3942" y="4337"/>
                    <a:pt x="30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56"/>
            <p:cNvSpPr/>
            <p:nvPr/>
          </p:nvSpPr>
          <p:spPr>
            <a:xfrm>
              <a:off x="4014399" y="3084101"/>
              <a:ext cx="225064" cy="55538"/>
            </a:xfrm>
            <a:custGeom>
              <a:avLst/>
              <a:gdLst/>
              <a:ahLst/>
              <a:cxnLst/>
              <a:rect l="l" t="t" r="r" b="b"/>
              <a:pathLst>
                <a:path w="8117" h="2003" extrusionOk="0">
                  <a:moveTo>
                    <a:pt x="801" y="1"/>
                  </a:moveTo>
                  <a:lnTo>
                    <a:pt x="801" y="1202"/>
                  </a:lnTo>
                  <a:lnTo>
                    <a:pt x="1" y="1202"/>
                  </a:lnTo>
                  <a:lnTo>
                    <a:pt x="1" y="2002"/>
                  </a:lnTo>
                  <a:lnTo>
                    <a:pt x="8116" y="2002"/>
                  </a:lnTo>
                  <a:lnTo>
                    <a:pt x="8116" y="1202"/>
                  </a:lnTo>
                  <a:lnTo>
                    <a:pt x="7235" y="1202"/>
                  </a:lnTo>
                  <a:lnTo>
                    <a:pt x="723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10" name="Google Shape;810;p56"/>
            <p:cNvSpPr/>
            <p:nvPr/>
          </p:nvSpPr>
          <p:spPr>
            <a:xfrm>
              <a:off x="4071268" y="3017306"/>
              <a:ext cx="109274" cy="44586"/>
            </a:xfrm>
            <a:custGeom>
              <a:avLst/>
              <a:gdLst/>
              <a:ahLst/>
              <a:cxnLst/>
              <a:rect l="l" t="t" r="r" b="b"/>
              <a:pathLst>
                <a:path w="3941" h="1608" extrusionOk="0">
                  <a:moveTo>
                    <a:pt x="1972" y="1"/>
                  </a:moveTo>
                  <a:cubicBezTo>
                    <a:pt x="999" y="1"/>
                    <a:pt x="188" y="690"/>
                    <a:pt x="1" y="1608"/>
                  </a:cubicBezTo>
                  <a:lnTo>
                    <a:pt x="3941" y="1608"/>
                  </a:lnTo>
                  <a:cubicBezTo>
                    <a:pt x="3755" y="690"/>
                    <a:pt x="2943" y="1"/>
                    <a:pt x="19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811" name="Google Shape;811;p56"/>
          <p:cNvGrpSpPr/>
          <p:nvPr/>
        </p:nvGrpSpPr>
        <p:grpSpPr>
          <a:xfrm>
            <a:off x="4224837" y="3680807"/>
            <a:ext cx="505380" cy="505380"/>
            <a:chOff x="3168627" y="2760605"/>
            <a:chExt cx="379035" cy="379035"/>
          </a:xfrm>
        </p:grpSpPr>
        <p:sp>
          <p:nvSpPr>
            <p:cNvPr id="812" name="Google Shape;812;p56"/>
            <p:cNvSpPr/>
            <p:nvPr/>
          </p:nvSpPr>
          <p:spPr>
            <a:xfrm>
              <a:off x="3325676" y="2760605"/>
              <a:ext cx="64966" cy="25509"/>
            </a:xfrm>
            <a:custGeom>
              <a:avLst/>
              <a:gdLst/>
              <a:ahLst/>
              <a:cxnLst/>
              <a:rect l="l" t="t" r="r" b="b"/>
              <a:pathLst>
                <a:path w="2343" h="920" extrusionOk="0">
                  <a:moveTo>
                    <a:pt x="1171" y="1"/>
                  </a:moveTo>
                  <a:cubicBezTo>
                    <a:pt x="606" y="1"/>
                    <a:pt x="130" y="392"/>
                    <a:pt x="1" y="918"/>
                  </a:cubicBezTo>
                  <a:cubicBezTo>
                    <a:pt x="379" y="844"/>
                    <a:pt x="771" y="804"/>
                    <a:pt x="1171" y="804"/>
                  </a:cubicBezTo>
                  <a:cubicBezTo>
                    <a:pt x="1573" y="804"/>
                    <a:pt x="1964" y="844"/>
                    <a:pt x="2343" y="920"/>
                  </a:cubicBezTo>
                  <a:cubicBezTo>
                    <a:pt x="2216" y="398"/>
                    <a:pt x="1745" y="1"/>
                    <a:pt x="11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13" name="Google Shape;813;p56"/>
            <p:cNvSpPr/>
            <p:nvPr/>
          </p:nvSpPr>
          <p:spPr>
            <a:xfrm>
              <a:off x="3325676" y="3114130"/>
              <a:ext cx="64966" cy="25509"/>
            </a:xfrm>
            <a:custGeom>
              <a:avLst/>
              <a:gdLst/>
              <a:ahLst/>
              <a:cxnLst/>
              <a:rect l="l" t="t" r="r" b="b"/>
              <a:pathLst>
                <a:path w="2343" h="920" extrusionOk="0">
                  <a:moveTo>
                    <a:pt x="1" y="0"/>
                  </a:moveTo>
                  <a:lnTo>
                    <a:pt x="1" y="0"/>
                  </a:lnTo>
                  <a:cubicBezTo>
                    <a:pt x="130" y="528"/>
                    <a:pt x="606" y="919"/>
                    <a:pt x="1171" y="919"/>
                  </a:cubicBezTo>
                  <a:cubicBezTo>
                    <a:pt x="1744" y="919"/>
                    <a:pt x="2216" y="522"/>
                    <a:pt x="2343" y="0"/>
                  </a:cubicBezTo>
                  <a:lnTo>
                    <a:pt x="2343" y="0"/>
                  </a:lnTo>
                  <a:cubicBezTo>
                    <a:pt x="1964" y="75"/>
                    <a:pt x="1573" y="116"/>
                    <a:pt x="1171" y="116"/>
                  </a:cubicBezTo>
                  <a:cubicBezTo>
                    <a:pt x="771" y="116"/>
                    <a:pt x="379" y="75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56"/>
            <p:cNvSpPr/>
            <p:nvPr/>
          </p:nvSpPr>
          <p:spPr>
            <a:xfrm>
              <a:off x="3451087" y="2806327"/>
              <a:ext cx="53791" cy="50852"/>
            </a:xfrm>
            <a:custGeom>
              <a:avLst/>
              <a:gdLst/>
              <a:ahLst/>
              <a:cxnLst/>
              <a:rect l="l" t="t" r="r" b="b"/>
              <a:pathLst>
                <a:path w="1940" h="1834" extrusionOk="0">
                  <a:moveTo>
                    <a:pt x="629" y="1"/>
                  </a:moveTo>
                  <a:cubicBezTo>
                    <a:pt x="411" y="1"/>
                    <a:pt x="193" y="59"/>
                    <a:pt x="1" y="177"/>
                  </a:cubicBezTo>
                  <a:cubicBezTo>
                    <a:pt x="655" y="615"/>
                    <a:pt x="1219" y="1179"/>
                    <a:pt x="1659" y="1833"/>
                  </a:cubicBezTo>
                  <a:cubicBezTo>
                    <a:pt x="1940" y="1375"/>
                    <a:pt x="1887" y="759"/>
                    <a:pt x="1481" y="353"/>
                  </a:cubicBezTo>
                  <a:cubicBezTo>
                    <a:pt x="1246" y="119"/>
                    <a:pt x="937" y="1"/>
                    <a:pt x="6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56"/>
            <p:cNvSpPr/>
            <p:nvPr/>
          </p:nvSpPr>
          <p:spPr>
            <a:xfrm>
              <a:off x="3211466" y="3043065"/>
              <a:ext cx="53764" cy="50852"/>
            </a:xfrm>
            <a:custGeom>
              <a:avLst/>
              <a:gdLst/>
              <a:ahLst/>
              <a:cxnLst/>
              <a:rect l="l" t="t" r="r" b="b"/>
              <a:pathLst>
                <a:path w="1939" h="1834" extrusionOk="0">
                  <a:moveTo>
                    <a:pt x="281" y="1"/>
                  </a:moveTo>
                  <a:lnTo>
                    <a:pt x="281" y="1"/>
                  </a:lnTo>
                  <a:cubicBezTo>
                    <a:pt x="0" y="460"/>
                    <a:pt x="53" y="1075"/>
                    <a:pt x="457" y="1481"/>
                  </a:cubicBezTo>
                  <a:cubicBezTo>
                    <a:pt x="695" y="1717"/>
                    <a:pt x="1003" y="1834"/>
                    <a:pt x="1311" y="1834"/>
                  </a:cubicBezTo>
                  <a:cubicBezTo>
                    <a:pt x="1529" y="1834"/>
                    <a:pt x="1747" y="1775"/>
                    <a:pt x="1939" y="1658"/>
                  </a:cubicBezTo>
                  <a:cubicBezTo>
                    <a:pt x="1284" y="1219"/>
                    <a:pt x="720" y="655"/>
                    <a:pt x="2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56"/>
            <p:cNvSpPr/>
            <p:nvPr/>
          </p:nvSpPr>
          <p:spPr>
            <a:xfrm>
              <a:off x="3522181" y="2917626"/>
              <a:ext cx="25482" cy="64993"/>
            </a:xfrm>
            <a:custGeom>
              <a:avLst/>
              <a:gdLst/>
              <a:ahLst/>
              <a:cxnLst/>
              <a:rect l="l" t="t" r="r" b="b"/>
              <a:pathLst>
                <a:path w="919" h="2344" extrusionOk="0">
                  <a:moveTo>
                    <a:pt x="1" y="0"/>
                  </a:moveTo>
                  <a:lnTo>
                    <a:pt x="1" y="0"/>
                  </a:lnTo>
                  <a:cubicBezTo>
                    <a:pt x="75" y="380"/>
                    <a:pt x="115" y="772"/>
                    <a:pt x="115" y="1172"/>
                  </a:cubicBezTo>
                  <a:cubicBezTo>
                    <a:pt x="115" y="1572"/>
                    <a:pt x="75" y="1964"/>
                    <a:pt x="1" y="2344"/>
                  </a:cubicBezTo>
                  <a:cubicBezTo>
                    <a:pt x="521" y="2217"/>
                    <a:pt x="918" y="1745"/>
                    <a:pt x="918" y="1172"/>
                  </a:cubicBezTo>
                  <a:cubicBezTo>
                    <a:pt x="918" y="605"/>
                    <a:pt x="527" y="130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56"/>
            <p:cNvSpPr/>
            <p:nvPr/>
          </p:nvSpPr>
          <p:spPr>
            <a:xfrm>
              <a:off x="3168627" y="2917626"/>
              <a:ext cx="25509" cy="64993"/>
            </a:xfrm>
            <a:custGeom>
              <a:avLst/>
              <a:gdLst/>
              <a:ahLst/>
              <a:cxnLst/>
              <a:rect l="l" t="t" r="r" b="b"/>
              <a:pathLst>
                <a:path w="920" h="2344" extrusionOk="0">
                  <a:moveTo>
                    <a:pt x="920" y="0"/>
                  </a:moveTo>
                  <a:cubicBezTo>
                    <a:pt x="392" y="130"/>
                    <a:pt x="1" y="607"/>
                    <a:pt x="1" y="1172"/>
                  </a:cubicBezTo>
                  <a:cubicBezTo>
                    <a:pt x="1" y="1745"/>
                    <a:pt x="398" y="2217"/>
                    <a:pt x="920" y="2344"/>
                  </a:cubicBezTo>
                  <a:cubicBezTo>
                    <a:pt x="845" y="1964"/>
                    <a:pt x="806" y="1572"/>
                    <a:pt x="806" y="1172"/>
                  </a:cubicBezTo>
                  <a:cubicBezTo>
                    <a:pt x="806" y="772"/>
                    <a:pt x="845" y="380"/>
                    <a:pt x="9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18" name="Google Shape;818;p56"/>
            <p:cNvSpPr/>
            <p:nvPr/>
          </p:nvSpPr>
          <p:spPr>
            <a:xfrm>
              <a:off x="3451087" y="3043037"/>
              <a:ext cx="53791" cy="50880"/>
            </a:xfrm>
            <a:custGeom>
              <a:avLst/>
              <a:gdLst/>
              <a:ahLst/>
              <a:cxnLst/>
              <a:rect l="l" t="t" r="r" b="b"/>
              <a:pathLst>
                <a:path w="1940" h="1835" extrusionOk="0">
                  <a:moveTo>
                    <a:pt x="1659" y="0"/>
                  </a:moveTo>
                  <a:cubicBezTo>
                    <a:pt x="1219" y="656"/>
                    <a:pt x="655" y="1220"/>
                    <a:pt x="1" y="1659"/>
                  </a:cubicBezTo>
                  <a:cubicBezTo>
                    <a:pt x="192" y="1776"/>
                    <a:pt x="410" y="1835"/>
                    <a:pt x="628" y="1835"/>
                  </a:cubicBezTo>
                  <a:cubicBezTo>
                    <a:pt x="936" y="1835"/>
                    <a:pt x="1244" y="1718"/>
                    <a:pt x="1481" y="1482"/>
                  </a:cubicBezTo>
                  <a:cubicBezTo>
                    <a:pt x="1887" y="1076"/>
                    <a:pt x="1940" y="461"/>
                    <a:pt x="16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56"/>
            <p:cNvSpPr/>
            <p:nvPr/>
          </p:nvSpPr>
          <p:spPr>
            <a:xfrm>
              <a:off x="3214378" y="2806327"/>
              <a:ext cx="50825" cy="50852"/>
            </a:xfrm>
            <a:custGeom>
              <a:avLst/>
              <a:gdLst/>
              <a:ahLst/>
              <a:cxnLst/>
              <a:rect l="l" t="t" r="r" b="b"/>
              <a:pathLst>
                <a:path w="1833" h="1834" extrusionOk="0">
                  <a:moveTo>
                    <a:pt x="1206" y="1"/>
                  </a:moveTo>
                  <a:cubicBezTo>
                    <a:pt x="897" y="1"/>
                    <a:pt x="588" y="119"/>
                    <a:pt x="352" y="353"/>
                  </a:cubicBezTo>
                  <a:cubicBezTo>
                    <a:pt x="126" y="581"/>
                    <a:pt x="0" y="884"/>
                    <a:pt x="0" y="1207"/>
                  </a:cubicBezTo>
                  <a:cubicBezTo>
                    <a:pt x="0" y="1431"/>
                    <a:pt x="62" y="1646"/>
                    <a:pt x="176" y="1833"/>
                  </a:cubicBezTo>
                  <a:cubicBezTo>
                    <a:pt x="615" y="1179"/>
                    <a:pt x="1178" y="615"/>
                    <a:pt x="1832" y="177"/>
                  </a:cubicBezTo>
                  <a:cubicBezTo>
                    <a:pt x="1641" y="59"/>
                    <a:pt x="1423" y="1"/>
                    <a:pt x="12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56"/>
            <p:cNvSpPr/>
            <p:nvPr/>
          </p:nvSpPr>
          <p:spPr>
            <a:xfrm>
              <a:off x="3335852" y="2927829"/>
              <a:ext cx="44641" cy="44586"/>
            </a:xfrm>
            <a:custGeom>
              <a:avLst/>
              <a:gdLst/>
              <a:ahLst/>
              <a:cxnLst/>
              <a:rect l="l" t="t" r="r" b="b"/>
              <a:pathLst>
                <a:path w="1610" h="1608" extrusionOk="0">
                  <a:moveTo>
                    <a:pt x="804" y="1"/>
                  </a:moveTo>
                  <a:cubicBezTo>
                    <a:pt x="360" y="1"/>
                    <a:pt x="1" y="360"/>
                    <a:pt x="1" y="804"/>
                  </a:cubicBezTo>
                  <a:cubicBezTo>
                    <a:pt x="1" y="1248"/>
                    <a:pt x="360" y="1608"/>
                    <a:pt x="804" y="1608"/>
                  </a:cubicBezTo>
                  <a:cubicBezTo>
                    <a:pt x="1248" y="1608"/>
                    <a:pt x="1609" y="1248"/>
                    <a:pt x="1609" y="804"/>
                  </a:cubicBezTo>
                  <a:cubicBezTo>
                    <a:pt x="1609" y="360"/>
                    <a:pt x="1248" y="1"/>
                    <a:pt x="8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56"/>
            <p:cNvSpPr/>
            <p:nvPr/>
          </p:nvSpPr>
          <p:spPr>
            <a:xfrm>
              <a:off x="3280979" y="2872901"/>
              <a:ext cx="66075" cy="66130"/>
            </a:xfrm>
            <a:custGeom>
              <a:avLst/>
              <a:gdLst/>
              <a:ahLst/>
              <a:cxnLst/>
              <a:rect l="l" t="t" r="r" b="b"/>
              <a:pathLst>
                <a:path w="2383" h="2385" extrusionOk="0">
                  <a:moveTo>
                    <a:pt x="2383" y="1"/>
                  </a:moveTo>
                  <a:cubicBezTo>
                    <a:pt x="1153" y="177"/>
                    <a:pt x="177" y="1153"/>
                    <a:pt x="0" y="2385"/>
                  </a:cubicBezTo>
                  <a:lnTo>
                    <a:pt x="1227" y="2385"/>
                  </a:lnTo>
                  <a:cubicBezTo>
                    <a:pt x="1373" y="1821"/>
                    <a:pt x="1819" y="1375"/>
                    <a:pt x="2383" y="1229"/>
                  </a:cubicBezTo>
                  <a:lnTo>
                    <a:pt x="23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56"/>
            <p:cNvSpPr/>
            <p:nvPr/>
          </p:nvSpPr>
          <p:spPr>
            <a:xfrm>
              <a:off x="3369236" y="2872901"/>
              <a:ext cx="66130" cy="66130"/>
            </a:xfrm>
            <a:custGeom>
              <a:avLst/>
              <a:gdLst/>
              <a:ahLst/>
              <a:cxnLst/>
              <a:rect l="l" t="t" r="r" b="b"/>
              <a:pathLst>
                <a:path w="2385" h="2385" extrusionOk="0">
                  <a:moveTo>
                    <a:pt x="0" y="1"/>
                  </a:moveTo>
                  <a:lnTo>
                    <a:pt x="0" y="1229"/>
                  </a:lnTo>
                  <a:cubicBezTo>
                    <a:pt x="566" y="1375"/>
                    <a:pt x="1010" y="1819"/>
                    <a:pt x="1156" y="2385"/>
                  </a:cubicBezTo>
                  <a:lnTo>
                    <a:pt x="2385" y="2385"/>
                  </a:lnTo>
                  <a:cubicBezTo>
                    <a:pt x="2208" y="1153"/>
                    <a:pt x="1232" y="177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23" name="Google Shape;823;p56"/>
            <p:cNvSpPr/>
            <p:nvPr/>
          </p:nvSpPr>
          <p:spPr>
            <a:xfrm>
              <a:off x="3280979" y="2961213"/>
              <a:ext cx="66075" cy="66102"/>
            </a:xfrm>
            <a:custGeom>
              <a:avLst/>
              <a:gdLst/>
              <a:ahLst/>
              <a:cxnLst/>
              <a:rect l="l" t="t" r="r" b="b"/>
              <a:pathLst>
                <a:path w="2383" h="2384" extrusionOk="0">
                  <a:moveTo>
                    <a:pt x="0" y="0"/>
                  </a:moveTo>
                  <a:cubicBezTo>
                    <a:pt x="177" y="1230"/>
                    <a:pt x="1153" y="2206"/>
                    <a:pt x="2383" y="2383"/>
                  </a:cubicBezTo>
                  <a:lnTo>
                    <a:pt x="2383" y="1156"/>
                  </a:lnTo>
                  <a:cubicBezTo>
                    <a:pt x="1819" y="1010"/>
                    <a:pt x="1373" y="564"/>
                    <a:pt x="12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24" name="Google Shape;824;p56"/>
            <p:cNvSpPr/>
            <p:nvPr/>
          </p:nvSpPr>
          <p:spPr>
            <a:xfrm>
              <a:off x="3369236" y="2961213"/>
              <a:ext cx="66130" cy="66102"/>
            </a:xfrm>
            <a:custGeom>
              <a:avLst/>
              <a:gdLst/>
              <a:ahLst/>
              <a:cxnLst/>
              <a:rect l="l" t="t" r="r" b="b"/>
              <a:pathLst>
                <a:path w="2385" h="2384" extrusionOk="0">
                  <a:moveTo>
                    <a:pt x="1156" y="0"/>
                  </a:moveTo>
                  <a:cubicBezTo>
                    <a:pt x="1010" y="564"/>
                    <a:pt x="566" y="1010"/>
                    <a:pt x="0" y="1156"/>
                  </a:cubicBezTo>
                  <a:lnTo>
                    <a:pt x="0" y="2383"/>
                  </a:lnTo>
                  <a:cubicBezTo>
                    <a:pt x="1232" y="2206"/>
                    <a:pt x="2208" y="1230"/>
                    <a:pt x="23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25" name="Google Shape;825;p56"/>
            <p:cNvSpPr/>
            <p:nvPr/>
          </p:nvSpPr>
          <p:spPr>
            <a:xfrm>
              <a:off x="3213241" y="2805218"/>
              <a:ext cx="289863" cy="289808"/>
            </a:xfrm>
            <a:custGeom>
              <a:avLst/>
              <a:gdLst/>
              <a:ahLst/>
              <a:cxnLst/>
              <a:rect l="l" t="t" r="r" b="b"/>
              <a:pathLst>
                <a:path w="10454" h="10452" extrusionOk="0">
                  <a:moveTo>
                    <a:pt x="5226" y="1607"/>
                  </a:moveTo>
                  <a:cubicBezTo>
                    <a:pt x="7222" y="1607"/>
                    <a:pt x="8845" y="3230"/>
                    <a:pt x="8845" y="5226"/>
                  </a:cubicBezTo>
                  <a:cubicBezTo>
                    <a:pt x="8845" y="7220"/>
                    <a:pt x="7222" y="8843"/>
                    <a:pt x="5226" y="8843"/>
                  </a:cubicBezTo>
                  <a:cubicBezTo>
                    <a:pt x="3232" y="8843"/>
                    <a:pt x="1609" y="7220"/>
                    <a:pt x="1609" y="5226"/>
                  </a:cubicBezTo>
                  <a:cubicBezTo>
                    <a:pt x="1609" y="3230"/>
                    <a:pt x="3232" y="1607"/>
                    <a:pt x="5226" y="1607"/>
                  </a:cubicBezTo>
                  <a:close/>
                  <a:moveTo>
                    <a:pt x="5226" y="0"/>
                  </a:moveTo>
                  <a:cubicBezTo>
                    <a:pt x="2345" y="0"/>
                    <a:pt x="0" y="2344"/>
                    <a:pt x="0" y="5226"/>
                  </a:cubicBezTo>
                  <a:cubicBezTo>
                    <a:pt x="0" y="8107"/>
                    <a:pt x="2345" y="10452"/>
                    <a:pt x="5226" y="10452"/>
                  </a:cubicBezTo>
                  <a:cubicBezTo>
                    <a:pt x="8109" y="10452"/>
                    <a:pt x="10453" y="8107"/>
                    <a:pt x="10453" y="5226"/>
                  </a:cubicBezTo>
                  <a:cubicBezTo>
                    <a:pt x="10453" y="2344"/>
                    <a:pt x="8109" y="0"/>
                    <a:pt x="52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826" name="Google Shape;826;p56"/>
          <p:cNvGrpSpPr/>
          <p:nvPr/>
        </p:nvGrpSpPr>
        <p:grpSpPr>
          <a:xfrm>
            <a:off x="3136662" y="3680807"/>
            <a:ext cx="505417" cy="505380"/>
            <a:chOff x="2352496" y="2760605"/>
            <a:chExt cx="379063" cy="379035"/>
          </a:xfrm>
        </p:grpSpPr>
        <p:sp>
          <p:nvSpPr>
            <p:cNvPr id="827" name="Google Shape;827;p56"/>
            <p:cNvSpPr/>
            <p:nvPr/>
          </p:nvSpPr>
          <p:spPr>
            <a:xfrm>
              <a:off x="2352496" y="2760605"/>
              <a:ext cx="379063" cy="379035"/>
            </a:xfrm>
            <a:custGeom>
              <a:avLst/>
              <a:gdLst/>
              <a:ahLst/>
              <a:cxnLst/>
              <a:rect l="l" t="t" r="r" b="b"/>
              <a:pathLst>
                <a:path w="13671" h="13670" extrusionOk="0">
                  <a:moveTo>
                    <a:pt x="801" y="1"/>
                  </a:moveTo>
                  <a:lnTo>
                    <a:pt x="801" y="801"/>
                  </a:lnTo>
                  <a:lnTo>
                    <a:pt x="0" y="801"/>
                  </a:lnTo>
                  <a:lnTo>
                    <a:pt x="0" y="1602"/>
                  </a:lnTo>
                  <a:lnTo>
                    <a:pt x="801" y="1602"/>
                  </a:lnTo>
                  <a:lnTo>
                    <a:pt x="801" y="2403"/>
                  </a:lnTo>
                  <a:lnTo>
                    <a:pt x="0" y="2403"/>
                  </a:lnTo>
                  <a:lnTo>
                    <a:pt x="0" y="3231"/>
                  </a:lnTo>
                  <a:lnTo>
                    <a:pt x="801" y="3231"/>
                  </a:lnTo>
                  <a:lnTo>
                    <a:pt x="801" y="4032"/>
                  </a:lnTo>
                  <a:lnTo>
                    <a:pt x="0" y="4032"/>
                  </a:lnTo>
                  <a:lnTo>
                    <a:pt x="0" y="4832"/>
                  </a:lnTo>
                  <a:lnTo>
                    <a:pt x="801" y="4832"/>
                  </a:lnTo>
                  <a:lnTo>
                    <a:pt x="801" y="5634"/>
                  </a:lnTo>
                  <a:lnTo>
                    <a:pt x="0" y="5634"/>
                  </a:lnTo>
                  <a:lnTo>
                    <a:pt x="0" y="6435"/>
                  </a:lnTo>
                  <a:lnTo>
                    <a:pt x="801" y="6435"/>
                  </a:lnTo>
                  <a:lnTo>
                    <a:pt x="801" y="7235"/>
                  </a:lnTo>
                  <a:lnTo>
                    <a:pt x="0" y="7235"/>
                  </a:lnTo>
                  <a:lnTo>
                    <a:pt x="0" y="8036"/>
                  </a:lnTo>
                  <a:lnTo>
                    <a:pt x="801" y="8036"/>
                  </a:lnTo>
                  <a:lnTo>
                    <a:pt x="801" y="8838"/>
                  </a:lnTo>
                  <a:lnTo>
                    <a:pt x="0" y="8838"/>
                  </a:lnTo>
                  <a:lnTo>
                    <a:pt x="0" y="9639"/>
                  </a:lnTo>
                  <a:lnTo>
                    <a:pt x="801" y="9639"/>
                  </a:lnTo>
                  <a:lnTo>
                    <a:pt x="801" y="10439"/>
                  </a:lnTo>
                  <a:lnTo>
                    <a:pt x="0" y="10439"/>
                  </a:lnTo>
                  <a:lnTo>
                    <a:pt x="0" y="11268"/>
                  </a:lnTo>
                  <a:lnTo>
                    <a:pt x="801" y="11268"/>
                  </a:lnTo>
                  <a:lnTo>
                    <a:pt x="801" y="12869"/>
                  </a:lnTo>
                  <a:lnTo>
                    <a:pt x="2403" y="12869"/>
                  </a:lnTo>
                  <a:lnTo>
                    <a:pt x="2403" y="13669"/>
                  </a:lnTo>
                  <a:lnTo>
                    <a:pt x="3204" y="13669"/>
                  </a:lnTo>
                  <a:lnTo>
                    <a:pt x="3204" y="12869"/>
                  </a:lnTo>
                  <a:lnTo>
                    <a:pt x="4031" y="12869"/>
                  </a:lnTo>
                  <a:lnTo>
                    <a:pt x="4031" y="13669"/>
                  </a:lnTo>
                  <a:lnTo>
                    <a:pt x="4833" y="13669"/>
                  </a:lnTo>
                  <a:lnTo>
                    <a:pt x="4833" y="12869"/>
                  </a:lnTo>
                  <a:lnTo>
                    <a:pt x="5634" y="12869"/>
                  </a:lnTo>
                  <a:lnTo>
                    <a:pt x="5634" y="13669"/>
                  </a:lnTo>
                  <a:lnTo>
                    <a:pt x="6434" y="13669"/>
                  </a:lnTo>
                  <a:lnTo>
                    <a:pt x="6434" y="12869"/>
                  </a:lnTo>
                  <a:lnTo>
                    <a:pt x="7235" y="12869"/>
                  </a:lnTo>
                  <a:lnTo>
                    <a:pt x="7235" y="13669"/>
                  </a:lnTo>
                  <a:lnTo>
                    <a:pt x="8037" y="13669"/>
                  </a:lnTo>
                  <a:lnTo>
                    <a:pt x="8037" y="12869"/>
                  </a:lnTo>
                  <a:lnTo>
                    <a:pt x="8837" y="12869"/>
                  </a:lnTo>
                  <a:lnTo>
                    <a:pt x="8837" y="13669"/>
                  </a:lnTo>
                  <a:lnTo>
                    <a:pt x="9638" y="13669"/>
                  </a:lnTo>
                  <a:lnTo>
                    <a:pt x="9638" y="12869"/>
                  </a:lnTo>
                  <a:lnTo>
                    <a:pt x="10466" y="12869"/>
                  </a:lnTo>
                  <a:lnTo>
                    <a:pt x="10466" y="13669"/>
                  </a:lnTo>
                  <a:lnTo>
                    <a:pt x="11267" y="13669"/>
                  </a:lnTo>
                  <a:lnTo>
                    <a:pt x="11267" y="12869"/>
                  </a:lnTo>
                  <a:lnTo>
                    <a:pt x="12067" y="12869"/>
                  </a:lnTo>
                  <a:lnTo>
                    <a:pt x="12067" y="13669"/>
                  </a:lnTo>
                  <a:lnTo>
                    <a:pt x="12868" y="13669"/>
                  </a:lnTo>
                  <a:lnTo>
                    <a:pt x="12868" y="12869"/>
                  </a:lnTo>
                  <a:lnTo>
                    <a:pt x="13670" y="12869"/>
                  </a:lnTo>
                  <a:lnTo>
                    <a:pt x="13670" y="12068"/>
                  </a:lnTo>
                  <a:lnTo>
                    <a:pt x="1603" y="12068"/>
                  </a:lnTo>
                  <a:lnTo>
                    <a:pt x="16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56"/>
            <p:cNvSpPr/>
            <p:nvPr/>
          </p:nvSpPr>
          <p:spPr>
            <a:xfrm>
              <a:off x="2564168" y="2805024"/>
              <a:ext cx="22293" cy="66657"/>
            </a:xfrm>
            <a:custGeom>
              <a:avLst/>
              <a:gdLst/>
              <a:ahLst/>
              <a:cxnLst/>
              <a:rect l="l" t="t" r="r" b="b"/>
              <a:pathLst>
                <a:path w="804" h="2404" extrusionOk="0">
                  <a:moveTo>
                    <a:pt x="1" y="0"/>
                  </a:moveTo>
                  <a:lnTo>
                    <a:pt x="1" y="2403"/>
                  </a:lnTo>
                  <a:lnTo>
                    <a:pt x="803" y="2403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29" name="Google Shape;829;p56"/>
            <p:cNvSpPr/>
            <p:nvPr/>
          </p:nvSpPr>
          <p:spPr>
            <a:xfrm>
              <a:off x="2519776" y="2805024"/>
              <a:ext cx="22237" cy="66657"/>
            </a:xfrm>
            <a:custGeom>
              <a:avLst/>
              <a:gdLst/>
              <a:ahLst/>
              <a:cxnLst/>
              <a:rect l="l" t="t" r="r" b="b"/>
              <a:pathLst>
                <a:path w="802" h="2404" extrusionOk="0">
                  <a:moveTo>
                    <a:pt x="1" y="0"/>
                  </a:moveTo>
                  <a:lnTo>
                    <a:pt x="1" y="2403"/>
                  </a:lnTo>
                  <a:lnTo>
                    <a:pt x="801" y="2403"/>
                  </a:lnTo>
                  <a:lnTo>
                    <a:pt x="8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30" name="Google Shape;830;p56"/>
            <p:cNvSpPr/>
            <p:nvPr/>
          </p:nvSpPr>
          <p:spPr>
            <a:xfrm>
              <a:off x="2475384" y="2805024"/>
              <a:ext cx="22237" cy="66657"/>
            </a:xfrm>
            <a:custGeom>
              <a:avLst/>
              <a:gdLst/>
              <a:ahLst/>
              <a:cxnLst/>
              <a:rect l="l" t="t" r="r" b="b"/>
              <a:pathLst>
                <a:path w="802" h="2404" extrusionOk="0">
                  <a:moveTo>
                    <a:pt x="1" y="0"/>
                  </a:moveTo>
                  <a:lnTo>
                    <a:pt x="1" y="2403"/>
                  </a:lnTo>
                  <a:lnTo>
                    <a:pt x="801" y="2403"/>
                  </a:lnTo>
                  <a:lnTo>
                    <a:pt x="8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31" name="Google Shape;831;p56"/>
            <p:cNvSpPr/>
            <p:nvPr/>
          </p:nvSpPr>
          <p:spPr>
            <a:xfrm>
              <a:off x="2608615" y="2805024"/>
              <a:ext cx="22237" cy="66657"/>
            </a:xfrm>
            <a:custGeom>
              <a:avLst/>
              <a:gdLst/>
              <a:ahLst/>
              <a:cxnLst/>
              <a:rect l="l" t="t" r="r" b="b"/>
              <a:pathLst>
                <a:path w="802" h="2404" extrusionOk="0">
                  <a:moveTo>
                    <a:pt x="1" y="0"/>
                  </a:moveTo>
                  <a:lnTo>
                    <a:pt x="1" y="2403"/>
                  </a:lnTo>
                  <a:lnTo>
                    <a:pt x="801" y="2403"/>
                  </a:lnTo>
                  <a:lnTo>
                    <a:pt x="8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32" name="Google Shape;832;p56"/>
            <p:cNvSpPr/>
            <p:nvPr/>
          </p:nvSpPr>
          <p:spPr>
            <a:xfrm>
              <a:off x="2430216" y="2805024"/>
              <a:ext cx="22237" cy="66657"/>
            </a:xfrm>
            <a:custGeom>
              <a:avLst/>
              <a:gdLst/>
              <a:ahLst/>
              <a:cxnLst/>
              <a:rect l="l" t="t" r="r" b="b"/>
              <a:pathLst>
                <a:path w="802" h="2404" extrusionOk="0">
                  <a:moveTo>
                    <a:pt x="1" y="0"/>
                  </a:moveTo>
                  <a:lnTo>
                    <a:pt x="1" y="2403"/>
                  </a:lnTo>
                  <a:lnTo>
                    <a:pt x="801" y="2403"/>
                  </a:lnTo>
                  <a:lnTo>
                    <a:pt x="8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33" name="Google Shape;833;p56"/>
            <p:cNvSpPr/>
            <p:nvPr/>
          </p:nvSpPr>
          <p:spPr>
            <a:xfrm>
              <a:off x="2653783" y="2805024"/>
              <a:ext cx="44419" cy="66657"/>
            </a:xfrm>
            <a:custGeom>
              <a:avLst/>
              <a:gdLst/>
              <a:ahLst/>
              <a:cxnLst/>
              <a:rect l="l" t="t" r="r" b="b"/>
              <a:pathLst>
                <a:path w="1602" h="2404" extrusionOk="0">
                  <a:moveTo>
                    <a:pt x="1" y="0"/>
                  </a:moveTo>
                  <a:lnTo>
                    <a:pt x="1" y="2403"/>
                  </a:lnTo>
                  <a:lnTo>
                    <a:pt x="1602" y="2403"/>
                  </a:lnTo>
                  <a:lnTo>
                    <a:pt x="16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34" name="Google Shape;834;p56"/>
            <p:cNvSpPr/>
            <p:nvPr/>
          </p:nvSpPr>
          <p:spPr>
            <a:xfrm>
              <a:off x="2475384" y="2894584"/>
              <a:ext cx="22237" cy="66657"/>
            </a:xfrm>
            <a:custGeom>
              <a:avLst/>
              <a:gdLst/>
              <a:ahLst/>
              <a:cxnLst/>
              <a:rect l="l" t="t" r="r" b="b"/>
              <a:pathLst>
                <a:path w="802" h="2404" extrusionOk="0">
                  <a:moveTo>
                    <a:pt x="1" y="0"/>
                  </a:moveTo>
                  <a:lnTo>
                    <a:pt x="1" y="2403"/>
                  </a:lnTo>
                  <a:lnTo>
                    <a:pt x="801" y="2403"/>
                  </a:lnTo>
                  <a:lnTo>
                    <a:pt x="8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35" name="Google Shape;835;p56"/>
            <p:cNvSpPr/>
            <p:nvPr/>
          </p:nvSpPr>
          <p:spPr>
            <a:xfrm>
              <a:off x="2519776" y="2894584"/>
              <a:ext cx="22237" cy="66657"/>
            </a:xfrm>
            <a:custGeom>
              <a:avLst/>
              <a:gdLst/>
              <a:ahLst/>
              <a:cxnLst/>
              <a:rect l="l" t="t" r="r" b="b"/>
              <a:pathLst>
                <a:path w="802" h="2404" extrusionOk="0">
                  <a:moveTo>
                    <a:pt x="1" y="0"/>
                  </a:moveTo>
                  <a:lnTo>
                    <a:pt x="1" y="2403"/>
                  </a:lnTo>
                  <a:lnTo>
                    <a:pt x="801" y="2403"/>
                  </a:lnTo>
                  <a:lnTo>
                    <a:pt x="8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36" name="Google Shape;836;p56"/>
            <p:cNvSpPr/>
            <p:nvPr/>
          </p:nvSpPr>
          <p:spPr>
            <a:xfrm>
              <a:off x="2564168" y="2894584"/>
              <a:ext cx="22293" cy="66657"/>
            </a:xfrm>
            <a:custGeom>
              <a:avLst/>
              <a:gdLst/>
              <a:ahLst/>
              <a:cxnLst/>
              <a:rect l="l" t="t" r="r" b="b"/>
              <a:pathLst>
                <a:path w="804" h="2404" extrusionOk="0">
                  <a:moveTo>
                    <a:pt x="1" y="0"/>
                  </a:moveTo>
                  <a:lnTo>
                    <a:pt x="1" y="2403"/>
                  </a:lnTo>
                  <a:lnTo>
                    <a:pt x="803" y="2403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37" name="Google Shape;837;p56"/>
            <p:cNvSpPr/>
            <p:nvPr/>
          </p:nvSpPr>
          <p:spPr>
            <a:xfrm>
              <a:off x="2609336" y="2894584"/>
              <a:ext cx="88867" cy="66657"/>
            </a:xfrm>
            <a:custGeom>
              <a:avLst/>
              <a:gdLst/>
              <a:ahLst/>
              <a:cxnLst/>
              <a:rect l="l" t="t" r="r" b="b"/>
              <a:pathLst>
                <a:path w="3205" h="2404" extrusionOk="0">
                  <a:moveTo>
                    <a:pt x="1" y="0"/>
                  </a:moveTo>
                  <a:lnTo>
                    <a:pt x="1" y="2403"/>
                  </a:lnTo>
                  <a:lnTo>
                    <a:pt x="3205" y="2403"/>
                  </a:lnTo>
                  <a:lnTo>
                    <a:pt x="320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38" name="Google Shape;838;p56"/>
            <p:cNvSpPr/>
            <p:nvPr/>
          </p:nvSpPr>
          <p:spPr>
            <a:xfrm>
              <a:off x="2430216" y="2894584"/>
              <a:ext cx="22237" cy="66657"/>
            </a:xfrm>
            <a:custGeom>
              <a:avLst/>
              <a:gdLst/>
              <a:ahLst/>
              <a:cxnLst/>
              <a:rect l="l" t="t" r="r" b="b"/>
              <a:pathLst>
                <a:path w="802" h="2404" extrusionOk="0">
                  <a:moveTo>
                    <a:pt x="1" y="0"/>
                  </a:moveTo>
                  <a:lnTo>
                    <a:pt x="1" y="2403"/>
                  </a:lnTo>
                  <a:lnTo>
                    <a:pt x="801" y="2403"/>
                  </a:lnTo>
                  <a:lnTo>
                    <a:pt x="8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39" name="Google Shape;839;p56"/>
            <p:cNvSpPr/>
            <p:nvPr/>
          </p:nvSpPr>
          <p:spPr>
            <a:xfrm>
              <a:off x="2475384" y="2983395"/>
              <a:ext cx="22237" cy="66685"/>
            </a:xfrm>
            <a:custGeom>
              <a:avLst/>
              <a:gdLst/>
              <a:ahLst/>
              <a:cxnLst/>
              <a:rect l="l" t="t" r="r" b="b"/>
              <a:pathLst>
                <a:path w="802" h="2405" extrusionOk="0">
                  <a:moveTo>
                    <a:pt x="1" y="1"/>
                  </a:moveTo>
                  <a:lnTo>
                    <a:pt x="1" y="2404"/>
                  </a:lnTo>
                  <a:lnTo>
                    <a:pt x="801" y="2404"/>
                  </a:lnTo>
                  <a:lnTo>
                    <a:pt x="8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40" name="Google Shape;840;p56"/>
            <p:cNvSpPr/>
            <p:nvPr/>
          </p:nvSpPr>
          <p:spPr>
            <a:xfrm>
              <a:off x="2519776" y="2983395"/>
              <a:ext cx="22237" cy="66685"/>
            </a:xfrm>
            <a:custGeom>
              <a:avLst/>
              <a:gdLst/>
              <a:ahLst/>
              <a:cxnLst/>
              <a:rect l="l" t="t" r="r" b="b"/>
              <a:pathLst>
                <a:path w="802" h="2405" extrusionOk="0">
                  <a:moveTo>
                    <a:pt x="1" y="1"/>
                  </a:moveTo>
                  <a:lnTo>
                    <a:pt x="1" y="2404"/>
                  </a:lnTo>
                  <a:lnTo>
                    <a:pt x="801" y="2404"/>
                  </a:lnTo>
                  <a:lnTo>
                    <a:pt x="8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41" name="Google Shape;841;p56"/>
            <p:cNvSpPr/>
            <p:nvPr/>
          </p:nvSpPr>
          <p:spPr>
            <a:xfrm>
              <a:off x="2564168" y="2983395"/>
              <a:ext cx="134035" cy="66685"/>
            </a:xfrm>
            <a:custGeom>
              <a:avLst/>
              <a:gdLst/>
              <a:ahLst/>
              <a:cxnLst/>
              <a:rect l="l" t="t" r="r" b="b"/>
              <a:pathLst>
                <a:path w="4834" h="2405" extrusionOk="0">
                  <a:moveTo>
                    <a:pt x="1" y="1"/>
                  </a:moveTo>
                  <a:lnTo>
                    <a:pt x="1" y="2404"/>
                  </a:lnTo>
                  <a:lnTo>
                    <a:pt x="4834" y="2404"/>
                  </a:lnTo>
                  <a:lnTo>
                    <a:pt x="48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42" name="Google Shape;842;p56"/>
            <p:cNvSpPr/>
            <p:nvPr/>
          </p:nvSpPr>
          <p:spPr>
            <a:xfrm>
              <a:off x="2430216" y="2983395"/>
              <a:ext cx="22237" cy="66685"/>
            </a:xfrm>
            <a:custGeom>
              <a:avLst/>
              <a:gdLst/>
              <a:ahLst/>
              <a:cxnLst/>
              <a:rect l="l" t="t" r="r" b="b"/>
              <a:pathLst>
                <a:path w="802" h="2405" extrusionOk="0">
                  <a:moveTo>
                    <a:pt x="1" y="1"/>
                  </a:moveTo>
                  <a:lnTo>
                    <a:pt x="1" y="2404"/>
                  </a:lnTo>
                  <a:lnTo>
                    <a:pt x="801" y="2404"/>
                  </a:lnTo>
                  <a:lnTo>
                    <a:pt x="8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843" name="Google Shape;843;p56"/>
          <p:cNvGrpSpPr/>
          <p:nvPr/>
        </p:nvGrpSpPr>
        <p:grpSpPr>
          <a:xfrm>
            <a:off x="2048339" y="3680807"/>
            <a:ext cx="505639" cy="505380"/>
            <a:chOff x="1536254" y="2760605"/>
            <a:chExt cx="379229" cy="379035"/>
          </a:xfrm>
        </p:grpSpPr>
        <p:sp>
          <p:nvSpPr>
            <p:cNvPr id="844" name="Google Shape;844;p56"/>
            <p:cNvSpPr/>
            <p:nvPr/>
          </p:nvSpPr>
          <p:spPr>
            <a:xfrm>
              <a:off x="1536337" y="2760605"/>
              <a:ext cx="156217" cy="111797"/>
            </a:xfrm>
            <a:custGeom>
              <a:avLst/>
              <a:gdLst/>
              <a:ahLst/>
              <a:cxnLst/>
              <a:rect l="l" t="t" r="r" b="b"/>
              <a:pathLst>
                <a:path w="5634" h="4032" extrusionOk="0">
                  <a:moveTo>
                    <a:pt x="2404" y="1602"/>
                  </a:moveTo>
                  <a:lnTo>
                    <a:pt x="2404" y="2403"/>
                  </a:lnTo>
                  <a:lnTo>
                    <a:pt x="1603" y="2403"/>
                  </a:lnTo>
                  <a:lnTo>
                    <a:pt x="1603" y="1602"/>
                  </a:lnTo>
                  <a:close/>
                  <a:moveTo>
                    <a:pt x="4031" y="1602"/>
                  </a:moveTo>
                  <a:lnTo>
                    <a:pt x="4031" y="2403"/>
                  </a:lnTo>
                  <a:lnTo>
                    <a:pt x="3231" y="2403"/>
                  </a:lnTo>
                  <a:lnTo>
                    <a:pt x="3231" y="1602"/>
                  </a:lnTo>
                  <a:close/>
                  <a:moveTo>
                    <a:pt x="0" y="1"/>
                  </a:moveTo>
                  <a:lnTo>
                    <a:pt x="0" y="4032"/>
                  </a:lnTo>
                  <a:lnTo>
                    <a:pt x="5634" y="4032"/>
                  </a:lnTo>
                  <a:lnTo>
                    <a:pt x="56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45" name="Google Shape;845;p56"/>
            <p:cNvSpPr/>
            <p:nvPr/>
          </p:nvSpPr>
          <p:spPr>
            <a:xfrm>
              <a:off x="1602966" y="3038933"/>
              <a:ext cx="44419" cy="100706"/>
            </a:xfrm>
            <a:custGeom>
              <a:avLst/>
              <a:gdLst/>
              <a:ahLst/>
              <a:cxnLst/>
              <a:rect l="l" t="t" r="r" b="b"/>
              <a:pathLst>
                <a:path w="1602" h="3632" extrusionOk="0">
                  <a:moveTo>
                    <a:pt x="1" y="1"/>
                  </a:moveTo>
                  <a:lnTo>
                    <a:pt x="1" y="3631"/>
                  </a:lnTo>
                  <a:lnTo>
                    <a:pt x="1602" y="3631"/>
                  </a:lnTo>
                  <a:lnTo>
                    <a:pt x="16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46" name="Google Shape;846;p56"/>
            <p:cNvSpPr/>
            <p:nvPr/>
          </p:nvSpPr>
          <p:spPr>
            <a:xfrm>
              <a:off x="1692526" y="2842567"/>
              <a:ext cx="111797" cy="237403"/>
            </a:xfrm>
            <a:custGeom>
              <a:avLst/>
              <a:gdLst/>
              <a:ahLst/>
              <a:cxnLst/>
              <a:rect l="l" t="t" r="r" b="b"/>
              <a:pathLst>
                <a:path w="4032" h="8562" extrusionOk="0">
                  <a:moveTo>
                    <a:pt x="4031" y="0"/>
                  </a:moveTo>
                  <a:lnTo>
                    <a:pt x="1" y="2016"/>
                  </a:lnTo>
                  <a:lnTo>
                    <a:pt x="1" y="6545"/>
                  </a:lnTo>
                  <a:lnTo>
                    <a:pt x="4031" y="8561"/>
                  </a:lnTo>
                  <a:lnTo>
                    <a:pt x="40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47" name="Google Shape;847;p56"/>
            <p:cNvSpPr/>
            <p:nvPr/>
          </p:nvSpPr>
          <p:spPr>
            <a:xfrm>
              <a:off x="1580784" y="2905675"/>
              <a:ext cx="88811" cy="111825"/>
            </a:xfrm>
            <a:custGeom>
              <a:avLst/>
              <a:gdLst/>
              <a:ahLst/>
              <a:cxnLst/>
              <a:rect l="l" t="t" r="r" b="b"/>
              <a:pathLst>
                <a:path w="3203" h="4033" extrusionOk="0">
                  <a:moveTo>
                    <a:pt x="2002" y="1603"/>
                  </a:moveTo>
                  <a:lnTo>
                    <a:pt x="2002" y="2404"/>
                  </a:lnTo>
                  <a:lnTo>
                    <a:pt x="1201" y="2404"/>
                  </a:lnTo>
                  <a:lnTo>
                    <a:pt x="1201" y="1603"/>
                  </a:lnTo>
                  <a:close/>
                  <a:moveTo>
                    <a:pt x="0" y="0"/>
                  </a:moveTo>
                  <a:lnTo>
                    <a:pt x="0" y="4033"/>
                  </a:lnTo>
                  <a:lnTo>
                    <a:pt x="3202" y="4033"/>
                  </a:lnTo>
                  <a:lnTo>
                    <a:pt x="32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48" name="Google Shape;848;p56"/>
            <p:cNvSpPr/>
            <p:nvPr/>
          </p:nvSpPr>
          <p:spPr>
            <a:xfrm>
              <a:off x="1826533" y="2810043"/>
              <a:ext cx="44419" cy="302452"/>
            </a:xfrm>
            <a:custGeom>
              <a:avLst/>
              <a:gdLst/>
              <a:ahLst/>
              <a:cxnLst/>
              <a:rect l="l" t="t" r="r" b="b"/>
              <a:pathLst>
                <a:path w="1602" h="10908" extrusionOk="0">
                  <a:moveTo>
                    <a:pt x="1602" y="0"/>
                  </a:moveTo>
                  <a:lnTo>
                    <a:pt x="1" y="801"/>
                  </a:lnTo>
                  <a:lnTo>
                    <a:pt x="1" y="10107"/>
                  </a:lnTo>
                  <a:lnTo>
                    <a:pt x="1602" y="10907"/>
                  </a:lnTo>
                  <a:lnTo>
                    <a:pt x="16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56"/>
            <p:cNvSpPr/>
            <p:nvPr/>
          </p:nvSpPr>
          <p:spPr>
            <a:xfrm>
              <a:off x="1536254" y="2929742"/>
              <a:ext cx="22321" cy="63052"/>
            </a:xfrm>
            <a:custGeom>
              <a:avLst/>
              <a:gdLst/>
              <a:ahLst/>
              <a:cxnLst/>
              <a:rect l="l" t="t" r="r" b="b"/>
              <a:pathLst>
                <a:path w="805" h="2274" extrusionOk="0">
                  <a:moveTo>
                    <a:pt x="804" y="0"/>
                  </a:moveTo>
                  <a:cubicBezTo>
                    <a:pt x="337" y="165"/>
                    <a:pt x="1" y="612"/>
                    <a:pt x="1" y="1137"/>
                  </a:cubicBezTo>
                  <a:cubicBezTo>
                    <a:pt x="1" y="1661"/>
                    <a:pt x="337" y="2108"/>
                    <a:pt x="804" y="2273"/>
                  </a:cubicBezTo>
                  <a:lnTo>
                    <a:pt x="8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50" name="Google Shape;850;p56"/>
            <p:cNvSpPr/>
            <p:nvPr/>
          </p:nvSpPr>
          <p:spPr>
            <a:xfrm>
              <a:off x="1893135" y="2916683"/>
              <a:ext cx="22348" cy="89144"/>
            </a:xfrm>
            <a:custGeom>
              <a:avLst/>
              <a:gdLst/>
              <a:ahLst/>
              <a:cxnLst/>
              <a:rect l="l" t="t" r="r" b="b"/>
              <a:pathLst>
                <a:path w="806" h="3215" extrusionOk="0">
                  <a:moveTo>
                    <a:pt x="0" y="1"/>
                  </a:moveTo>
                  <a:lnTo>
                    <a:pt x="0" y="3215"/>
                  </a:lnTo>
                  <a:cubicBezTo>
                    <a:pt x="488" y="2848"/>
                    <a:pt x="805" y="2264"/>
                    <a:pt x="805" y="1608"/>
                  </a:cubicBezTo>
                  <a:cubicBezTo>
                    <a:pt x="805" y="952"/>
                    <a:pt x="488" y="368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851" name="Google Shape;851;p56"/>
          <p:cNvSpPr/>
          <p:nvPr/>
        </p:nvSpPr>
        <p:spPr>
          <a:xfrm>
            <a:off x="960238" y="3680807"/>
            <a:ext cx="505380" cy="505380"/>
          </a:xfrm>
          <a:custGeom>
            <a:avLst/>
            <a:gdLst/>
            <a:ahLst/>
            <a:cxnLst/>
            <a:rect l="l" t="t" r="r" b="b"/>
            <a:pathLst>
              <a:path w="13670" h="13670" extrusionOk="0">
                <a:moveTo>
                  <a:pt x="11668" y="1602"/>
                </a:moveTo>
                <a:lnTo>
                  <a:pt x="11668" y="5634"/>
                </a:lnTo>
                <a:lnTo>
                  <a:pt x="10465" y="5634"/>
                </a:lnTo>
                <a:lnTo>
                  <a:pt x="10465" y="6435"/>
                </a:lnTo>
                <a:lnTo>
                  <a:pt x="8712" y="6435"/>
                </a:lnTo>
                <a:lnTo>
                  <a:pt x="7235" y="5051"/>
                </a:lnTo>
                <a:lnTo>
                  <a:pt x="7235" y="2403"/>
                </a:lnTo>
                <a:lnTo>
                  <a:pt x="9264" y="2403"/>
                </a:lnTo>
                <a:lnTo>
                  <a:pt x="9264" y="1602"/>
                </a:lnTo>
                <a:close/>
                <a:moveTo>
                  <a:pt x="10439" y="7235"/>
                </a:moveTo>
                <a:lnTo>
                  <a:pt x="10439" y="8036"/>
                </a:lnTo>
                <a:lnTo>
                  <a:pt x="11668" y="8036"/>
                </a:lnTo>
                <a:lnTo>
                  <a:pt x="11668" y="12068"/>
                </a:lnTo>
                <a:lnTo>
                  <a:pt x="9238" y="12068"/>
                </a:lnTo>
                <a:lnTo>
                  <a:pt x="9238" y="11266"/>
                </a:lnTo>
                <a:lnTo>
                  <a:pt x="7235" y="11266"/>
                </a:lnTo>
                <a:lnTo>
                  <a:pt x="7235" y="8619"/>
                </a:lnTo>
                <a:lnTo>
                  <a:pt x="8693" y="7235"/>
                </a:lnTo>
                <a:close/>
                <a:moveTo>
                  <a:pt x="4433" y="1"/>
                </a:moveTo>
                <a:lnTo>
                  <a:pt x="4433" y="2403"/>
                </a:lnTo>
                <a:lnTo>
                  <a:pt x="6435" y="2403"/>
                </a:lnTo>
                <a:lnTo>
                  <a:pt x="6435" y="5086"/>
                </a:lnTo>
                <a:lnTo>
                  <a:pt x="4553" y="6861"/>
                </a:lnTo>
                <a:lnTo>
                  <a:pt x="6435" y="8636"/>
                </a:lnTo>
                <a:lnTo>
                  <a:pt x="6435" y="11266"/>
                </a:lnTo>
                <a:lnTo>
                  <a:pt x="4433" y="11266"/>
                </a:lnTo>
                <a:lnTo>
                  <a:pt x="4433" y="12068"/>
                </a:lnTo>
                <a:lnTo>
                  <a:pt x="2004" y="12068"/>
                </a:lnTo>
                <a:lnTo>
                  <a:pt x="2004" y="7193"/>
                </a:lnTo>
                <a:cubicBezTo>
                  <a:pt x="2718" y="7007"/>
                  <a:pt x="3241" y="6337"/>
                  <a:pt x="3203" y="5554"/>
                </a:cubicBezTo>
                <a:cubicBezTo>
                  <a:pt x="3162" y="4734"/>
                  <a:pt x="2500" y="4068"/>
                  <a:pt x="1679" y="4029"/>
                </a:cubicBezTo>
                <a:cubicBezTo>
                  <a:pt x="1654" y="4027"/>
                  <a:pt x="1629" y="4027"/>
                  <a:pt x="1604" y="4027"/>
                </a:cubicBezTo>
                <a:cubicBezTo>
                  <a:pt x="721" y="4027"/>
                  <a:pt x="1" y="4748"/>
                  <a:pt x="1" y="5636"/>
                </a:cubicBezTo>
                <a:cubicBezTo>
                  <a:pt x="1" y="6384"/>
                  <a:pt x="512" y="7013"/>
                  <a:pt x="1202" y="7193"/>
                </a:cubicBezTo>
                <a:lnTo>
                  <a:pt x="1202" y="12869"/>
                </a:lnTo>
                <a:lnTo>
                  <a:pt x="4405" y="12869"/>
                </a:lnTo>
                <a:lnTo>
                  <a:pt x="4405" y="13669"/>
                </a:lnTo>
                <a:lnTo>
                  <a:pt x="9264" y="13669"/>
                </a:lnTo>
                <a:lnTo>
                  <a:pt x="9264" y="12869"/>
                </a:lnTo>
                <a:lnTo>
                  <a:pt x="12468" y="12869"/>
                </a:lnTo>
                <a:lnTo>
                  <a:pt x="12468" y="8036"/>
                </a:lnTo>
                <a:lnTo>
                  <a:pt x="13669" y="8036"/>
                </a:lnTo>
                <a:lnTo>
                  <a:pt x="13669" y="5634"/>
                </a:lnTo>
                <a:lnTo>
                  <a:pt x="12468" y="5634"/>
                </a:lnTo>
                <a:lnTo>
                  <a:pt x="12468" y="801"/>
                </a:lnTo>
                <a:lnTo>
                  <a:pt x="9264" y="801"/>
                </a:lnTo>
                <a:lnTo>
                  <a:pt x="926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852" name="Google Shape;852;p56"/>
          <p:cNvGrpSpPr/>
          <p:nvPr/>
        </p:nvGrpSpPr>
        <p:grpSpPr>
          <a:xfrm>
            <a:off x="10726197" y="2885582"/>
            <a:ext cx="356353" cy="505417"/>
            <a:chOff x="8044647" y="2164186"/>
            <a:chExt cx="267265" cy="379063"/>
          </a:xfrm>
        </p:grpSpPr>
        <p:sp>
          <p:nvSpPr>
            <p:cNvPr id="853" name="Google Shape;853;p56"/>
            <p:cNvSpPr/>
            <p:nvPr/>
          </p:nvSpPr>
          <p:spPr>
            <a:xfrm>
              <a:off x="8111248" y="2231536"/>
              <a:ext cx="134035" cy="66657"/>
            </a:xfrm>
            <a:custGeom>
              <a:avLst/>
              <a:gdLst/>
              <a:ahLst/>
              <a:cxnLst/>
              <a:rect l="l" t="t" r="r" b="b"/>
              <a:pathLst>
                <a:path w="4834" h="2404" extrusionOk="0">
                  <a:moveTo>
                    <a:pt x="0" y="1"/>
                  </a:moveTo>
                  <a:lnTo>
                    <a:pt x="0" y="2404"/>
                  </a:lnTo>
                  <a:lnTo>
                    <a:pt x="4833" y="2404"/>
                  </a:lnTo>
                  <a:lnTo>
                    <a:pt x="483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54" name="Google Shape;854;p56"/>
            <p:cNvSpPr/>
            <p:nvPr/>
          </p:nvSpPr>
          <p:spPr>
            <a:xfrm>
              <a:off x="8044647" y="2164186"/>
              <a:ext cx="267265" cy="379063"/>
            </a:xfrm>
            <a:custGeom>
              <a:avLst/>
              <a:gdLst/>
              <a:ahLst/>
              <a:cxnLst/>
              <a:rect l="l" t="t" r="r" b="b"/>
              <a:pathLst>
                <a:path w="9639" h="13671" extrusionOk="0">
                  <a:moveTo>
                    <a:pt x="8036" y="1603"/>
                  </a:moveTo>
                  <a:lnTo>
                    <a:pt x="8036" y="5634"/>
                  </a:lnTo>
                  <a:lnTo>
                    <a:pt x="1602" y="5634"/>
                  </a:lnTo>
                  <a:lnTo>
                    <a:pt x="1602" y="1603"/>
                  </a:lnTo>
                  <a:close/>
                  <a:moveTo>
                    <a:pt x="8036" y="7235"/>
                  </a:moveTo>
                  <a:lnTo>
                    <a:pt x="8036" y="8037"/>
                  </a:lnTo>
                  <a:lnTo>
                    <a:pt x="5633" y="8037"/>
                  </a:lnTo>
                  <a:lnTo>
                    <a:pt x="5633" y="7235"/>
                  </a:lnTo>
                  <a:close/>
                  <a:moveTo>
                    <a:pt x="3231" y="6434"/>
                  </a:moveTo>
                  <a:lnTo>
                    <a:pt x="3231" y="7235"/>
                  </a:lnTo>
                  <a:lnTo>
                    <a:pt x="4031" y="7235"/>
                  </a:lnTo>
                  <a:lnTo>
                    <a:pt x="4031" y="8037"/>
                  </a:lnTo>
                  <a:lnTo>
                    <a:pt x="3203" y="8037"/>
                  </a:lnTo>
                  <a:lnTo>
                    <a:pt x="3203" y="8837"/>
                  </a:lnTo>
                  <a:lnTo>
                    <a:pt x="2402" y="8837"/>
                  </a:lnTo>
                  <a:lnTo>
                    <a:pt x="2402" y="8037"/>
                  </a:lnTo>
                  <a:lnTo>
                    <a:pt x="1602" y="8037"/>
                  </a:lnTo>
                  <a:lnTo>
                    <a:pt x="1602" y="7235"/>
                  </a:lnTo>
                  <a:lnTo>
                    <a:pt x="2402" y="7235"/>
                  </a:lnTo>
                  <a:lnTo>
                    <a:pt x="2402" y="6434"/>
                  </a:lnTo>
                  <a:close/>
                  <a:moveTo>
                    <a:pt x="8036" y="9638"/>
                  </a:moveTo>
                  <a:lnTo>
                    <a:pt x="8036" y="10439"/>
                  </a:lnTo>
                  <a:lnTo>
                    <a:pt x="5633" y="10439"/>
                  </a:lnTo>
                  <a:lnTo>
                    <a:pt x="5633" y="9638"/>
                  </a:lnTo>
                  <a:close/>
                  <a:moveTo>
                    <a:pt x="3432" y="9718"/>
                  </a:moveTo>
                  <a:lnTo>
                    <a:pt x="4001" y="10287"/>
                  </a:lnTo>
                  <a:lnTo>
                    <a:pt x="3432" y="10855"/>
                  </a:lnTo>
                  <a:lnTo>
                    <a:pt x="4001" y="11423"/>
                  </a:lnTo>
                  <a:lnTo>
                    <a:pt x="3432" y="11993"/>
                  </a:lnTo>
                  <a:lnTo>
                    <a:pt x="2863" y="11423"/>
                  </a:lnTo>
                  <a:lnTo>
                    <a:pt x="2294" y="11993"/>
                  </a:lnTo>
                  <a:lnTo>
                    <a:pt x="1726" y="11423"/>
                  </a:lnTo>
                  <a:lnTo>
                    <a:pt x="2294" y="10855"/>
                  </a:lnTo>
                  <a:lnTo>
                    <a:pt x="1726" y="10287"/>
                  </a:lnTo>
                  <a:lnTo>
                    <a:pt x="2294" y="9718"/>
                  </a:lnTo>
                  <a:lnTo>
                    <a:pt x="2863" y="10287"/>
                  </a:lnTo>
                  <a:lnTo>
                    <a:pt x="3432" y="9718"/>
                  </a:lnTo>
                  <a:close/>
                  <a:moveTo>
                    <a:pt x="8036" y="11267"/>
                  </a:moveTo>
                  <a:lnTo>
                    <a:pt x="8036" y="12067"/>
                  </a:lnTo>
                  <a:lnTo>
                    <a:pt x="5633" y="12067"/>
                  </a:lnTo>
                  <a:lnTo>
                    <a:pt x="5633" y="11267"/>
                  </a:lnTo>
                  <a:close/>
                  <a:moveTo>
                    <a:pt x="1" y="0"/>
                  </a:moveTo>
                  <a:lnTo>
                    <a:pt x="1" y="13670"/>
                  </a:lnTo>
                  <a:lnTo>
                    <a:pt x="9638" y="13670"/>
                  </a:lnTo>
                  <a:lnTo>
                    <a:pt x="963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855" name="Google Shape;855;p56"/>
          <p:cNvGrpSpPr/>
          <p:nvPr/>
        </p:nvGrpSpPr>
        <p:grpSpPr>
          <a:xfrm>
            <a:off x="8563747" y="2885582"/>
            <a:ext cx="505343" cy="505417"/>
            <a:chOff x="6422810" y="2164186"/>
            <a:chExt cx="379007" cy="379063"/>
          </a:xfrm>
        </p:grpSpPr>
        <p:sp>
          <p:nvSpPr>
            <p:cNvPr id="856" name="Google Shape;856;p56"/>
            <p:cNvSpPr/>
            <p:nvPr/>
          </p:nvSpPr>
          <p:spPr>
            <a:xfrm>
              <a:off x="6422810" y="2164186"/>
              <a:ext cx="379007" cy="379063"/>
            </a:xfrm>
            <a:custGeom>
              <a:avLst/>
              <a:gdLst/>
              <a:ahLst/>
              <a:cxnLst/>
              <a:rect l="l" t="t" r="r" b="b"/>
              <a:pathLst>
                <a:path w="13669" h="13671" extrusionOk="0">
                  <a:moveTo>
                    <a:pt x="6434" y="1626"/>
                  </a:moveTo>
                  <a:lnTo>
                    <a:pt x="6434" y="6434"/>
                  </a:lnTo>
                  <a:lnTo>
                    <a:pt x="1625" y="6434"/>
                  </a:lnTo>
                  <a:cubicBezTo>
                    <a:pt x="1820" y="3873"/>
                    <a:pt x="3872" y="1822"/>
                    <a:pt x="6434" y="1626"/>
                  </a:cubicBezTo>
                  <a:close/>
                  <a:moveTo>
                    <a:pt x="12044" y="7235"/>
                  </a:moveTo>
                  <a:cubicBezTo>
                    <a:pt x="11848" y="9797"/>
                    <a:pt x="9797" y="11848"/>
                    <a:pt x="7235" y="12044"/>
                  </a:cubicBezTo>
                  <a:lnTo>
                    <a:pt x="7235" y="7235"/>
                  </a:lnTo>
                  <a:close/>
                  <a:moveTo>
                    <a:pt x="6434" y="0"/>
                  </a:moveTo>
                  <a:lnTo>
                    <a:pt x="6434" y="842"/>
                  </a:lnTo>
                  <a:cubicBezTo>
                    <a:pt x="3424" y="1037"/>
                    <a:pt x="1015" y="3432"/>
                    <a:pt x="818" y="6434"/>
                  </a:cubicBezTo>
                  <a:lnTo>
                    <a:pt x="0" y="6434"/>
                  </a:lnTo>
                  <a:lnTo>
                    <a:pt x="0" y="7236"/>
                  </a:lnTo>
                  <a:lnTo>
                    <a:pt x="6434" y="7236"/>
                  </a:lnTo>
                  <a:lnTo>
                    <a:pt x="6434" y="13670"/>
                  </a:lnTo>
                  <a:lnTo>
                    <a:pt x="7235" y="13670"/>
                  </a:lnTo>
                  <a:lnTo>
                    <a:pt x="7235" y="12829"/>
                  </a:lnTo>
                  <a:cubicBezTo>
                    <a:pt x="10244" y="12633"/>
                    <a:pt x="12653" y="10237"/>
                    <a:pt x="12850" y="7235"/>
                  </a:cubicBezTo>
                  <a:lnTo>
                    <a:pt x="13668" y="7235"/>
                  </a:lnTo>
                  <a:lnTo>
                    <a:pt x="13668" y="6434"/>
                  </a:lnTo>
                  <a:lnTo>
                    <a:pt x="7235" y="6434"/>
                  </a:lnTo>
                  <a:lnTo>
                    <a:pt x="723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57" name="Google Shape;857;p56"/>
            <p:cNvSpPr/>
            <p:nvPr/>
          </p:nvSpPr>
          <p:spPr>
            <a:xfrm>
              <a:off x="6459493" y="2389028"/>
              <a:ext cx="63108" cy="63108"/>
            </a:xfrm>
            <a:custGeom>
              <a:avLst/>
              <a:gdLst/>
              <a:ahLst/>
              <a:cxnLst/>
              <a:rect l="l" t="t" r="r" b="b"/>
              <a:pathLst>
                <a:path w="2276" h="2276" extrusionOk="0">
                  <a:moveTo>
                    <a:pt x="569" y="1"/>
                  </a:moveTo>
                  <a:lnTo>
                    <a:pt x="1" y="569"/>
                  </a:lnTo>
                  <a:lnTo>
                    <a:pt x="569" y="1137"/>
                  </a:lnTo>
                  <a:lnTo>
                    <a:pt x="1" y="1707"/>
                  </a:lnTo>
                  <a:lnTo>
                    <a:pt x="569" y="2275"/>
                  </a:lnTo>
                  <a:lnTo>
                    <a:pt x="1137" y="1707"/>
                  </a:lnTo>
                  <a:lnTo>
                    <a:pt x="1707" y="2275"/>
                  </a:lnTo>
                  <a:lnTo>
                    <a:pt x="2275" y="1707"/>
                  </a:lnTo>
                  <a:lnTo>
                    <a:pt x="1707" y="1137"/>
                  </a:lnTo>
                  <a:lnTo>
                    <a:pt x="2275" y="569"/>
                  </a:lnTo>
                  <a:lnTo>
                    <a:pt x="1707" y="1"/>
                  </a:lnTo>
                  <a:lnTo>
                    <a:pt x="1137" y="569"/>
                  </a:lnTo>
                  <a:lnTo>
                    <a:pt x="5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56"/>
            <p:cNvSpPr/>
            <p:nvPr/>
          </p:nvSpPr>
          <p:spPr>
            <a:xfrm>
              <a:off x="6660129" y="2178604"/>
              <a:ext cx="63108" cy="63080"/>
            </a:xfrm>
            <a:custGeom>
              <a:avLst/>
              <a:gdLst/>
              <a:ahLst/>
              <a:cxnLst/>
              <a:rect l="l" t="t" r="r" b="b"/>
              <a:pathLst>
                <a:path w="2276" h="2275" extrusionOk="0">
                  <a:moveTo>
                    <a:pt x="570" y="0"/>
                  </a:moveTo>
                  <a:lnTo>
                    <a:pt x="1" y="569"/>
                  </a:lnTo>
                  <a:lnTo>
                    <a:pt x="570" y="1137"/>
                  </a:lnTo>
                  <a:lnTo>
                    <a:pt x="1" y="1707"/>
                  </a:lnTo>
                  <a:lnTo>
                    <a:pt x="570" y="2275"/>
                  </a:lnTo>
                  <a:lnTo>
                    <a:pt x="1139" y="1707"/>
                  </a:lnTo>
                  <a:lnTo>
                    <a:pt x="1707" y="2275"/>
                  </a:lnTo>
                  <a:lnTo>
                    <a:pt x="2275" y="1707"/>
                  </a:lnTo>
                  <a:lnTo>
                    <a:pt x="1707" y="1137"/>
                  </a:lnTo>
                  <a:lnTo>
                    <a:pt x="2275" y="569"/>
                  </a:lnTo>
                  <a:lnTo>
                    <a:pt x="1707" y="0"/>
                  </a:lnTo>
                  <a:lnTo>
                    <a:pt x="1139" y="569"/>
                  </a:lnTo>
                  <a:lnTo>
                    <a:pt x="5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59" name="Google Shape;859;p56"/>
            <p:cNvSpPr/>
            <p:nvPr/>
          </p:nvSpPr>
          <p:spPr>
            <a:xfrm>
              <a:off x="6723764" y="2253386"/>
              <a:ext cx="66906" cy="66906"/>
            </a:xfrm>
            <a:custGeom>
              <a:avLst/>
              <a:gdLst/>
              <a:ahLst/>
              <a:cxnLst/>
              <a:rect l="l" t="t" r="r" b="b"/>
              <a:pathLst>
                <a:path w="2413" h="2413" extrusionOk="0">
                  <a:moveTo>
                    <a:pt x="1206" y="0"/>
                  </a:moveTo>
                  <a:cubicBezTo>
                    <a:pt x="540" y="0"/>
                    <a:pt x="1" y="539"/>
                    <a:pt x="1" y="1205"/>
                  </a:cubicBezTo>
                  <a:cubicBezTo>
                    <a:pt x="1" y="1872"/>
                    <a:pt x="540" y="2412"/>
                    <a:pt x="1206" y="2412"/>
                  </a:cubicBezTo>
                  <a:cubicBezTo>
                    <a:pt x="1872" y="2412"/>
                    <a:pt x="2413" y="1872"/>
                    <a:pt x="2413" y="1205"/>
                  </a:cubicBezTo>
                  <a:cubicBezTo>
                    <a:pt x="2413" y="539"/>
                    <a:pt x="1872" y="0"/>
                    <a:pt x="12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60" name="Google Shape;860;p56"/>
            <p:cNvSpPr/>
            <p:nvPr/>
          </p:nvSpPr>
          <p:spPr>
            <a:xfrm>
              <a:off x="6511954" y="2465140"/>
              <a:ext cx="66906" cy="66906"/>
            </a:xfrm>
            <a:custGeom>
              <a:avLst/>
              <a:gdLst/>
              <a:ahLst/>
              <a:cxnLst/>
              <a:rect l="l" t="t" r="r" b="b"/>
              <a:pathLst>
                <a:path w="2413" h="2413" extrusionOk="0">
                  <a:moveTo>
                    <a:pt x="1207" y="1"/>
                  </a:moveTo>
                  <a:cubicBezTo>
                    <a:pt x="541" y="1"/>
                    <a:pt x="1" y="541"/>
                    <a:pt x="1" y="1208"/>
                  </a:cubicBezTo>
                  <a:cubicBezTo>
                    <a:pt x="1" y="1874"/>
                    <a:pt x="541" y="2413"/>
                    <a:pt x="1207" y="2413"/>
                  </a:cubicBezTo>
                  <a:cubicBezTo>
                    <a:pt x="1873" y="2413"/>
                    <a:pt x="2413" y="1874"/>
                    <a:pt x="2413" y="1208"/>
                  </a:cubicBezTo>
                  <a:cubicBezTo>
                    <a:pt x="2413" y="541"/>
                    <a:pt x="1873" y="1"/>
                    <a:pt x="1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61" name="Google Shape;861;p56"/>
            <p:cNvSpPr/>
            <p:nvPr/>
          </p:nvSpPr>
          <p:spPr>
            <a:xfrm>
              <a:off x="6534552" y="2253746"/>
              <a:ext cx="44475" cy="66657"/>
            </a:xfrm>
            <a:custGeom>
              <a:avLst/>
              <a:gdLst/>
              <a:ahLst/>
              <a:cxnLst/>
              <a:rect l="l" t="t" r="r" b="b"/>
              <a:pathLst>
                <a:path w="1604" h="2404" extrusionOk="0">
                  <a:moveTo>
                    <a:pt x="1" y="0"/>
                  </a:moveTo>
                  <a:lnTo>
                    <a:pt x="1" y="2404"/>
                  </a:lnTo>
                  <a:lnTo>
                    <a:pt x="801" y="2404"/>
                  </a:lnTo>
                  <a:lnTo>
                    <a:pt x="801" y="1603"/>
                  </a:lnTo>
                  <a:lnTo>
                    <a:pt x="1603" y="1603"/>
                  </a:lnTo>
                  <a:lnTo>
                    <a:pt x="1603" y="802"/>
                  </a:lnTo>
                  <a:lnTo>
                    <a:pt x="801" y="802"/>
                  </a:lnTo>
                  <a:lnTo>
                    <a:pt x="8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62" name="Google Shape;862;p56"/>
            <p:cNvSpPr/>
            <p:nvPr/>
          </p:nvSpPr>
          <p:spPr>
            <a:xfrm>
              <a:off x="6645600" y="2387004"/>
              <a:ext cx="22265" cy="22237"/>
            </a:xfrm>
            <a:custGeom>
              <a:avLst/>
              <a:gdLst/>
              <a:ahLst/>
              <a:cxnLst/>
              <a:rect l="l" t="t" r="r" b="b"/>
              <a:pathLst>
                <a:path w="803" h="802" extrusionOk="0">
                  <a:moveTo>
                    <a:pt x="0" y="1"/>
                  </a:moveTo>
                  <a:lnTo>
                    <a:pt x="0" y="801"/>
                  </a:lnTo>
                  <a:lnTo>
                    <a:pt x="802" y="801"/>
                  </a:lnTo>
                  <a:lnTo>
                    <a:pt x="8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63" name="Google Shape;863;p56"/>
            <p:cNvSpPr/>
            <p:nvPr/>
          </p:nvSpPr>
          <p:spPr>
            <a:xfrm>
              <a:off x="6690020" y="2387004"/>
              <a:ext cx="22237" cy="22237"/>
            </a:xfrm>
            <a:custGeom>
              <a:avLst/>
              <a:gdLst/>
              <a:ahLst/>
              <a:cxnLst/>
              <a:rect l="l" t="t" r="r" b="b"/>
              <a:pathLst>
                <a:path w="802" h="802" extrusionOk="0">
                  <a:moveTo>
                    <a:pt x="1" y="1"/>
                  </a:moveTo>
                  <a:lnTo>
                    <a:pt x="1" y="801"/>
                  </a:lnTo>
                  <a:lnTo>
                    <a:pt x="801" y="801"/>
                  </a:lnTo>
                  <a:lnTo>
                    <a:pt x="8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56"/>
            <p:cNvSpPr/>
            <p:nvPr/>
          </p:nvSpPr>
          <p:spPr>
            <a:xfrm>
              <a:off x="6667838" y="2431396"/>
              <a:ext cx="22210" cy="22237"/>
            </a:xfrm>
            <a:custGeom>
              <a:avLst/>
              <a:gdLst/>
              <a:ahLst/>
              <a:cxnLst/>
              <a:rect l="l" t="t" r="r" b="b"/>
              <a:pathLst>
                <a:path w="801" h="802" extrusionOk="0">
                  <a:moveTo>
                    <a:pt x="0" y="1"/>
                  </a:moveTo>
                  <a:lnTo>
                    <a:pt x="0" y="802"/>
                  </a:lnTo>
                  <a:lnTo>
                    <a:pt x="801" y="802"/>
                  </a:lnTo>
                  <a:lnTo>
                    <a:pt x="8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865" name="Google Shape;865;p56"/>
          <p:cNvGrpSpPr/>
          <p:nvPr/>
        </p:nvGrpSpPr>
        <p:grpSpPr>
          <a:xfrm>
            <a:off x="7475535" y="2885582"/>
            <a:ext cx="297091" cy="505343"/>
            <a:chOff x="5606651" y="2164186"/>
            <a:chExt cx="222818" cy="379007"/>
          </a:xfrm>
        </p:grpSpPr>
        <p:sp>
          <p:nvSpPr>
            <p:cNvPr id="866" name="Google Shape;866;p56"/>
            <p:cNvSpPr/>
            <p:nvPr/>
          </p:nvSpPr>
          <p:spPr>
            <a:xfrm>
              <a:off x="5606651" y="2487683"/>
              <a:ext cx="222818" cy="55510"/>
            </a:xfrm>
            <a:custGeom>
              <a:avLst/>
              <a:gdLst/>
              <a:ahLst/>
              <a:cxnLst/>
              <a:rect l="l" t="t" r="r" b="b"/>
              <a:pathLst>
                <a:path w="8036" h="2002" extrusionOk="0">
                  <a:moveTo>
                    <a:pt x="804" y="0"/>
                  </a:moveTo>
                  <a:cubicBezTo>
                    <a:pt x="360" y="0"/>
                    <a:pt x="0" y="360"/>
                    <a:pt x="0" y="804"/>
                  </a:cubicBezTo>
                  <a:lnTo>
                    <a:pt x="0" y="2002"/>
                  </a:lnTo>
                  <a:lnTo>
                    <a:pt x="8035" y="2002"/>
                  </a:lnTo>
                  <a:lnTo>
                    <a:pt x="8035" y="804"/>
                  </a:lnTo>
                  <a:cubicBezTo>
                    <a:pt x="8035" y="360"/>
                    <a:pt x="7676" y="0"/>
                    <a:pt x="72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67" name="Google Shape;867;p56"/>
            <p:cNvSpPr/>
            <p:nvPr/>
          </p:nvSpPr>
          <p:spPr>
            <a:xfrm>
              <a:off x="5628833" y="2420305"/>
              <a:ext cx="178426" cy="44475"/>
            </a:xfrm>
            <a:custGeom>
              <a:avLst/>
              <a:gdLst/>
              <a:ahLst/>
              <a:cxnLst/>
              <a:rect l="l" t="t" r="r" b="b"/>
              <a:pathLst>
                <a:path w="6435" h="1604" extrusionOk="0">
                  <a:moveTo>
                    <a:pt x="804" y="1"/>
                  </a:moveTo>
                  <a:cubicBezTo>
                    <a:pt x="362" y="1"/>
                    <a:pt x="1" y="360"/>
                    <a:pt x="1" y="804"/>
                  </a:cubicBezTo>
                  <a:lnTo>
                    <a:pt x="1" y="1603"/>
                  </a:lnTo>
                  <a:lnTo>
                    <a:pt x="6435" y="1603"/>
                  </a:lnTo>
                  <a:lnTo>
                    <a:pt x="6435" y="804"/>
                  </a:lnTo>
                  <a:cubicBezTo>
                    <a:pt x="6435" y="360"/>
                    <a:pt x="6075" y="1"/>
                    <a:pt x="56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68" name="Google Shape;868;p56"/>
            <p:cNvSpPr/>
            <p:nvPr/>
          </p:nvSpPr>
          <p:spPr>
            <a:xfrm>
              <a:off x="5657836" y="2375830"/>
              <a:ext cx="120587" cy="22321"/>
            </a:xfrm>
            <a:custGeom>
              <a:avLst/>
              <a:gdLst/>
              <a:ahLst/>
              <a:cxnLst/>
              <a:rect l="l" t="t" r="r" b="b"/>
              <a:pathLst>
                <a:path w="4349" h="805" extrusionOk="0">
                  <a:moveTo>
                    <a:pt x="115" y="1"/>
                  </a:moveTo>
                  <a:lnTo>
                    <a:pt x="1" y="804"/>
                  </a:lnTo>
                  <a:lnTo>
                    <a:pt x="4349" y="804"/>
                  </a:lnTo>
                  <a:lnTo>
                    <a:pt x="4233" y="1"/>
                  </a:lnTo>
                  <a:cubicBezTo>
                    <a:pt x="4214" y="2"/>
                    <a:pt x="4195" y="3"/>
                    <a:pt x="4176" y="3"/>
                  </a:cubicBezTo>
                  <a:lnTo>
                    <a:pt x="172" y="3"/>
                  </a:lnTo>
                  <a:cubicBezTo>
                    <a:pt x="153" y="3"/>
                    <a:pt x="134" y="2"/>
                    <a:pt x="1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69" name="Google Shape;869;p56"/>
            <p:cNvSpPr/>
            <p:nvPr/>
          </p:nvSpPr>
          <p:spPr>
            <a:xfrm>
              <a:off x="5667901" y="2164186"/>
              <a:ext cx="101094" cy="88839"/>
            </a:xfrm>
            <a:custGeom>
              <a:avLst/>
              <a:gdLst/>
              <a:ahLst/>
              <a:cxnLst/>
              <a:rect l="l" t="t" r="r" b="b"/>
              <a:pathLst>
                <a:path w="3646" h="3204" extrusionOk="0">
                  <a:moveTo>
                    <a:pt x="1422" y="0"/>
                  </a:moveTo>
                  <a:lnTo>
                    <a:pt x="1422" y="849"/>
                  </a:lnTo>
                  <a:cubicBezTo>
                    <a:pt x="580" y="1052"/>
                    <a:pt x="0" y="1879"/>
                    <a:pt x="149" y="2776"/>
                  </a:cubicBezTo>
                  <a:lnTo>
                    <a:pt x="221" y="3204"/>
                  </a:lnTo>
                  <a:lnTo>
                    <a:pt x="3425" y="3204"/>
                  </a:lnTo>
                  <a:lnTo>
                    <a:pt x="3495" y="2776"/>
                  </a:lnTo>
                  <a:cubicBezTo>
                    <a:pt x="3645" y="1879"/>
                    <a:pt x="3064" y="1052"/>
                    <a:pt x="2222" y="849"/>
                  </a:cubicBezTo>
                  <a:lnTo>
                    <a:pt x="22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70" name="Google Shape;870;p56"/>
            <p:cNvSpPr/>
            <p:nvPr/>
          </p:nvSpPr>
          <p:spPr>
            <a:xfrm>
              <a:off x="5676885" y="2275983"/>
              <a:ext cx="82489" cy="22210"/>
            </a:xfrm>
            <a:custGeom>
              <a:avLst/>
              <a:gdLst/>
              <a:ahLst/>
              <a:cxnLst/>
              <a:rect l="l" t="t" r="r" b="b"/>
              <a:pathLst>
                <a:path w="2975" h="801" extrusionOk="0">
                  <a:moveTo>
                    <a:pt x="114" y="0"/>
                  </a:moveTo>
                  <a:lnTo>
                    <a:pt x="1" y="801"/>
                  </a:lnTo>
                  <a:lnTo>
                    <a:pt x="2975" y="801"/>
                  </a:lnTo>
                  <a:lnTo>
                    <a:pt x="286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71" name="Google Shape;871;p56"/>
            <p:cNvSpPr/>
            <p:nvPr/>
          </p:nvSpPr>
          <p:spPr>
            <a:xfrm>
              <a:off x="5645608" y="2320375"/>
              <a:ext cx="145015" cy="33328"/>
            </a:xfrm>
            <a:custGeom>
              <a:avLst/>
              <a:gdLst/>
              <a:ahLst/>
              <a:cxnLst/>
              <a:rect l="l" t="t" r="r" b="b"/>
              <a:pathLst>
                <a:path w="5230" h="1202" extrusionOk="0">
                  <a:moveTo>
                    <a:pt x="629" y="1"/>
                  </a:moveTo>
                  <a:cubicBezTo>
                    <a:pt x="303" y="1"/>
                    <a:pt x="24" y="255"/>
                    <a:pt x="12" y="581"/>
                  </a:cubicBezTo>
                  <a:cubicBezTo>
                    <a:pt x="1" y="922"/>
                    <a:pt x="274" y="1201"/>
                    <a:pt x="613" y="1201"/>
                  </a:cubicBezTo>
                  <a:lnTo>
                    <a:pt x="4601" y="1201"/>
                  </a:lnTo>
                  <a:cubicBezTo>
                    <a:pt x="4928" y="1201"/>
                    <a:pt x="5207" y="949"/>
                    <a:pt x="5218" y="621"/>
                  </a:cubicBezTo>
                  <a:cubicBezTo>
                    <a:pt x="5229" y="281"/>
                    <a:pt x="4956" y="1"/>
                    <a:pt x="46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872" name="Google Shape;872;p56"/>
          <p:cNvGrpSpPr/>
          <p:nvPr/>
        </p:nvGrpSpPr>
        <p:grpSpPr>
          <a:xfrm>
            <a:off x="9637985" y="2885028"/>
            <a:ext cx="505380" cy="505897"/>
            <a:chOff x="7228488" y="2163770"/>
            <a:chExt cx="379035" cy="379423"/>
          </a:xfrm>
        </p:grpSpPr>
        <p:sp>
          <p:nvSpPr>
            <p:cNvPr id="873" name="Google Shape;873;p56"/>
            <p:cNvSpPr/>
            <p:nvPr/>
          </p:nvSpPr>
          <p:spPr>
            <a:xfrm>
              <a:off x="7228488" y="2342585"/>
              <a:ext cx="379035" cy="200608"/>
            </a:xfrm>
            <a:custGeom>
              <a:avLst/>
              <a:gdLst/>
              <a:ahLst/>
              <a:cxnLst/>
              <a:rect l="l" t="t" r="r" b="b"/>
              <a:pathLst>
                <a:path w="13670" h="7235" extrusionOk="0">
                  <a:moveTo>
                    <a:pt x="4005" y="1603"/>
                  </a:moveTo>
                  <a:lnTo>
                    <a:pt x="4005" y="2403"/>
                  </a:lnTo>
                  <a:lnTo>
                    <a:pt x="1602" y="2403"/>
                  </a:lnTo>
                  <a:lnTo>
                    <a:pt x="1602" y="1603"/>
                  </a:lnTo>
                  <a:close/>
                  <a:moveTo>
                    <a:pt x="4005" y="3204"/>
                  </a:moveTo>
                  <a:lnTo>
                    <a:pt x="4005" y="4005"/>
                  </a:lnTo>
                  <a:lnTo>
                    <a:pt x="1602" y="4005"/>
                  </a:lnTo>
                  <a:lnTo>
                    <a:pt x="1602" y="3204"/>
                  </a:lnTo>
                  <a:close/>
                  <a:moveTo>
                    <a:pt x="10108" y="807"/>
                  </a:moveTo>
                  <a:lnTo>
                    <a:pt x="11814" y="1051"/>
                  </a:lnTo>
                  <a:lnTo>
                    <a:pt x="12056" y="2755"/>
                  </a:lnTo>
                  <a:lnTo>
                    <a:pt x="11262" y="2869"/>
                  </a:lnTo>
                  <a:lnTo>
                    <a:pt x="11187" y="2349"/>
                  </a:lnTo>
                  <a:lnTo>
                    <a:pt x="9272" y="4612"/>
                  </a:lnTo>
                  <a:lnTo>
                    <a:pt x="6873" y="2213"/>
                  </a:lnTo>
                  <a:lnTo>
                    <a:pt x="5745" y="3663"/>
                  </a:lnTo>
                  <a:lnTo>
                    <a:pt x="5110" y="3169"/>
                  </a:lnTo>
                  <a:lnTo>
                    <a:pt x="6797" y="1001"/>
                  </a:lnTo>
                  <a:lnTo>
                    <a:pt x="9222" y="3426"/>
                  </a:lnTo>
                  <a:lnTo>
                    <a:pt x="10682" y="1701"/>
                  </a:lnTo>
                  <a:lnTo>
                    <a:pt x="9994" y="1603"/>
                  </a:lnTo>
                  <a:lnTo>
                    <a:pt x="10108" y="807"/>
                  </a:lnTo>
                  <a:close/>
                  <a:moveTo>
                    <a:pt x="4005" y="4833"/>
                  </a:moveTo>
                  <a:lnTo>
                    <a:pt x="4005" y="5633"/>
                  </a:lnTo>
                  <a:lnTo>
                    <a:pt x="1602" y="5633"/>
                  </a:lnTo>
                  <a:lnTo>
                    <a:pt x="1602" y="4833"/>
                  </a:lnTo>
                  <a:close/>
                  <a:moveTo>
                    <a:pt x="1" y="0"/>
                  </a:moveTo>
                  <a:lnTo>
                    <a:pt x="1" y="7235"/>
                  </a:lnTo>
                  <a:lnTo>
                    <a:pt x="13669" y="7235"/>
                  </a:lnTo>
                  <a:lnTo>
                    <a:pt x="1366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74" name="Google Shape;874;p56"/>
            <p:cNvSpPr/>
            <p:nvPr/>
          </p:nvSpPr>
          <p:spPr>
            <a:xfrm>
              <a:off x="7228488" y="2163770"/>
              <a:ext cx="379035" cy="156633"/>
            </a:xfrm>
            <a:custGeom>
              <a:avLst/>
              <a:gdLst/>
              <a:ahLst/>
              <a:cxnLst/>
              <a:rect l="l" t="t" r="r" b="b"/>
              <a:pathLst>
                <a:path w="13670" h="5649" extrusionOk="0">
                  <a:moveTo>
                    <a:pt x="6809" y="808"/>
                  </a:moveTo>
                  <a:cubicBezTo>
                    <a:pt x="7129" y="808"/>
                    <a:pt x="7482" y="1304"/>
                    <a:pt x="7582" y="2018"/>
                  </a:cubicBezTo>
                  <a:lnTo>
                    <a:pt x="6036" y="2018"/>
                  </a:lnTo>
                  <a:cubicBezTo>
                    <a:pt x="6135" y="1304"/>
                    <a:pt x="6489" y="808"/>
                    <a:pt x="6809" y="808"/>
                  </a:cubicBezTo>
                  <a:close/>
                  <a:moveTo>
                    <a:pt x="10866" y="811"/>
                  </a:moveTo>
                  <a:cubicBezTo>
                    <a:pt x="11189" y="811"/>
                    <a:pt x="11544" y="1307"/>
                    <a:pt x="11644" y="2018"/>
                  </a:cubicBezTo>
                  <a:lnTo>
                    <a:pt x="12447" y="2018"/>
                  </a:lnTo>
                  <a:cubicBezTo>
                    <a:pt x="12460" y="2148"/>
                    <a:pt x="12468" y="2284"/>
                    <a:pt x="12468" y="2421"/>
                  </a:cubicBezTo>
                  <a:cubicBezTo>
                    <a:pt x="12468" y="3779"/>
                    <a:pt x="11764" y="4842"/>
                    <a:pt x="10866" y="4842"/>
                  </a:cubicBezTo>
                  <a:lnTo>
                    <a:pt x="10866" y="4028"/>
                  </a:lnTo>
                  <a:cubicBezTo>
                    <a:pt x="11247" y="4028"/>
                    <a:pt x="11672" y="3340"/>
                    <a:pt x="11672" y="2420"/>
                  </a:cubicBezTo>
                  <a:cubicBezTo>
                    <a:pt x="11672" y="2280"/>
                    <a:pt x="11662" y="2145"/>
                    <a:pt x="11644" y="2018"/>
                  </a:cubicBezTo>
                  <a:lnTo>
                    <a:pt x="10089" y="2018"/>
                  </a:lnTo>
                  <a:cubicBezTo>
                    <a:pt x="10188" y="1307"/>
                    <a:pt x="10543" y="811"/>
                    <a:pt x="10866" y="811"/>
                  </a:cubicBezTo>
                  <a:close/>
                  <a:moveTo>
                    <a:pt x="2804" y="1"/>
                  </a:moveTo>
                  <a:cubicBezTo>
                    <a:pt x="1997" y="1"/>
                    <a:pt x="1348" y="860"/>
                    <a:pt x="1224" y="2018"/>
                  </a:cubicBezTo>
                  <a:lnTo>
                    <a:pt x="1" y="2018"/>
                  </a:lnTo>
                  <a:lnTo>
                    <a:pt x="1" y="5649"/>
                  </a:lnTo>
                  <a:lnTo>
                    <a:pt x="13669" y="5649"/>
                  </a:lnTo>
                  <a:lnTo>
                    <a:pt x="13669" y="2018"/>
                  </a:lnTo>
                  <a:lnTo>
                    <a:pt x="12457" y="2018"/>
                  </a:lnTo>
                  <a:cubicBezTo>
                    <a:pt x="12333" y="864"/>
                    <a:pt x="11678" y="8"/>
                    <a:pt x="10866" y="8"/>
                  </a:cubicBezTo>
                  <a:cubicBezTo>
                    <a:pt x="10054" y="8"/>
                    <a:pt x="9400" y="864"/>
                    <a:pt x="9275" y="2018"/>
                  </a:cubicBezTo>
                  <a:lnTo>
                    <a:pt x="8426" y="2018"/>
                  </a:lnTo>
                  <a:cubicBezTo>
                    <a:pt x="8441" y="2148"/>
                    <a:pt x="8448" y="2283"/>
                    <a:pt x="8448" y="2420"/>
                  </a:cubicBezTo>
                  <a:cubicBezTo>
                    <a:pt x="8448" y="3773"/>
                    <a:pt x="7739" y="4832"/>
                    <a:pt x="6835" y="4832"/>
                  </a:cubicBezTo>
                  <a:lnTo>
                    <a:pt x="6835" y="4028"/>
                  </a:lnTo>
                  <a:cubicBezTo>
                    <a:pt x="7216" y="4028"/>
                    <a:pt x="7642" y="3340"/>
                    <a:pt x="7642" y="2420"/>
                  </a:cubicBezTo>
                  <a:cubicBezTo>
                    <a:pt x="7642" y="2280"/>
                    <a:pt x="7631" y="2145"/>
                    <a:pt x="7614" y="2018"/>
                  </a:cubicBezTo>
                  <a:lnTo>
                    <a:pt x="8390" y="2018"/>
                  </a:lnTo>
                  <a:cubicBezTo>
                    <a:pt x="8265" y="860"/>
                    <a:pt x="7615" y="1"/>
                    <a:pt x="6809" y="1"/>
                  </a:cubicBezTo>
                  <a:cubicBezTo>
                    <a:pt x="6001" y="1"/>
                    <a:pt x="5352" y="860"/>
                    <a:pt x="5228" y="2018"/>
                  </a:cubicBezTo>
                  <a:lnTo>
                    <a:pt x="4385" y="2018"/>
                  </a:lnTo>
                  <a:cubicBezTo>
                    <a:pt x="4398" y="2150"/>
                    <a:pt x="4406" y="2284"/>
                    <a:pt x="4406" y="2421"/>
                  </a:cubicBezTo>
                  <a:cubicBezTo>
                    <a:pt x="4406" y="3779"/>
                    <a:pt x="3703" y="4842"/>
                    <a:pt x="2804" y="4842"/>
                  </a:cubicBezTo>
                  <a:lnTo>
                    <a:pt x="2804" y="4036"/>
                  </a:lnTo>
                  <a:cubicBezTo>
                    <a:pt x="3183" y="4036"/>
                    <a:pt x="3605" y="3345"/>
                    <a:pt x="3605" y="2421"/>
                  </a:cubicBezTo>
                  <a:cubicBezTo>
                    <a:pt x="3605" y="2281"/>
                    <a:pt x="3595" y="2147"/>
                    <a:pt x="3577" y="2018"/>
                  </a:cubicBezTo>
                  <a:lnTo>
                    <a:pt x="2032" y="2018"/>
                  </a:lnTo>
                  <a:cubicBezTo>
                    <a:pt x="2131" y="1304"/>
                    <a:pt x="2483" y="808"/>
                    <a:pt x="2804" y="808"/>
                  </a:cubicBezTo>
                  <a:cubicBezTo>
                    <a:pt x="3124" y="808"/>
                    <a:pt x="3478" y="1304"/>
                    <a:pt x="3577" y="2018"/>
                  </a:cubicBezTo>
                  <a:lnTo>
                    <a:pt x="4385" y="2018"/>
                  </a:lnTo>
                  <a:cubicBezTo>
                    <a:pt x="4261" y="860"/>
                    <a:pt x="3611" y="1"/>
                    <a:pt x="28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875" name="Google Shape;875;p56"/>
          <p:cNvGrpSpPr/>
          <p:nvPr/>
        </p:nvGrpSpPr>
        <p:grpSpPr>
          <a:xfrm>
            <a:off x="6387323" y="2885581"/>
            <a:ext cx="505343" cy="490555"/>
            <a:chOff x="4790492" y="2164186"/>
            <a:chExt cx="379007" cy="367916"/>
          </a:xfrm>
        </p:grpSpPr>
        <p:sp>
          <p:nvSpPr>
            <p:cNvPr id="876" name="Google Shape;876;p56"/>
            <p:cNvSpPr/>
            <p:nvPr/>
          </p:nvSpPr>
          <p:spPr>
            <a:xfrm>
              <a:off x="4790492" y="2309284"/>
              <a:ext cx="379007" cy="222818"/>
            </a:xfrm>
            <a:custGeom>
              <a:avLst/>
              <a:gdLst/>
              <a:ahLst/>
              <a:cxnLst/>
              <a:rect l="l" t="t" r="r" b="b"/>
              <a:pathLst>
                <a:path w="13669" h="8036" extrusionOk="0">
                  <a:moveTo>
                    <a:pt x="10465" y="0"/>
                  </a:moveTo>
                  <a:lnTo>
                    <a:pt x="10465" y="7235"/>
                  </a:lnTo>
                  <a:lnTo>
                    <a:pt x="9638" y="7235"/>
                  </a:lnTo>
                  <a:lnTo>
                    <a:pt x="9638" y="1601"/>
                  </a:lnTo>
                  <a:lnTo>
                    <a:pt x="7235" y="1601"/>
                  </a:lnTo>
                  <a:lnTo>
                    <a:pt x="7235" y="7235"/>
                  </a:lnTo>
                  <a:lnTo>
                    <a:pt x="6434" y="7235"/>
                  </a:lnTo>
                  <a:lnTo>
                    <a:pt x="6434" y="3204"/>
                  </a:lnTo>
                  <a:lnTo>
                    <a:pt x="4031" y="3204"/>
                  </a:lnTo>
                  <a:lnTo>
                    <a:pt x="4031" y="7235"/>
                  </a:lnTo>
                  <a:lnTo>
                    <a:pt x="3204" y="7235"/>
                  </a:lnTo>
                  <a:lnTo>
                    <a:pt x="3204" y="4431"/>
                  </a:lnTo>
                  <a:lnTo>
                    <a:pt x="801" y="4431"/>
                  </a:lnTo>
                  <a:lnTo>
                    <a:pt x="801" y="7235"/>
                  </a:lnTo>
                  <a:lnTo>
                    <a:pt x="1" y="7235"/>
                  </a:lnTo>
                  <a:lnTo>
                    <a:pt x="1" y="8035"/>
                  </a:lnTo>
                  <a:lnTo>
                    <a:pt x="13669" y="8035"/>
                  </a:lnTo>
                  <a:lnTo>
                    <a:pt x="13669" y="7235"/>
                  </a:lnTo>
                  <a:lnTo>
                    <a:pt x="12868" y="7235"/>
                  </a:lnTo>
                  <a:lnTo>
                    <a:pt x="128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77" name="Google Shape;877;p56"/>
            <p:cNvSpPr/>
            <p:nvPr/>
          </p:nvSpPr>
          <p:spPr>
            <a:xfrm>
              <a:off x="4809818" y="2164186"/>
              <a:ext cx="340910" cy="200664"/>
            </a:xfrm>
            <a:custGeom>
              <a:avLst/>
              <a:gdLst/>
              <a:ahLst/>
              <a:cxnLst/>
              <a:rect l="l" t="t" r="r" b="b"/>
              <a:pathLst>
                <a:path w="12295" h="7237" extrusionOk="0">
                  <a:moveTo>
                    <a:pt x="10971" y="1"/>
                  </a:moveTo>
                  <a:cubicBezTo>
                    <a:pt x="10663" y="1"/>
                    <a:pt x="10354" y="119"/>
                    <a:pt x="10119" y="354"/>
                  </a:cubicBezTo>
                  <a:cubicBezTo>
                    <a:pt x="9758" y="715"/>
                    <a:pt x="9675" y="1249"/>
                    <a:pt x="9868" y="1690"/>
                  </a:cubicBezTo>
                  <a:lnTo>
                    <a:pt x="8310" y="3150"/>
                  </a:lnTo>
                  <a:cubicBezTo>
                    <a:pt x="8136" y="3061"/>
                    <a:pt x="7946" y="3016"/>
                    <a:pt x="7755" y="3016"/>
                  </a:cubicBezTo>
                  <a:cubicBezTo>
                    <a:pt x="7472" y="3016"/>
                    <a:pt x="7188" y="3115"/>
                    <a:pt x="6962" y="3314"/>
                  </a:cubicBezTo>
                  <a:lnTo>
                    <a:pt x="5726" y="2620"/>
                  </a:lnTo>
                  <a:cubicBezTo>
                    <a:pt x="5792" y="2246"/>
                    <a:pt x="5679" y="1847"/>
                    <a:pt x="5391" y="1559"/>
                  </a:cubicBezTo>
                  <a:cubicBezTo>
                    <a:pt x="5157" y="1325"/>
                    <a:pt x="4848" y="1207"/>
                    <a:pt x="4539" y="1207"/>
                  </a:cubicBezTo>
                  <a:cubicBezTo>
                    <a:pt x="4231" y="1207"/>
                    <a:pt x="3922" y="1325"/>
                    <a:pt x="3686" y="1559"/>
                  </a:cubicBezTo>
                  <a:cubicBezTo>
                    <a:pt x="3298" y="1948"/>
                    <a:pt x="3231" y="2536"/>
                    <a:pt x="3483" y="2995"/>
                  </a:cubicBezTo>
                  <a:lnTo>
                    <a:pt x="1778" y="4913"/>
                  </a:lnTo>
                  <a:cubicBezTo>
                    <a:pt x="1633" y="4854"/>
                    <a:pt x="1478" y="4825"/>
                    <a:pt x="1324" y="4825"/>
                  </a:cubicBezTo>
                  <a:cubicBezTo>
                    <a:pt x="1015" y="4825"/>
                    <a:pt x="706" y="4943"/>
                    <a:pt x="471" y="5178"/>
                  </a:cubicBezTo>
                  <a:cubicBezTo>
                    <a:pt x="0" y="5648"/>
                    <a:pt x="0" y="6414"/>
                    <a:pt x="471" y="6884"/>
                  </a:cubicBezTo>
                  <a:cubicBezTo>
                    <a:pt x="705" y="7118"/>
                    <a:pt x="1014" y="7236"/>
                    <a:pt x="1323" y="7236"/>
                  </a:cubicBezTo>
                  <a:cubicBezTo>
                    <a:pt x="1632" y="7236"/>
                    <a:pt x="1941" y="7118"/>
                    <a:pt x="2176" y="6883"/>
                  </a:cubicBezTo>
                  <a:cubicBezTo>
                    <a:pt x="2564" y="6495"/>
                    <a:pt x="2632" y="5907"/>
                    <a:pt x="2379" y="5448"/>
                  </a:cubicBezTo>
                  <a:lnTo>
                    <a:pt x="4084" y="3530"/>
                  </a:lnTo>
                  <a:cubicBezTo>
                    <a:pt x="4230" y="3588"/>
                    <a:pt x="4385" y="3617"/>
                    <a:pt x="4540" y="3617"/>
                  </a:cubicBezTo>
                  <a:cubicBezTo>
                    <a:pt x="4823" y="3617"/>
                    <a:pt x="5106" y="3518"/>
                    <a:pt x="5333" y="3319"/>
                  </a:cubicBezTo>
                  <a:lnTo>
                    <a:pt x="6567" y="4015"/>
                  </a:lnTo>
                  <a:cubicBezTo>
                    <a:pt x="6503" y="4389"/>
                    <a:pt x="6614" y="4786"/>
                    <a:pt x="6902" y="5074"/>
                  </a:cubicBezTo>
                  <a:cubicBezTo>
                    <a:pt x="7137" y="5309"/>
                    <a:pt x="7447" y="5428"/>
                    <a:pt x="7755" y="5428"/>
                  </a:cubicBezTo>
                  <a:cubicBezTo>
                    <a:pt x="8063" y="5428"/>
                    <a:pt x="8373" y="5309"/>
                    <a:pt x="8608" y="5074"/>
                  </a:cubicBezTo>
                  <a:cubicBezTo>
                    <a:pt x="8969" y="4713"/>
                    <a:pt x="9052" y="4178"/>
                    <a:pt x="8859" y="3737"/>
                  </a:cubicBezTo>
                  <a:lnTo>
                    <a:pt x="10417" y="2278"/>
                  </a:lnTo>
                  <a:cubicBezTo>
                    <a:pt x="10591" y="2367"/>
                    <a:pt x="10781" y="2412"/>
                    <a:pt x="10972" y="2412"/>
                  </a:cubicBezTo>
                  <a:cubicBezTo>
                    <a:pt x="11280" y="2412"/>
                    <a:pt x="11588" y="2294"/>
                    <a:pt x="11824" y="2059"/>
                  </a:cubicBezTo>
                  <a:cubicBezTo>
                    <a:pt x="12294" y="1590"/>
                    <a:pt x="12294" y="824"/>
                    <a:pt x="11824" y="354"/>
                  </a:cubicBezTo>
                  <a:cubicBezTo>
                    <a:pt x="11588" y="119"/>
                    <a:pt x="11280" y="1"/>
                    <a:pt x="109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878" name="Google Shape;878;p56"/>
          <p:cNvGrpSpPr/>
          <p:nvPr/>
        </p:nvGrpSpPr>
        <p:grpSpPr>
          <a:xfrm>
            <a:off x="5313049" y="2885582"/>
            <a:ext cx="505380" cy="505417"/>
            <a:chOff x="3984786" y="2164186"/>
            <a:chExt cx="379035" cy="379063"/>
          </a:xfrm>
        </p:grpSpPr>
        <p:sp>
          <p:nvSpPr>
            <p:cNvPr id="879" name="Google Shape;879;p56"/>
            <p:cNvSpPr/>
            <p:nvPr/>
          </p:nvSpPr>
          <p:spPr>
            <a:xfrm>
              <a:off x="3984786" y="2180213"/>
              <a:ext cx="113322" cy="340799"/>
            </a:xfrm>
            <a:custGeom>
              <a:avLst/>
              <a:gdLst/>
              <a:ahLst/>
              <a:cxnLst/>
              <a:rect l="l" t="t" r="r" b="b"/>
              <a:pathLst>
                <a:path w="4087" h="12291" extrusionOk="0">
                  <a:moveTo>
                    <a:pt x="3137" y="1"/>
                  </a:moveTo>
                  <a:lnTo>
                    <a:pt x="2471" y="446"/>
                  </a:lnTo>
                  <a:lnTo>
                    <a:pt x="2857" y="1025"/>
                  </a:lnTo>
                  <a:lnTo>
                    <a:pt x="1" y="1025"/>
                  </a:lnTo>
                  <a:lnTo>
                    <a:pt x="1" y="12290"/>
                  </a:lnTo>
                  <a:lnTo>
                    <a:pt x="4005" y="12290"/>
                  </a:lnTo>
                  <a:lnTo>
                    <a:pt x="4005" y="11489"/>
                  </a:lnTo>
                  <a:lnTo>
                    <a:pt x="803" y="11489"/>
                  </a:lnTo>
                  <a:lnTo>
                    <a:pt x="803" y="1825"/>
                  </a:lnTo>
                  <a:lnTo>
                    <a:pt x="2857" y="1825"/>
                  </a:lnTo>
                  <a:lnTo>
                    <a:pt x="2471" y="2404"/>
                  </a:lnTo>
                  <a:lnTo>
                    <a:pt x="3137" y="2848"/>
                  </a:lnTo>
                  <a:lnTo>
                    <a:pt x="4087" y="1425"/>
                  </a:lnTo>
                  <a:lnTo>
                    <a:pt x="31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80" name="Google Shape;880;p56"/>
            <p:cNvSpPr/>
            <p:nvPr/>
          </p:nvSpPr>
          <p:spPr>
            <a:xfrm>
              <a:off x="4118793" y="2164186"/>
              <a:ext cx="245028" cy="379063"/>
            </a:xfrm>
            <a:custGeom>
              <a:avLst/>
              <a:gdLst/>
              <a:ahLst/>
              <a:cxnLst/>
              <a:rect l="l" t="t" r="r" b="b"/>
              <a:pathLst>
                <a:path w="8837" h="13671" extrusionOk="0">
                  <a:moveTo>
                    <a:pt x="2402" y="1603"/>
                  </a:moveTo>
                  <a:lnTo>
                    <a:pt x="2402" y="2403"/>
                  </a:lnTo>
                  <a:lnTo>
                    <a:pt x="1602" y="2403"/>
                  </a:lnTo>
                  <a:lnTo>
                    <a:pt x="1602" y="1603"/>
                  </a:lnTo>
                  <a:close/>
                  <a:moveTo>
                    <a:pt x="4005" y="1603"/>
                  </a:moveTo>
                  <a:lnTo>
                    <a:pt x="4005" y="2403"/>
                  </a:lnTo>
                  <a:lnTo>
                    <a:pt x="3204" y="2403"/>
                  </a:lnTo>
                  <a:lnTo>
                    <a:pt x="3204" y="1603"/>
                  </a:lnTo>
                  <a:close/>
                  <a:moveTo>
                    <a:pt x="6407" y="4032"/>
                  </a:moveTo>
                  <a:lnTo>
                    <a:pt x="6407" y="4833"/>
                  </a:lnTo>
                  <a:lnTo>
                    <a:pt x="3204" y="4833"/>
                  </a:lnTo>
                  <a:lnTo>
                    <a:pt x="3204" y="4032"/>
                  </a:lnTo>
                  <a:close/>
                  <a:moveTo>
                    <a:pt x="5606" y="6434"/>
                  </a:moveTo>
                  <a:lnTo>
                    <a:pt x="5606" y="7235"/>
                  </a:lnTo>
                  <a:lnTo>
                    <a:pt x="4805" y="7235"/>
                  </a:lnTo>
                  <a:lnTo>
                    <a:pt x="4805" y="6434"/>
                  </a:lnTo>
                  <a:close/>
                  <a:moveTo>
                    <a:pt x="7235" y="6434"/>
                  </a:moveTo>
                  <a:lnTo>
                    <a:pt x="7235" y="7235"/>
                  </a:lnTo>
                  <a:lnTo>
                    <a:pt x="6434" y="7235"/>
                  </a:lnTo>
                  <a:lnTo>
                    <a:pt x="6434" y="6434"/>
                  </a:lnTo>
                  <a:close/>
                  <a:moveTo>
                    <a:pt x="6407" y="8837"/>
                  </a:moveTo>
                  <a:lnTo>
                    <a:pt x="6407" y="9638"/>
                  </a:lnTo>
                  <a:lnTo>
                    <a:pt x="3204" y="9638"/>
                  </a:lnTo>
                  <a:lnTo>
                    <a:pt x="3204" y="8837"/>
                  </a:lnTo>
                  <a:close/>
                  <a:moveTo>
                    <a:pt x="2402" y="11267"/>
                  </a:moveTo>
                  <a:lnTo>
                    <a:pt x="2402" y="12067"/>
                  </a:lnTo>
                  <a:lnTo>
                    <a:pt x="1602" y="12067"/>
                  </a:lnTo>
                  <a:lnTo>
                    <a:pt x="1602" y="11267"/>
                  </a:lnTo>
                  <a:close/>
                  <a:moveTo>
                    <a:pt x="4005" y="11267"/>
                  </a:moveTo>
                  <a:lnTo>
                    <a:pt x="4005" y="12067"/>
                  </a:lnTo>
                  <a:lnTo>
                    <a:pt x="3204" y="12067"/>
                  </a:lnTo>
                  <a:lnTo>
                    <a:pt x="3204" y="11267"/>
                  </a:lnTo>
                  <a:close/>
                  <a:moveTo>
                    <a:pt x="0" y="0"/>
                  </a:moveTo>
                  <a:lnTo>
                    <a:pt x="0" y="4032"/>
                  </a:lnTo>
                  <a:lnTo>
                    <a:pt x="2402" y="4032"/>
                  </a:lnTo>
                  <a:lnTo>
                    <a:pt x="2402" y="4833"/>
                  </a:lnTo>
                  <a:lnTo>
                    <a:pt x="0" y="4833"/>
                  </a:lnTo>
                  <a:lnTo>
                    <a:pt x="0" y="6434"/>
                  </a:lnTo>
                  <a:lnTo>
                    <a:pt x="3204" y="6434"/>
                  </a:lnTo>
                  <a:lnTo>
                    <a:pt x="3204" y="7236"/>
                  </a:lnTo>
                  <a:lnTo>
                    <a:pt x="0" y="7236"/>
                  </a:lnTo>
                  <a:lnTo>
                    <a:pt x="0" y="8837"/>
                  </a:lnTo>
                  <a:lnTo>
                    <a:pt x="2402" y="8837"/>
                  </a:lnTo>
                  <a:lnTo>
                    <a:pt x="2402" y="9638"/>
                  </a:lnTo>
                  <a:lnTo>
                    <a:pt x="0" y="9638"/>
                  </a:lnTo>
                  <a:lnTo>
                    <a:pt x="0" y="13670"/>
                  </a:lnTo>
                  <a:lnTo>
                    <a:pt x="8836" y="13670"/>
                  </a:lnTo>
                  <a:lnTo>
                    <a:pt x="8836" y="12067"/>
                  </a:lnTo>
                  <a:lnTo>
                    <a:pt x="5632" y="12067"/>
                  </a:lnTo>
                  <a:lnTo>
                    <a:pt x="5632" y="11267"/>
                  </a:lnTo>
                  <a:lnTo>
                    <a:pt x="8836" y="11267"/>
                  </a:lnTo>
                  <a:lnTo>
                    <a:pt x="8836" y="9638"/>
                  </a:lnTo>
                  <a:lnTo>
                    <a:pt x="7235" y="9638"/>
                  </a:lnTo>
                  <a:lnTo>
                    <a:pt x="7235" y="8837"/>
                  </a:lnTo>
                  <a:lnTo>
                    <a:pt x="8836" y="8837"/>
                  </a:lnTo>
                  <a:lnTo>
                    <a:pt x="8836" y="4833"/>
                  </a:lnTo>
                  <a:lnTo>
                    <a:pt x="7235" y="4833"/>
                  </a:lnTo>
                  <a:lnTo>
                    <a:pt x="7235" y="4031"/>
                  </a:lnTo>
                  <a:lnTo>
                    <a:pt x="8836" y="4031"/>
                  </a:lnTo>
                  <a:lnTo>
                    <a:pt x="8836" y="2403"/>
                  </a:lnTo>
                  <a:lnTo>
                    <a:pt x="5632" y="2403"/>
                  </a:lnTo>
                  <a:lnTo>
                    <a:pt x="5632" y="1601"/>
                  </a:lnTo>
                  <a:lnTo>
                    <a:pt x="8836" y="1601"/>
                  </a:lnTo>
                  <a:lnTo>
                    <a:pt x="88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881" name="Google Shape;881;p56"/>
          <p:cNvGrpSpPr/>
          <p:nvPr/>
        </p:nvGrpSpPr>
        <p:grpSpPr>
          <a:xfrm>
            <a:off x="4224837" y="2885582"/>
            <a:ext cx="506452" cy="505343"/>
            <a:chOff x="3168627" y="2164186"/>
            <a:chExt cx="379839" cy="379007"/>
          </a:xfrm>
        </p:grpSpPr>
        <p:sp>
          <p:nvSpPr>
            <p:cNvPr id="882" name="Google Shape;882;p56"/>
            <p:cNvSpPr/>
            <p:nvPr/>
          </p:nvSpPr>
          <p:spPr>
            <a:xfrm>
              <a:off x="3324345" y="2164186"/>
              <a:ext cx="67156" cy="133785"/>
            </a:xfrm>
            <a:custGeom>
              <a:avLst/>
              <a:gdLst/>
              <a:ahLst/>
              <a:cxnLst/>
              <a:rect l="l" t="t" r="r" b="b"/>
              <a:pathLst>
                <a:path w="2422" h="4825" extrusionOk="0">
                  <a:moveTo>
                    <a:pt x="1215" y="0"/>
                  </a:moveTo>
                  <a:cubicBezTo>
                    <a:pt x="550" y="0"/>
                    <a:pt x="10" y="542"/>
                    <a:pt x="10" y="1207"/>
                  </a:cubicBezTo>
                  <a:cubicBezTo>
                    <a:pt x="12" y="3696"/>
                    <a:pt x="1" y="3634"/>
                    <a:pt x="18" y="3769"/>
                  </a:cubicBezTo>
                  <a:cubicBezTo>
                    <a:pt x="93" y="4371"/>
                    <a:pt x="607" y="4824"/>
                    <a:pt x="1215" y="4824"/>
                  </a:cubicBezTo>
                  <a:cubicBezTo>
                    <a:pt x="1878" y="4824"/>
                    <a:pt x="2422" y="4287"/>
                    <a:pt x="2422" y="3619"/>
                  </a:cubicBezTo>
                  <a:lnTo>
                    <a:pt x="2422" y="1226"/>
                  </a:lnTo>
                  <a:cubicBezTo>
                    <a:pt x="2422" y="932"/>
                    <a:pt x="2322" y="644"/>
                    <a:pt x="2131" y="422"/>
                  </a:cubicBezTo>
                  <a:cubicBezTo>
                    <a:pt x="1897" y="151"/>
                    <a:pt x="1568" y="0"/>
                    <a:pt x="12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83" name="Google Shape;883;p56"/>
            <p:cNvSpPr/>
            <p:nvPr/>
          </p:nvSpPr>
          <p:spPr>
            <a:xfrm>
              <a:off x="3324484" y="2409408"/>
              <a:ext cx="67350" cy="133785"/>
            </a:xfrm>
            <a:custGeom>
              <a:avLst/>
              <a:gdLst/>
              <a:ahLst/>
              <a:cxnLst/>
              <a:rect l="l" t="t" r="r" b="b"/>
              <a:pathLst>
                <a:path w="2429" h="4825" extrusionOk="0">
                  <a:moveTo>
                    <a:pt x="1214" y="1"/>
                  </a:moveTo>
                  <a:cubicBezTo>
                    <a:pt x="606" y="1"/>
                    <a:pt x="94" y="455"/>
                    <a:pt x="18" y="1057"/>
                  </a:cubicBezTo>
                  <a:cubicBezTo>
                    <a:pt x="0" y="1190"/>
                    <a:pt x="12" y="1045"/>
                    <a:pt x="9" y="3619"/>
                  </a:cubicBezTo>
                  <a:cubicBezTo>
                    <a:pt x="9" y="4284"/>
                    <a:pt x="549" y="4825"/>
                    <a:pt x="1214" y="4825"/>
                  </a:cubicBezTo>
                  <a:cubicBezTo>
                    <a:pt x="1879" y="4825"/>
                    <a:pt x="2421" y="4284"/>
                    <a:pt x="2421" y="3619"/>
                  </a:cubicBezTo>
                  <a:cubicBezTo>
                    <a:pt x="2417" y="1123"/>
                    <a:pt x="2428" y="1193"/>
                    <a:pt x="2411" y="1057"/>
                  </a:cubicBezTo>
                  <a:cubicBezTo>
                    <a:pt x="2338" y="467"/>
                    <a:pt x="1835" y="1"/>
                    <a:pt x="12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84" name="Google Shape;884;p56"/>
            <p:cNvSpPr/>
            <p:nvPr/>
          </p:nvSpPr>
          <p:spPr>
            <a:xfrm>
              <a:off x="3168627" y="2320375"/>
              <a:ext cx="133785" cy="66934"/>
            </a:xfrm>
            <a:custGeom>
              <a:avLst/>
              <a:gdLst/>
              <a:ahLst/>
              <a:cxnLst/>
              <a:rect l="l" t="t" r="r" b="b"/>
              <a:pathLst>
                <a:path w="4825" h="2414" extrusionOk="0">
                  <a:moveTo>
                    <a:pt x="1208" y="1"/>
                  </a:moveTo>
                  <a:cubicBezTo>
                    <a:pt x="885" y="1"/>
                    <a:pt x="582" y="126"/>
                    <a:pt x="354" y="354"/>
                  </a:cubicBezTo>
                  <a:cubicBezTo>
                    <a:pt x="127" y="582"/>
                    <a:pt x="1" y="884"/>
                    <a:pt x="1" y="1207"/>
                  </a:cubicBezTo>
                  <a:cubicBezTo>
                    <a:pt x="1" y="1872"/>
                    <a:pt x="543" y="2413"/>
                    <a:pt x="1208" y="2413"/>
                  </a:cubicBezTo>
                  <a:cubicBezTo>
                    <a:pt x="1569" y="2412"/>
                    <a:pt x="1877" y="2412"/>
                    <a:pt x="2140" y="2412"/>
                  </a:cubicBezTo>
                  <a:cubicBezTo>
                    <a:pt x="2857" y="2412"/>
                    <a:pt x="3237" y="2413"/>
                    <a:pt x="3447" y="2413"/>
                  </a:cubicBezTo>
                  <a:cubicBezTo>
                    <a:pt x="3706" y="2413"/>
                    <a:pt x="3708" y="2411"/>
                    <a:pt x="3770" y="2404"/>
                  </a:cubicBezTo>
                  <a:cubicBezTo>
                    <a:pt x="4372" y="2328"/>
                    <a:pt x="4825" y="1814"/>
                    <a:pt x="4825" y="1207"/>
                  </a:cubicBezTo>
                  <a:cubicBezTo>
                    <a:pt x="4825" y="544"/>
                    <a:pt x="4287" y="1"/>
                    <a:pt x="36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85" name="Google Shape;885;p56"/>
            <p:cNvSpPr/>
            <p:nvPr/>
          </p:nvSpPr>
          <p:spPr>
            <a:xfrm>
              <a:off x="3414154" y="2320375"/>
              <a:ext cx="134312" cy="66657"/>
            </a:xfrm>
            <a:custGeom>
              <a:avLst/>
              <a:gdLst/>
              <a:ahLst/>
              <a:cxnLst/>
              <a:rect l="l" t="t" r="r" b="b"/>
              <a:pathLst>
                <a:path w="4844" h="2404" extrusionOk="0">
                  <a:moveTo>
                    <a:pt x="1202" y="1"/>
                  </a:moveTo>
                  <a:cubicBezTo>
                    <a:pt x="541" y="1"/>
                    <a:pt x="1" y="535"/>
                    <a:pt x="1" y="1201"/>
                  </a:cubicBezTo>
                  <a:cubicBezTo>
                    <a:pt x="1" y="1862"/>
                    <a:pt x="537" y="2404"/>
                    <a:pt x="1202" y="2404"/>
                  </a:cubicBezTo>
                  <a:lnTo>
                    <a:pt x="3605" y="2404"/>
                  </a:lnTo>
                  <a:cubicBezTo>
                    <a:pt x="4243" y="2404"/>
                    <a:pt x="4768" y="1903"/>
                    <a:pt x="4804" y="1273"/>
                  </a:cubicBezTo>
                  <a:cubicBezTo>
                    <a:pt x="4844" y="573"/>
                    <a:pt x="4280" y="1"/>
                    <a:pt x="35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86" name="Google Shape;886;p56"/>
            <p:cNvSpPr/>
            <p:nvPr/>
          </p:nvSpPr>
          <p:spPr>
            <a:xfrm>
              <a:off x="3200403" y="2195934"/>
              <a:ext cx="102342" cy="102342"/>
            </a:xfrm>
            <a:custGeom>
              <a:avLst/>
              <a:gdLst/>
              <a:ahLst/>
              <a:cxnLst/>
              <a:rect l="l" t="t" r="r" b="b"/>
              <a:pathLst>
                <a:path w="3691" h="3691" extrusionOk="0">
                  <a:moveTo>
                    <a:pt x="3680" y="1"/>
                  </a:moveTo>
                  <a:lnTo>
                    <a:pt x="3680" y="1"/>
                  </a:lnTo>
                  <a:cubicBezTo>
                    <a:pt x="1971" y="602"/>
                    <a:pt x="604" y="1970"/>
                    <a:pt x="0" y="3681"/>
                  </a:cubicBezTo>
                  <a:cubicBezTo>
                    <a:pt x="17" y="3681"/>
                    <a:pt x="592" y="3679"/>
                    <a:pt x="1206" y="3679"/>
                  </a:cubicBezTo>
                  <a:cubicBezTo>
                    <a:pt x="1871" y="3679"/>
                    <a:pt x="2581" y="3681"/>
                    <a:pt x="2675" y="3691"/>
                  </a:cubicBezTo>
                  <a:cubicBezTo>
                    <a:pt x="2943" y="3289"/>
                    <a:pt x="3289" y="2943"/>
                    <a:pt x="3691" y="2676"/>
                  </a:cubicBezTo>
                  <a:cubicBezTo>
                    <a:pt x="3672" y="2499"/>
                    <a:pt x="3680" y="30"/>
                    <a:pt x="36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87" name="Google Shape;887;p56"/>
            <p:cNvSpPr/>
            <p:nvPr/>
          </p:nvSpPr>
          <p:spPr>
            <a:xfrm>
              <a:off x="3200403" y="2409131"/>
              <a:ext cx="102342" cy="102342"/>
            </a:xfrm>
            <a:custGeom>
              <a:avLst/>
              <a:gdLst/>
              <a:ahLst/>
              <a:cxnLst/>
              <a:rect l="l" t="t" r="r" b="b"/>
              <a:pathLst>
                <a:path w="3691" h="3691" extrusionOk="0">
                  <a:moveTo>
                    <a:pt x="2675" y="0"/>
                  </a:moveTo>
                  <a:cubicBezTo>
                    <a:pt x="2589" y="10"/>
                    <a:pt x="1872" y="12"/>
                    <a:pt x="1202" y="12"/>
                  </a:cubicBezTo>
                  <a:cubicBezTo>
                    <a:pt x="583" y="12"/>
                    <a:pt x="5" y="10"/>
                    <a:pt x="0" y="9"/>
                  </a:cubicBezTo>
                  <a:lnTo>
                    <a:pt x="0" y="9"/>
                  </a:lnTo>
                  <a:cubicBezTo>
                    <a:pt x="604" y="1720"/>
                    <a:pt x="1970" y="3087"/>
                    <a:pt x="3680" y="3691"/>
                  </a:cubicBezTo>
                  <a:cubicBezTo>
                    <a:pt x="3680" y="3683"/>
                    <a:pt x="3673" y="1184"/>
                    <a:pt x="3691" y="1014"/>
                  </a:cubicBezTo>
                  <a:cubicBezTo>
                    <a:pt x="3289" y="747"/>
                    <a:pt x="2943" y="402"/>
                    <a:pt x="26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88" name="Google Shape;888;p56"/>
            <p:cNvSpPr/>
            <p:nvPr/>
          </p:nvSpPr>
          <p:spPr>
            <a:xfrm>
              <a:off x="3413600" y="2195934"/>
              <a:ext cx="102314" cy="102342"/>
            </a:xfrm>
            <a:custGeom>
              <a:avLst/>
              <a:gdLst/>
              <a:ahLst/>
              <a:cxnLst/>
              <a:rect l="l" t="t" r="r" b="b"/>
              <a:pathLst>
                <a:path w="3690" h="3691" extrusionOk="0">
                  <a:moveTo>
                    <a:pt x="9" y="1"/>
                  </a:moveTo>
                  <a:cubicBezTo>
                    <a:pt x="9" y="8"/>
                    <a:pt x="18" y="2510"/>
                    <a:pt x="0" y="2676"/>
                  </a:cubicBezTo>
                  <a:cubicBezTo>
                    <a:pt x="402" y="2943"/>
                    <a:pt x="747" y="3289"/>
                    <a:pt x="1014" y="3691"/>
                  </a:cubicBezTo>
                  <a:cubicBezTo>
                    <a:pt x="1105" y="3681"/>
                    <a:pt x="1122" y="3680"/>
                    <a:pt x="1434" y="3680"/>
                  </a:cubicBezTo>
                  <a:cubicBezTo>
                    <a:pt x="1629" y="3680"/>
                    <a:pt x="1940" y="3680"/>
                    <a:pt x="2457" y="3680"/>
                  </a:cubicBezTo>
                  <a:cubicBezTo>
                    <a:pt x="2767" y="3680"/>
                    <a:pt x="3151" y="3680"/>
                    <a:pt x="3629" y="3679"/>
                  </a:cubicBezTo>
                  <a:cubicBezTo>
                    <a:pt x="3650" y="3679"/>
                    <a:pt x="3670" y="3681"/>
                    <a:pt x="3689" y="3681"/>
                  </a:cubicBezTo>
                  <a:cubicBezTo>
                    <a:pt x="3087" y="1971"/>
                    <a:pt x="1720" y="604"/>
                    <a:pt x="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89" name="Google Shape;889;p56"/>
            <p:cNvSpPr/>
            <p:nvPr/>
          </p:nvSpPr>
          <p:spPr>
            <a:xfrm>
              <a:off x="3413600" y="2409131"/>
              <a:ext cx="102314" cy="102314"/>
            </a:xfrm>
            <a:custGeom>
              <a:avLst/>
              <a:gdLst/>
              <a:ahLst/>
              <a:cxnLst/>
              <a:rect l="l" t="t" r="r" b="b"/>
              <a:pathLst>
                <a:path w="3690" h="3690" extrusionOk="0">
                  <a:moveTo>
                    <a:pt x="1014" y="0"/>
                  </a:moveTo>
                  <a:cubicBezTo>
                    <a:pt x="747" y="402"/>
                    <a:pt x="402" y="747"/>
                    <a:pt x="0" y="1014"/>
                  </a:cubicBezTo>
                  <a:cubicBezTo>
                    <a:pt x="18" y="1182"/>
                    <a:pt x="9" y="3680"/>
                    <a:pt x="9" y="3689"/>
                  </a:cubicBezTo>
                  <a:cubicBezTo>
                    <a:pt x="1720" y="3087"/>
                    <a:pt x="3087" y="1720"/>
                    <a:pt x="3689" y="9"/>
                  </a:cubicBezTo>
                  <a:cubicBezTo>
                    <a:pt x="3686" y="9"/>
                    <a:pt x="3059" y="11"/>
                    <a:pt x="2412" y="11"/>
                  </a:cubicBezTo>
                  <a:cubicBezTo>
                    <a:pt x="1765" y="11"/>
                    <a:pt x="1098" y="9"/>
                    <a:pt x="10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890" name="Google Shape;890;p56"/>
          <p:cNvGrpSpPr/>
          <p:nvPr/>
        </p:nvGrpSpPr>
        <p:grpSpPr>
          <a:xfrm>
            <a:off x="3136662" y="2885582"/>
            <a:ext cx="460941" cy="505417"/>
            <a:chOff x="2352496" y="2164186"/>
            <a:chExt cx="345706" cy="379063"/>
          </a:xfrm>
        </p:grpSpPr>
        <p:sp>
          <p:nvSpPr>
            <p:cNvPr id="891" name="Google Shape;891;p56"/>
            <p:cNvSpPr/>
            <p:nvPr/>
          </p:nvSpPr>
          <p:spPr>
            <a:xfrm>
              <a:off x="2352496" y="2509865"/>
              <a:ext cx="245056" cy="33384"/>
            </a:xfrm>
            <a:custGeom>
              <a:avLst/>
              <a:gdLst/>
              <a:ahLst/>
              <a:cxnLst/>
              <a:rect l="l" t="t" r="r" b="b"/>
              <a:pathLst>
                <a:path w="8838" h="1204" extrusionOk="0">
                  <a:moveTo>
                    <a:pt x="0" y="1"/>
                  </a:moveTo>
                  <a:lnTo>
                    <a:pt x="0" y="1203"/>
                  </a:lnTo>
                  <a:lnTo>
                    <a:pt x="8837" y="1203"/>
                  </a:lnTo>
                  <a:lnTo>
                    <a:pt x="88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92" name="Google Shape;892;p56"/>
            <p:cNvSpPr/>
            <p:nvPr/>
          </p:nvSpPr>
          <p:spPr>
            <a:xfrm>
              <a:off x="2352496" y="2164186"/>
              <a:ext cx="245056" cy="33356"/>
            </a:xfrm>
            <a:custGeom>
              <a:avLst/>
              <a:gdLst/>
              <a:ahLst/>
              <a:cxnLst/>
              <a:rect l="l" t="t" r="r" b="b"/>
              <a:pathLst>
                <a:path w="8838" h="1203" extrusionOk="0">
                  <a:moveTo>
                    <a:pt x="0" y="0"/>
                  </a:moveTo>
                  <a:lnTo>
                    <a:pt x="0" y="1203"/>
                  </a:lnTo>
                  <a:lnTo>
                    <a:pt x="8837" y="1203"/>
                  </a:lnTo>
                  <a:lnTo>
                    <a:pt x="88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93" name="Google Shape;893;p56"/>
            <p:cNvSpPr/>
            <p:nvPr/>
          </p:nvSpPr>
          <p:spPr>
            <a:xfrm>
              <a:off x="2352496" y="2220445"/>
              <a:ext cx="245056" cy="267265"/>
            </a:xfrm>
            <a:custGeom>
              <a:avLst/>
              <a:gdLst/>
              <a:ahLst/>
              <a:cxnLst/>
              <a:rect l="l" t="t" r="r" b="b"/>
              <a:pathLst>
                <a:path w="8838" h="9639" extrusionOk="0">
                  <a:moveTo>
                    <a:pt x="3604" y="1201"/>
                  </a:moveTo>
                  <a:lnTo>
                    <a:pt x="3604" y="2003"/>
                  </a:lnTo>
                  <a:lnTo>
                    <a:pt x="1603" y="2003"/>
                  </a:lnTo>
                  <a:lnTo>
                    <a:pt x="1603" y="1201"/>
                  </a:lnTo>
                  <a:close/>
                  <a:moveTo>
                    <a:pt x="4405" y="2804"/>
                  </a:moveTo>
                  <a:lnTo>
                    <a:pt x="4405" y="3605"/>
                  </a:lnTo>
                  <a:lnTo>
                    <a:pt x="1603" y="3605"/>
                  </a:lnTo>
                  <a:lnTo>
                    <a:pt x="1603" y="2804"/>
                  </a:lnTo>
                  <a:close/>
                  <a:moveTo>
                    <a:pt x="4405" y="4405"/>
                  </a:moveTo>
                  <a:lnTo>
                    <a:pt x="4405" y="5206"/>
                  </a:lnTo>
                  <a:lnTo>
                    <a:pt x="1603" y="5206"/>
                  </a:lnTo>
                  <a:lnTo>
                    <a:pt x="1603" y="4405"/>
                  </a:lnTo>
                  <a:close/>
                  <a:moveTo>
                    <a:pt x="0" y="0"/>
                  </a:moveTo>
                  <a:lnTo>
                    <a:pt x="0" y="9638"/>
                  </a:lnTo>
                  <a:lnTo>
                    <a:pt x="8837" y="9638"/>
                  </a:lnTo>
                  <a:lnTo>
                    <a:pt x="8837" y="7664"/>
                  </a:lnTo>
                  <a:lnTo>
                    <a:pt x="7235" y="8732"/>
                  </a:lnTo>
                  <a:lnTo>
                    <a:pt x="7235" y="7235"/>
                  </a:lnTo>
                  <a:lnTo>
                    <a:pt x="6034" y="7235"/>
                  </a:lnTo>
                  <a:lnTo>
                    <a:pt x="6034" y="775"/>
                  </a:lnTo>
                  <a:lnTo>
                    <a:pt x="8837" y="775"/>
                  </a:lnTo>
                  <a:lnTo>
                    <a:pt x="88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94" name="Google Shape;894;p56"/>
            <p:cNvSpPr/>
            <p:nvPr/>
          </p:nvSpPr>
          <p:spPr>
            <a:xfrm>
              <a:off x="2541986" y="2264116"/>
              <a:ext cx="156217" cy="156300"/>
            </a:xfrm>
            <a:custGeom>
              <a:avLst/>
              <a:gdLst/>
              <a:ahLst/>
              <a:cxnLst/>
              <a:rect l="l" t="t" r="r" b="b"/>
              <a:pathLst>
                <a:path w="5634" h="5637" extrusionOk="0">
                  <a:moveTo>
                    <a:pt x="4405" y="1229"/>
                  </a:moveTo>
                  <a:lnTo>
                    <a:pt x="4405" y="2030"/>
                  </a:lnTo>
                  <a:lnTo>
                    <a:pt x="1203" y="2030"/>
                  </a:lnTo>
                  <a:lnTo>
                    <a:pt x="1203" y="1229"/>
                  </a:lnTo>
                  <a:close/>
                  <a:moveTo>
                    <a:pt x="4405" y="2830"/>
                  </a:moveTo>
                  <a:lnTo>
                    <a:pt x="4405" y="3631"/>
                  </a:lnTo>
                  <a:lnTo>
                    <a:pt x="1203" y="3631"/>
                  </a:lnTo>
                  <a:lnTo>
                    <a:pt x="1203" y="2830"/>
                  </a:lnTo>
                  <a:close/>
                  <a:moveTo>
                    <a:pt x="0" y="0"/>
                  </a:moveTo>
                  <a:lnTo>
                    <a:pt x="0" y="4833"/>
                  </a:lnTo>
                  <a:lnTo>
                    <a:pt x="1203" y="4833"/>
                  </a:lnTo>
                  <a:lnTo>
                    <a:pt x="1203" y="5637"/>
                  </a:lnTo>
                  <a:lnTo>
                    <a:pt x="2404" y="4833"/>
                  </a:lnTo>
                  <a:lnTo>
                    <a:pt x="5634" y="4833"/>
                  </a:lnTo>
                  <a:lnTo>
                    <a:pt x="563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895" name="Google Shape;895;p56"/>
          <p:cNvGrpSpPr/>
          <p:nvPr/>
        </p:nvGrpSpPr>
        <p:grpSpPr>
          <a:xfrm>
            <a:off x="2048560" y="2885692"/>
            <a:ext cx="505195" cy="505195"/>
            <a:chOff x="1536420" y="2164269"/>
            <a:chExt cx="378896" cy="378896"/>
          </a:xfrm>
        </p:grpSpPr>
        <p:sp>
          <p:nvSpPr>
            <p:cNvPr id="896" name="Google Shape;896;p56"/>
            <p:cNvSpPr/>
            <p:nvPr/>
          </p:nvSpPr>
          <p:spPr>
            <a:xfrm>
              <a:off x="1692692" y="2320542"/>
              <a:ext cx="66296" cy="66324"/>
            </a:xfrm>
            <a:custGeom>
              <a:avLst/>
              <a:gdLst/>
              <a:ahLst/>
              <a:cxnLst/>
              <a:rect l="l" t="t" r="r" b="b"/>
              <a:pathLst>
                <a:path w="2391" h="2392" extrusionOk="0">
                  <a:moveTo>
                    <a:pt x="2391" y="0"/>
                  </a:moveTo>
                  <a:lnTo>
                    <a:pt x="399" y="399"/>
                  </a:lnTo>
                  <a:lnTo>
                    <a:pt x="1" y="2392"/>
                  </a:lnTo>
                  <a:lnTo>
                    <a:pt x="1993" y="1993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56"/>
            <p:cNvSpPr/>
            <p:nvPr/>
          </p:nvSpPr>
          <p:spPr>
            <a:xfrm>
              <a:off x="1736918" y="2164269"/>
              <a:ext cx="178399" cy="178343"/>
            </a:xfrm>
            <a:custGeom>
              <a:avLst/>
              <a:gdLst/>
              <a:ahLst/>
              <a:cxnLst/>
              <a:rect l="l" t="t" r="r" b="b"/>
              <a:pathLst>
                <a:path w="6434" h="6432" extrusionOk="0">
                  <a:moveTo>
                    <a:pt x="1" y="0"/>
                  </a:moveTo>
                  <a:lnTo>
                    <a:pt x="1" y="1614"/>
                  </a:lnTo>
                  <a:cubicBezTo>
                    <a:pt x="2568" y="1810"/>
                    <a:pt x="4623" y="3866"/>
                    <a:pt x="4819" y="6431"/>
                  </a:cubicBezTo>
                  <a:lnTo>
                    <a:pt x="6433" y="6431"/>
                  </a:lnTo>
                  <a:cubicBezTo>
                    <a:pt x="6233" y="2970"/>
                    <a:pt x="3465" y="200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98" name="Google Shape;898;p56"/>
            <p:cNvSpPr/>
            <p:nvPr/>
          </p:nvSpPr>
          <p:spPr>
            <a:xfrm>
              <a:off x="1603299" y="2231148"/>
              <a:ext cx="244723" cy="245139"/>
            </a:xfrm>
            <a:custGeom>
              <a:avLst/>
              <a:gdLst/>
              <a:ahLst/>
              <a:cxnLst/>
              <a:rect l="l" t="t" r="r" b="b"/>
              <a:pathLst>
                <a:path w="8826" h="8841" extrusionOk="0">
                  <a:moveTo>
                    <a:pt x="6642" y="2197"/>
                  </a:moveTo>
                  <a:lnTo>
                    <a:pt x="5901" y="5901"/>
                  </a:lnTo>
                  <a:lnTo>
                    <a:pt x="2198" y="6641"/>
                  </a:lnTo>
                  <a:lnTo>
                    <a:pt x="2938" y="2938"/>
                  </a:lnTo>
                  <a:lnTo>
                    <a:pt x="6642" y="2197"/>
                  </a:lnTo>
                  <a:close/>
                  <a:moveTo>
                    <a:pt x="4820" y="0"/>
                  </a:moveTo>
                  <a:lnTo>
                    <a:pt x="4820" y="789"/>
                  </a:lnTo>
                  <a:lnTo>
                    <a:pt x="4019" y="789"/>
                  </a:lnTo>
                  <a:lnTo>
                    <a:pt x="4019" y="34"/>
                  </a:lnTo>
                  <a:cubicBezTo>
                    <a:pt x="1892" y="224"/>
                    <a:pt x="193" y="1910"/>
                    <a:pt x="0" y="4019"/>
                  </a:cubicBezTo>
                  <a:lnTo>
                    <a:pt x="789" y="4019"/>
                  </a:lnTo>
                  <a:lnTo>
                    <a:pt x="789" y="4820"/>
                  </a:lnTo>
                  <a:lnTo>
                    <a:pt x="34" y="4820"/>
                  </a:lnTo>
                  <a:cubicBezTo>
                    <a:pt x="224" y="6948"/>
                    <a:pt x="1910" y="8647"/>
                    <a:pt x="4019" y="8840"/>
                  </a:cubicBezTo>
                  <a:lnTo>
                    <a:pt x="4019" y="8051"/>
                  </a:lnTo>
                  <a:lnTo>
                    <a:pt x="4820" y="8051"/>
                  </a:lnTo>
                  <a:lnTo>
                    <a:pt x="4820" y="8826"/>
                  </a:lnTo>
                  <a:cubicBezTo>
                    <a:pt x="6940" y="8633"/>
                    <a:pt x="8633" y="6939"/>
                    <a:pt x="8826" y="4820"/>
                  </a:cubicBezTo>
                  <a:lnTo>
                    <a:pt x="8052" y="4820"/>
                  </a:lnTo>
                  <a:lnTo>
                    <a:pt x="8052" y="4019"/>
                  </a:lnTo>
                  <a:lnTo>
                    <a:pt x="8807" y="4019"/>
                  </a:lnTo>
                  <a:cubicBezTo>
                    <a:pt x="8615" y="1892"/>
                    <a:pt x="6931" y="193"/>
                    <a:pt x="48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99" name="Google Shape;899;p56"/>
            <p:cNvSpPr/>
            <p:nvPr/>
          </p:nvSpPr>
          <p:spPr>
            <a:xfrm>
              <a:off x="1536420" y="2364767"/>
              <a:ext cx="178343" cy="178399"/>
            </a:xfrm>
            <a:custGeom>
              <a:avLst/>
              <a:gdLst/>
              <a:ahLst/>
              <a:cxnLst/>
              <a:rect l="l" t="t" r="r" b="b"/>
              <a:pathLst>
                <a:path w="6432" h="6434" extrusionOk="0">
                  <a:moveTo>
                    <a:pt x="0" y="1"/>
                  </a:moveTo>
                  <a:cubicBezTo>
                    <a:pt x="199" y="3462"/>
                    <a:pt x="2967" y="6233"/>
                    <a:pt x="6431" y="6433"/>
                  </a:cubicBezTo>
                  <a:lnTo>
                    <a:pt x="6431" y="4819"/>
                  </a:lnTo>
                  <a:cubicBezTo>
                    <a:pt x="3865" y="4623"/>
                    <a:pt x="1810" y="2568"/>
                    <a:pt x="16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00" name="Google Shape;900;p56"/>
            <p:cNvSpPr/>
            <p:nvPr/>
          </p:nvSpPr>
          <p:spPr>
            <a:xfrm>
              <a:off x="1536420" y="2164269"/>
              <a:ext cx="178343" cy="178343"/>
            </a:xfrm>
            <a:custGeom>
              <a:avLst/>
              <a:gdLst/>
              <a:ahLst/>
              <a:cxnLst/>
              <a:rect l="l" t="t" r="r" b="b"/>
              <a:pathLst>
                <a:path w="6432" h="6432" extrusionOk="0">
                  <a:moveTo>
                    <a:pt x="6431" y="0"/>
                  </a:moveTo>
                  <a:cubicBezTo>
                    <a:pt x="2970" y="199"/>
                    <a:pt x="199" y="2967"/>
                    <a:pt x="0" y="6431"/>
                  </a:cubicBezTo>
                  <a:lnTo>
                    <a:pt x="1615" y="6431"/>
                  </a:lnTo>
                  <a:cubicBezTo>
                    <a:pt x="1810" y="3866"/>
                    <a:pt x="3865" y="1810"/>
                    <a:pt x="6431" y="1614"/>
                  </a:cubicBezTo>
                  <a:lnTo>
                    <a:pt x="64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01" name="Google Shape;901;p56"/>
            <p:cNvSpPr/>
            <p:nvPr/>
          </p:nvSpPr>
          <p:spPr>
            <a:xfrm>
              <a:off x="1736918" y="2364767"/>
              <a:ext cx="178399" cy="178399"/>
            </a:xfrm>
            <a:custGeom>
              <a:avLst/>
              <a:gdLst/>
              <a:ahLst/>
              <a:cxnLst/>
              <a:rect l="l" t="t" r="r" b="b"/>
              <a:pathLst>
                <a:path w="6434" h="6434" extrusionOk="0">
                  <a:moveTo>
                    <a:pt x="4819" y="1"/>
                  </a:moveTo>
                  <a:cubicBezTo>
                    <a:pt x="4623" y="2568"/>
                    <a:pt x="2568" y="4623"/>
                    <a:pt x="1" y="4819"/>
                  </a:cubicBezTo>
                  <a:lnTo>
                    <a:pt x="1" y="6433"/>
                  </a:lnTo>
                  <a:cubicBezTo>
                    <a:pt x="3462" y="6233"/>
                    <a:pt x="6233" y="3465"/>
                    <a:pt x="64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902" name="Google Shape;902;p56"/>
          <p:cNvGrpSpPr/>
          <p:nvPr/>
        </p:nvGrpSpPr>
        <p:grpSpPr>
          <a:xfrm>
            <a:off x="960238" y="2885582"/>
            <a:ext cx="505380" cy="505343"/>
            <a:chOff x="720178" y="2164186"/>
            <a:chExt cx="379035" cy="379007"/>
          </a:xfrm>
        </p:grpSpPr>
        <p:sp>
          <p:nvSpPr>
            <p:cNvPr id="903" name="Google Shape;903;p56"/>
            <p:cNvSpPr/>
            <p:nvPr/>
          </p:nvSpPr>
          <p:spPr>
            <a:xfrm>
              <a:off x="764625" y="2336623"/>
              <a:ext cx="98294" cy="191181"/>
            </a:xfrm>
            <a:custGeom>
              <a:avLst/>
              <a:gdLst/>
              <a:ahLst/>
              <a:cxnLst/>
              <a:rect l="l" t="t" r="r" b="b"/>
              <a:pathLst>
                <a:path w="3545" h="6895" extrusionOk="0">
                  <a:moveTo>
                    <a:pt x="0" y="0"/>
                  </a:moveTo>
                  <a:lnTo>
                    <a:pt x="0" y="6894"/>
                  </a:lnTo>
                  <a:lnTo>
                    <a:pt x="3545" y="29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56"/>
            <p:cNvSpPr/>
            <p:nvPr/>
          </p:nvSpPr>
          <p:spPr>
            <a:xfrm>
              <a:off x="956472" y="2336623"/>
              <a:ext cx="98322" cy="191181"/>
            </a:xfrm>
            <a:custGeom>
              <a:avLst/>
              <a:gdLst/>
              <a:ahLst/>
              <a:cxnLst/>
              <a:rect l="l" t="t" r="r" b="b"/>
              <a:pathLst>
                <a:path w="3546" h="6895" extrusionOk="0">
                  <a:moveTo>
                    <a:pt x="3546" y="0"/>
                  </a:moveTo>
                  <a:lnTo>
                    <a:pt x="0" y="2954"/>
                  </a:lnTo>
                  <a:lnTo>
                    <a:pt x="3546" y="6894"/>
                  </a:lnTo>
                  <a:lnTo>
                    <a:pt x="35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56"/>
            <p:cNvSpPr/>
            <p:nvPr/>
          </p:nvSpPr>
          <p:spPr>
            <a:xfrm>
              <a:off x="779986" y="2320375"/>
              <a:ext cx="259474" cy="108137"/>
            </a:xfrm>
            <a:custGeom>
              <a:avLst/>
              <a:gdLst/>
              <a:ahLst/>
              <a:cxnLst/>
              <a:rect l="l" t="t" r="r" b="b"/>
              <a:pathLst>
                <a:path w="9358" h="3900" extrusionOk="0">
                  <a:moveTo>
                    <a:pt x="0" y="1"/>
                  </a:moveTo>
                  <a:lnTo>
                    <a:pt x="4678" y="3900"/>
                  </a:lnTo>
                  <a:lnTo>
                    <a:pt x="935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06" name="Google Shape;906;p56"/>
            <p:cNvSpPr/>
            <p:nvPr/>
          </p:nvSpPr>
          <p:spPr>
            <a:xfrm>
              <a:off x="780874" y="2432838"/>
              <a:ext cx="257644" cy="110355"/>
            </a:xfrm>
            <a:custGeom>
              <a:avLst/>
              <a:gdLst/>
              <a:ahLst/>
              <a:cxnLst/>
              <a:rect l="l" t="t" r="r" b="b"/>
              <a:pathLst>
                <a:path w="9292" h="3980" extrusionOk="0">
                  <a:moveTo>
                    <a:pt x="3584" y="0"/>
                  </a:moveTo>
                  <a:lnTo>
                    <a:pt x="0" y="3980"/>
                  </a:lnTo>
                  <a:lnTo>
                    <a:pt x="9292" y="3980"/>
                  </a:lnTo>
                  <a:lnTo>
                    <a:pt x="5708" y="0"/>
                  </a:lnTo>
                  <a:lnTo>
                    <a:pt x="4646" y="885"/>
                  </a:lnTo>
                  <a:lnTo>
                    <a:pt x="358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07" name="Google Shape;907;p56"/>
            <p:cNvSpPr/>
            <p:nvPr/>
          </p:nvSpPr>
          <p:spPr>
            <a:xfrm>
              <a:off x="720178" y="2275983"/>
              <a:ext cx="379035" cy="200608"/>
            </a:xfrm>
            <a:custGeom>
              <a:avLst/>
              <a:gdLst/>
              <a:ahLst/>
              <a:cxnLst/>
              <a:rect l="l" t="t" r="r" b="b"/>
              <a:pathLst>
                <a:path w="13670" h="7235" extrusionOk="0">
                  <a:moveTo>
                    <a:pt x="1" y="0"/>
                  </a:moveTo>
                  <a:lnTo>
                    <a:pt x="1" y="7235"/>
                  </a:lnTo>
                  <a:lnTo>
                    <a:pt x="801" y="7235"/>
                  </a:lnTo>
                  <a:lnTo>
                    <a:pt x="801" y="801"/>
                  </a:lnTo>
                  <a:lnTo>
                    <a:pt x="12869" y="801"/>
                  </a:lnTo>
                  <a:lnTo>
                    <a:pt x="12869" y="7235"/>
                  </a:lnTo>
                  <a:lnTo>
                    <a:pt x="13669" y="7235"/>
                  </a:lnTo>
                  <a:lnTo>
                    <a:pt x="1366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08" name="Google Shape;908;p56"/>
            <p:cNvSpPr/>
            <p:nvPr/>
          </p:nvSpPr>
          <p:spPr>
            <a:xfrm>
              <a:off x="720178" y="2164186"/>
              <a:ext cx="379035" cy="88839"/>
            </a:xfrm>
            <a:custGeom>
              <a:avLst/>
              <a:gdLst/>
              <a:ahLst/>
              <a:cxnLst/>
              <a:rect l="l" t="t" r="r" b="b"/>
              <a:pathLst>
                <a:path w="13670" h="3204" extrusionOk="0">
                  <a:moveTo>
                    <a:pt x="2404" y="1603"/>
                  </a:moveTo>
                  <a:lnTo>
                    <a:pt x="2404" y="2403"/>
                  </a:lnTo>
                  <a:lnTo>
                    <a:pt x="1603" y="2403"/>
                  </a:lnTo>
                  <a:lnTo>
                    <a:pt x="1603" y="1603"/>
                  </a:lnTo>
                  <a:close/>
                  <a:moveTo>
                    <a:pt x="4033" y="1603"/>
                  </a:moveTo>
                  <a:lnTo>
                    <a:pt x="4033" y="2403"/>
                  </a:lnTo>
                  <a:lnTo>
                    <a:pt x="3231" y="2403"/>
                  </a:lnTo>
                  <a:lnTo>
                    <a:pt x="3231" y="1603"/>
                  </a:lnTo>
                  <a:close/>
                  <a:moveTo>
                    <a:pt x="5634" y="1603"/>
                  </a:moveTo>
                  <a:lnTo>
                    <a:pt x="5634" y="2403"/>
                  </a:lnTo>
                  <a:lnTo>
                    <a:pt x="4833" y="2403"/>
                  </a:lnTo>
                  <a:lnTo>
                    <a:pt x="4833" y="1603"/>
                  </a:lnTo>
                  <a:close/>
                  <a:moveTo>
                    <a:pt x="1" y="0"/>
                  </a:moveTo>
                  <a:lnTo>
                    <a:pt x="1" y="3204"/>
                  </a:lnTo>
                  <a:lnTo>
                    <a:pt x="13669" y="3204"/>
                  </a:lnTo>
                  <a:lnTo>
                    <a:pt x="13669" y="2403"/>
                  </a:lnTo>
                  <a:lnTo>
                    <a:pt x="13669" y="1603"/>
                  </a:lnTo>
                  <a:lnTo>
                    <a:pt x="1366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909" name="Google Shape;909;p56"/>
          <p:cNvGrpSpPr/>
          <p:nvPr/>
        </p:nvGrpSpPr>
        <p:grpSpPr>
          <a:xfrm>
            <a:off x="9610405" y="2076863"/>
            <a:ext cx="470628" cy="504936"/>
            <a:chOff x="7207803" y="1557647"/>
            <a:chExt cx="352971" cy="378702"/>
          </a:xfrm>
        </p:grpSpPr>
        <p:sp>
          <p:nvSpPr>
            <p:cNvPr id="910" name="Google Shape;910;p56"/>
            <p:cNvSpPr/>
            <p:nvPr/>
          </p:nvSpPr>
          <p:spPr>
            <a:xfrm>
              <a:off x="7317299" y="1869692"/>
              <a:ext cx="134007" cy="22210"/>
            </a:xfrm>
            <a:custGeom>
              <a:avLst/>
              <a:gdLst/>
              <a:ahLst/>
              <a:cxnLst/>
              <a:rect l="l" t="t" r="r" b="b"/>
              <a:pathLst>
                <a:path w="4833" h="801" extrusionOk="0">
                  <a:moveTo>
                    <a:pt x="0" y="0"/>
                  </a:moveTo>
                  <a:lnTo>
                    <a:pt x="0" y="801"/>
                  </a:lnTo>
                  <a:lnTo>
                    <a:pt x="4833" y="801"/>
                  </a:lnTo>
                  <a:lnTo>
                    <a:pt x="48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11" name="Google Shape;911;p56"/>
            <p:cNvSpPr/>
            <p:nvPr/>
          </p:nvSpPr>
          <p:spPr>
            <a:xfrm>
              <a:off x="7351348" y="1914084"/>
              <a:ext cx="66685" cy="22265"/>
            </a:xfrm>
            <a:custGeom>
              <a:avLst/>
              <a:gdLst/>
              <a:ahLst/>
              <a:cxnLst/>
              <a:rect l="l" t="t" r="r" b="b"/>
              <a:pathLst>
                <a:path w="2405" h="803" extrusionOk="0">
                  <a:moveTo>
                    <a:pt x="1" y="0"/>
                  </a:moveTo>
                  <a:lnTo>
                    <a:pt x="1" y="802"/>
                  </a:lnTo>
                  <a:lnTo>
                    <a:pt x="2404" y="802"/>
                  </a:lnTo>
                  <a:lnTo>
                    <a:pt x="24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12" name="Google Shape;912;p56"/>
            <p:cNvSpPr/>
            <p:nvPr/>
          </p:nvSpPr>
          <p:spPr>
            <a:xfrm>
              <a:off x="7207803" y="1557647"/>
              <a:ext cx="165783" cy="289863"/>
            </a:xfrm>
            <a:custGeom>
              <a:avLst/>
              <a:gdLst/>
              <a:ahLst/>
              <a:cxnLst/>
              <a:rect l="l" t="t" r="r" b="b"/>
              <a:pathLst>
                <a:path w="5979" h="10454" extrusionOk="0">
                  <a:moveTo>
                    <a:pt x="4778" y="1"/>
                  </a:moveTo>
                  <a:cubicBezTo>
                    <a:pt x="4326" y="1"/>
                    <a:pt x="3911" y="151"/>
                    <a:pt x="3575" y="404"/>
                  </a:cubicBezTo>
                  <a:lnTo>
                    <a:pt x="3575" y="3619"/>
                  </a:lnTo>
                  <a:lnTo>
                    <a:pt x="2748" y="3619"/>
                  </a:lnTo>
                  <a:lnTo>
                    <a:pt x="2748" y="1998"/>
                  </a:lnTo>
                  <a:cubicBezTo>
                    <a:pt x="846" y="1998"/>
                    <a:pt x="0" y="4451"/>
                    <a:pt x="1552" y="5617"/>
                  </a:cubicBezTo>
                  <a:cubicBezTo>
                    <a:pt x="89" y="6714"/>
                    <a:pt x="738" y="9029"/>
                    <a:pt x="2539" y="9222"/>
                  </a:cubicBezTo>
                  <a:lnTo>
                    <a:pt x="3602" y="7048"/>
                  </a:lnTo>
                  <a:lnTo>
                    <a:pt x="4323" y="7400"/>
                  </a:lnTo>
                  <a:lnTo>
                    <a:pt x="3136" y="9837"/>
                  </a:lnTo>
                  <a:cubicBezTo>
                    <a:pt x="3400" y="10198"/>
                    <a:pt x="3810" y="10422"/>
                    <a:pt x="4259" y="10439"/>
                  </a:cubicBezTo>
                  <a:cubicBezTo>
                    <a:pt x="4281" y="10441"/>
                    <a:pt x="4325" y="10454"/>
                    <a:pt x="4325" y="10454"/>
                  </a:cubicBezTo>
                  <a:lnTo>
                    <a:pt x="5978" y="10454"/>
                  </a:lnTo>
                  <a:lnTo>
                    <a:pt x="5978" y="404"/>
                  </a:lnTo>
                  <a:cubicBezTo>
                    <a:pt x="5644" y="151"/>
                    <a:pt x="5228" y="1"/>
                    <a:pt x="47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13" name="Google Shape;913;p56"/>
            <p:cNvSpPr/>
            <p:nvPr/>
          </p:nvSpPr>
          <p:spPr>
            <a:xfrm>
              <a:off x="7395768" y="1557647"/>
              <a:ext cx="165006" cy="289863"/>
            </a:xfrm>
            <a:custGeom>
              <a:avLst/>
              <a:gdLst/>
              <a:ahLst/>
              <a:cxnLst/>
              <a:rect l="l" t="t" r="r" b="b"/>
              <a:pathLst>
                <a:path w="5951" h="10454" extrusionOk="0">
                  <a:moveTo>
                    <a:pt x="1202" y="1"/>
                  </a:moveTo>
                  <a:cubicBezTo>
                    <a:pt x="751" y="1"/>
                    <a:pt x="336" y="151"/>
                    <a:pt x="0" y="404"/>
                  </a:cubicBezTo>
                  <a:lnTo>
                    <a:pt x="0" y="10454"/>
                  </a:lnTo>
                  <a:cubicBezTo>
                    <a:pt x="760" y="10453"/>
                    <a:pt x="1126" y="10453"/>
                    <a:pt x="1308" y="10453"/>
                  </a:cubicBezTo>
                  <a:cubicBezTo>
                    <a:pt x="1489" y="10453"/>
                    <a:pt x="1488" y="10453"/>
                    <a:pt x="1515" y="10452"/>
                  </a:cubicBezTo>
                  <a:cubicBezTo>
                    <a:pt x="2102" y="10432"/>
                    <a:pt x="2643" y="10099"/>
                    <a:pt x="2926" y="9557"/>
                  </a:cubicBezTo>
                  <a:lnTo>
                    <a:pt x="1660" y="7444"/>
                  </a:lnTo>
                  <a:lnTo>
                    <a:pt x="2346" y="7029"/>
                  </a:lnTo>
                  <a:lnTo>
                    <a:pt x="3647" y="9197"/>
                  </a:lnTo>
                  <a:cubicBezTo>
                    <a:pt x="5302" y="8822"/>
                    <a:pt x="5774" y="6661"/>
                    <a:pt x="4405" y="5630"/>
                  </a:cubicBezTo>
                  <a:cubicBezTo>
                    <a:pt x="5950" y="4464"/>
                    <a:pt x="5106" y="2011"/>
                    <a:pt x="3204" y="2011"/>
                  </a:cubicBezTo>
                  <a:lnTo>
                    <a:pt x="3204" y="3619"/>
                  </a:lnTo>
                  <a:lnTo>
                    <a:pt x="2403" y="3619"/>
                  </a:lnTo>
                  <a:lnTo>
                    <a:pt x="2403" y="404"/>
                  </a:lnTo>
                  <a:cubicBezTo>
                    <a:pt x="2069" y="151"/>
                    <a:pt x="1652" y="1"/>
                    <a:pt x="12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914" name="Google Shape;914;p56"/>
          <p:cNvGrpSpPr/>
          <p:nvPr/>
        </p:nvGrpSpPr>
        <p:grpSpPr>
          <a:xfrm>
            <a:off x="7475535" y="2076384"/>
            <a:ext cx="505343" cy="505417"/>
            <a:chOff x="5606651" y="1557287"/>
            <a:chExt cx="379007" cy="379063"/>
          </a:xfrm>
        </p:grpSpPr>
        <p:sp>
          <p:nvSpPr>
            <p:cNvPr id="915" name="Google Shape;915;p56"/>
            <p:cNvSpPr/>
            <p:nvPr/>
          </p:nvSpPr>
          <p:spPr>
            <a:xfrm>
              <a:off x="5696211" y="1769014"/>
              <a:ext cx="200608" cy="111797"/>
            </a:xfrm>
            <a:custGeom>
              <a:avLst/>
              <a:gdLst/>
              <a:ahLst/>
              <a:cxnLst/>
              <a:rect l="l" t="t" r="r" b="b"/>
              <a:pathLst>
                <a:path w="7235" h="4032" extrusionOk="0">
                  <a:moveTo>
                    <a:pt x="3204" y="1"/>
                  </a:moveTo>
                  <a:lnTo>
                    <a:pt x="3204" y="1216"/>
                  </a:lnTo>
                  <a:lnTo>
                    <a:pt x="2918" y="1301"/>
                  </a:lnTo>
                  <a:cubicBezTo>
                    <a:pt x="2582" y="1400"/>
                    <a:pt x="2393" y="1533"/>
                    <a:pt x="2199" y="1633"/>
                  </a:cubicBezTo>
                  <a:lnTo>
                    <a:pt x="1339" y="772"/>
                  </a:lnTo>
                  <a:lnTo>
                    <a:pt x="773" y="1339"/>
                  </a:lnTo>
                  <a:lnTo>
                    <a:pt x="1632" y="2200"/>
                  </a:lnTo>
                  <a:cubicBezTo>
                    <a:pt x="1533" y="2395"/>
                    <a:pt x="1401" y="2581"/>
                    <a:pt x="1302" y="2917"/>
                  </a:cubicBezTo>
                  <a:lnTo>
                    <a:pt x="1216" y="3205"/>
                  </a:lnTo>
                  <a:lnTo>
                    <a:pt x="0" y="3205"/>
                  </a:lnTo>
                  <a:lnTo>
                    <a:pt x="0" y="4032"/>
                  </a:lnTo>
                  <a:lnTo>
                    <a:pt x="2062" y="4032"/>
                  </a:lnTo>
                  <a:cubicBezTo>
                    <a:pt x="1797" y="2978"/>
                    <a:pt x="2576" y="1963"/>
                    <a:pt x="3618" y="1963"/>
                  </a:cubicBezTo>
                  <a:cubicBezTo>
                    <a:pt x="4662" y="1963"/>
                    <a:pt x="5438" y="2980"/>
                    <a:pt x="5174" y="4032"/>
                  </a:cubicBezTo>
                  <a:lnTo>
                    <a:pt x="7235" y="4032"/>
                  </a:lnTo>
                  <a:lnTo>
                    <a:pt x="7235" y="3203"/>
                  </a:lnTo>
                  <a:lnTo>
                    <a:pt x="5993" y="3203"/>
                  </a:lnTo>
                  <a:lnTo>
                    <a:pt x="5907" y="2917"/>
                  </a:lnTo>
                  <a:cubicBezTo>
                    <a:pt x="5808" y="2582"/>
                    <a:pt x="5676" y="2394"/>
                    <a:pt x="5577" y="2200"/>
                  </a:cubicBezTo>
                  <a:lnTo>
                    <a:pt x="6436" y="1339"/>
                  </a:lnTo>
                  <a:lnTo>
                    <a:pt x="5870" y="772"/>
                  </a:lnTo>
                  <a:lnTo>
                    <a:pt x="5010" y="1633"/>
                  </a:lnTo>
                  <a:lnTo>
                    <a:pt x="4747" y="1490"/>
                  </a:lnTo>
                  <a:cubicBezTo>
                    <a:pt x="4440" y="1323"/>
                    <a:pt x="4214" y="1285"/>
                    <a:pt x="4005" y="1216"/>
                  </a:cubicBezTo>
                  <a:lnTo>
                    <a:pt x="400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16" name="Google Shape;916;p56"/>
            <p:cNvSpPr/>
            <p:nvPr/>
          </p:nvSpPr>
          <p:spPr>
            <a:xfrm>
              <a:off x="5768358" y="1847372"/>
              <a:ext cx="55594" cy="33439"/>
            </a:xfrm>
            <a:custGeom>
              <a:avLst/>
              <a:gdLst/>
              <a:ahLst/>
              <a:cxnLst/>
              <a:rect l="l" t="t" r="r" b="b"/>
              <a:pathLst>
                <a:path w="2005" h="1206" extrusionOk="0">
                  <a:moveTo>
                    <a:pt x="1003" y="0"/>
                  </a:moveTo>
                  <a:cubicBezTo>
                    <a:pt x="380" y="0"/>
                    <a:pt x="0" y="675"/>
                    <a:pt x="306" y="1206"/>
                  </a:cubicBezTo>
                  <a:lnTo>
                    <a:pt x="1698" y="1206"/>
                  </a:lnTo>
                  <a:cubicBezTo>
                    <a:pt x="2005" y="675"/>
                    <a:pt x="1625" y="0"/>
                    <a:pt x="10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17" name="Google Shape;917;p56"/>
            <p:cNvSpPr/>
            <p:nvPr/>
          </p:nvSpPr>
          <p:spPr>
            <a:xfrm>
              <a:off x="5606651" y="1669084"/>
              <a:ext cx="379007" cy="267265"/>
            </a:xfrm>
            <a:custGeom>
              <a:avLst/>
              <a:gdLst/>
              <a:ahLst/>
              <a:cxnLst/>
              <a:rect l="l" t="t" r="r" b="b"/>
              <a:pathLst>
                <a:path w="13669" h="9639" extrusionOk="0">
                  <a:moveTo>
                    <a:pt x="5233" y="1202"/>
                  </a:moveTo>
                  <a:lnTo>
                    <a:pt x="5233" y="2002"/>
                  </a:lnTo>
                  <a:lnTo>
                    <a:pt x="1601" y="2002"/>
                  </a:lnTo>
                  <a:lnTo>
                    <a:pt x="1601" y="1202"/>
                  </a:lnTo>
                  <a:close/>
                  <a:moveTo>
                    <a:pt x="8035" y="2804"/>
                  </a:moveTo>
                  <a:lnTo>
                    <a:pt x="8035" y="4251"/>
                  </a:lnTo>
                  <a:cubicBezTo>
                    <a:pt x="8053" y="4256"/>
                    <a:pt x="8069" y="4264"/>
                    <a:pt x="8085" y="4271"/>
                  </a:cubicBezTo>
                  <a:lnTo>
                    <a:pt x="9099" y="3248"/>
                  </a:lnTo>
                  <a:lnTo>
                    <a:pt x="10798" y="4961"/>
                  </a:lnTo>
                  <a:lnTo>
                    <a:pt x="9784" y="5983"/>
                  </a:lnTo>
                  <a:cubicBezTo>
                    <a:pt x="9791" y="6001"/>
                    <a:pt x="9799" y="6017"/>
                    <a:pt x="9805" y="6034"/>
                  </a:cubicBezTo>
                  <a:lnTo>
                    <a:pt x="11266" y="6034"/>
                  </a:lnTo>
                  <a:lnTo>
                    <a:pt x="11266" y="7636"/>
                  </a:lnTo>
                  <a:lnTo>
                    <a:pt x="12068" y="7636"/>
                  </a:lnTo>
                  <a:lnTo>
                    <a:pt x="12068" y="8436"/>
                  </a:lnTo>
                  <a:lnTo>
                    <a:pt x="1601" y="8436"/>
                  </a:lnTo>
                  <a:lnTo>
                    <a:pt x="1601" y="7636"/>
                  </a:lnTo>
                  <a:lnTo>
                    <a:pt x="2430" y="7636"/>
                  </a:lnTo>
                  <a:lnTo>
                    <a:pt x="2430" y="6034"/>
                  </a:lnTo>
                  <a:lnTo>
                    <a:pt x="3864" y="6034"/>
                  </a:lnTo>
                  <a:cubicBezTo>
                    <a:pt x="3870" y="6017"/>
                    <a:pt x="3878" y="6001"/>
                    <a:pt x="3885" y="5985"/>
                  </a:cubicBezTo>
                  <a:lnTo>
                    <a:pt x="2870" y="4971"/>
                  </a:lnTo>
                  <a:lnTo>
                    <a:pt x="4569" y="3272"/>
                  </a:lnTo>
                  <a:lnTo>
                    <a:pt x="5584" y="4286"/>
                  </a:lnTo>
                  <a:cubicBezTo>
                    <a:pt x="5600" y="4278"/>
                    <a:pt x="5616" y="4271"/>
                    <a:pt x="5634" y="4265"/>
                  </a:cubicBezTo>
                  <a:lnTo>
                    <a:pt x="5634" y="2804"/>
                  </a:lnTo>
                  <a:close/>
                  <a:moveTo>
                    <a:pt x="0" y="1"/>
                  </a:moveTo>
                  <a:lnTo>
                    <a:pt x="0" y="9638"/>
                  </a:lnTo>
                  <a:lnTo>
                    <a:pt x="13669" y="9638"/>
                  </a:lnTo>
                  <a:lnTo>
                    <a:pt x="136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18" name="Google Shape;918;p56"/>
            <p:cNvSpPr/>
            <p:nvPr/>
          </p:nvSpPr>
          <p:spPr>
            <a:xfrm>
              <a:off x="5606651" y="1557287"/>
              <a:ext cx="379007" cy="88867"/>
            </a:xfrm>
            <a:custGeom>
              <a:avLst/>
              <a:gdLst/>
              <a:ahLst/>
              <a:cxnLst/>
              <a:rect l="l" t="t" r="r" b="b"/>
              <a:pathLst>
                <a:path w="13669" h="3205" extrusionOk="0">
                  <a:moveTo>
                    <a:pt x="2404" y="1603"/>
                  </a:moveTo>
                  <a:lnTo>
                    <a:pt x="2404" y="2404"/>
                  </a:lnTo>
                  <a:lnTo>
                    <a:pt x="1601" y="2404"/>
                  </a:lnTo>
                  <a:lnTo>
                    <a:pt x="1601" y="1603"/>
                  </a:lnTo>
                  <a:close/>
                  <a:moveTo>
                    <a:pt x="4031" y="1603"/>
                  </a:moveTo>
                  <a:lnTo>
                    <a:pt x="4031" y="2404"/>
                  </a:lnTo>
                  <a:lnTo>
                    <a:pt x="3230" y="2404"/>
                  </a:lnTo>
                  <a:lnTo>
                    <a:pt x="3230" y="1603"/>
                  </a:lnTo>
                  <a:close/>
                  <a:moveTo>
                    <a:pt x="5634" y="1603"/>
                  </a:moveTo>
                  <a:lnTo>
                    <a:pt x="5634" y="2404"/>
                  </a:lnTo>
                  <a:lnTo>
                    <a:pt x="4832" y="2404"/>
                  </a:lnTo>
                  <a:lnTo>
                    <a:pt x="4832" y="1603"/>
                  </a:lnTo>
                  <a:close/>
                  <a:moveTo>
                    <a:pt x="0" y="1"/>
                  </a:moveTo>
                  <a:lnTo>
                    <a:pt x="0" y="3204"/>
                  </a:lnTo>
                  <a:lnTo>
                    <a:pt x="13669" y="3204"/>
                  </a:lnTo>
                  <a:lnTo>
                    <a:pt x="136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919" name="Google Shape;919;p56"/>
          <p:cNvGrpSpPr/>
          <p:nvPr/>
        </p:nvGrpSpPr>
        <p:grpSpPr>
          <a:xfrm>
            <a:off x="10726160" y="2076384"/>
            <a:ext cx="505417" cy="505417"/>
            <a:chOff x="8044619" y="1557287"/>
            <a:chExt cx="379063" cy="379063"/>
          </a:xfrm>
        </p:grpSpPr>
        <p:sp>
          <p:nvSpPr>
            <p:cNvPr id="920" name="Google Shape;920;p56"/>
            <p:cNvSpPr/>
            <p:nvPr/>
          </p:nvSpPr>
          <p:spPr>
            <a:xfrm>
              <a:off x="8044647" y="1557287"/>
              <a:ext cx="173436" cy="44475"/>
            </a:xfrm>
            <a:custGeom>
              <a:avLst/>
              <a:gdLst/>
              <a:ahLst/>
              <a:cxnLst/>
              <a:rect l="l" t="t" r="r" b="b"/>
              <a:pathLst>
                <a:path w="6255" h="1604" extrusionOk="0">
                  <a:moveTo>
                    <a:pt x="1" y="1"/>
                  </a:moveTo>
                  <a:lnTo>
                    <a:pt x="1" y="1603"/>
                  </a:lnTo>
                  <a:lnTo>
                    <a:pt x="6255" y="1603"/>
                  </a:lnTo>
                  <a:lnTo>
                    <a:pt x="545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21" name="Google Shape;921;p56"/>
            <p:cNvSpPr/>
            <p:nvPr/>
          </p:nvSpPr>
          <p:spPr>
            <a:xfrm>
              <a:off x="8044647" y="1623916"/>
              <a:ext cx="379035" cy="44419"/>
            </a:xfrm>
            <a:custGeom>
              <a:avLst/>
              <a:gdLst/>
              <a:ahLst/>
              <a:cxnLst/>
              <a:rect l="l" t="t" r="r" b="b"/>
              <a:pathLst>
                <a:path w="13670" h="1602" extrusionOk="0">
                  <a:moveTo>
                    <a:pt x="1" y="1"/>
                  </a:moveTo>
                  <a:lnTo>
                    <a:pt x="1" y="1602"/>
                  </a:lnTo>
                  <a:lnTo>
                    <a:pt x="13669" y="1602"/>
                  </a:lnTo>
                  <a:lnTo>
                    <a:pt x="136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56"/>
            <p:cNvSpPr/>
            <p:nvPr/>
          </p:nvSpPr>
          <p:spPr>
            <a:xfrm>
              <a:off x="8044619" y="1691294"/>
              <a:ext cx="379063" cy="245056"/>
            </a:xfrm>
            <a:custGeom>
              <a:avLst/>
              <a:gdLst/>
              <a:ahLst/>
              <a:cxnLst/>
              <a:rect l="l" t="t" r="r" b="b"/>
              <a:pathLst>
                <a:path w="13671" h="8838" extrusionOk="0">
                  <a:moveTo>
                    <a:pt x="4406" y="1602"/>
                  </a:moveTo>
                  <a:lnTo>
                    <a:pt x="4406" y="2404"/>
                  </a:lnTo>
                  <a:lnTo>
                    <a:pt x="1603" y="2404"/>
                  </a:lnTo>
                  <a:lnTo>
                    <a:pt x="1603" y="1602"/>
                  </a:lnTo>
                  <a:close/>
                  <a:moveTo>
                    <a:pt x="4406" y="3204"/>
                  </a:moveTo>
                  <a:lnTo>
                    <a:pt x="4406" y="4005"/>
                  </a:lnTo>
                  <a:lnTo>
                    <a:pt x="1603" y="4005"/>
                  </a:lnTo>
                  <a:lnTo>
                    <a:pt x="1603" y="3204"/>
                  </a:lnTo>
                  <a:close/>
                  <a:moveTo>
                    <a:pt x="0" y="0"/>
                  </a:moveTo>
                  <a:lnTo>
                    <a:pt x="0" y="5634"/>
                  </a:lnTo>
                  <a:lnTo>
                    <a:pt x="6436" y="5634"/>
                  </a:lnTo>
                  <a:lnTo>
                    <a:pt x="6436" y="6503"/>
                  </a:lnTo>
                  <a:cubicBezTo>
                    <a:pt x="6094" y="6624"/>
                    <a:pt x="5823" y="6894"/>
                    <a:pt x="5704" y="7235"/>
                  </a:cubicBezTo>
                  <a:lnTo>
                    <a:pt x="1603" y="7235"/>
                  </a:lnTo>
                  <a:lnTo>
                    <a:pt x="1603" y="8037"/>
                  </a:lnTo>
                  <a:lnTo>
                    <a:pt x="5698" y="8037"/>
                  </a:lnTo>
                  <a:cubicBezTo>
                    <a:pt x="5863" y="8503"/>
                    <a:pt x="6311" y="8837"/>
                    <a:pt x="6836" y="8837"/>
                  </a:cubicBezTo>
                  <a:cubicBezTo>
                    <a:pt x="7360" y="8837"/>
                    <a:pt x="7807" y="8503"/>
                    <a:pt x="7974" y="8037"/>
                  </a:cubicBezTo>
                  <a:lnTo>
                    <a:pt x="12067" y="8037"/>
                  </a:lnTo>
                  <a:lnTo>
                    <a:pt x="12067" y="7235"/>
                  </a:lnTo>
                  <a:lnTo>
                    <a:pt x="7972" y="7235"/>
                  </a:lnTo>
                  <a:cubicBezTo>
                    <a:pt x="7850" y="6894"/>
                    <a:pt x="7578" y="6624"/>
                    <a:pt x="7236" y="6503"/>
                  </a:cubicBezTo>
                  <a:lnTo>
                    <a:pt x="7236" y="5634"/>
                  </a:lnTo>
                  <a:lnTo>
                    <a:pt x="13670" y="5634"/>
                  </a:lnTo>
                  <a:lnTo>
                    <a:pt x="136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923" name="Google Shape;923;p56"/>
          <p:cNvGrpSpPr/>
          <p:nvPr/>
        </p:nvGrpSpPr>
        <p:grpSpPr>
          <a:xfrm>
            <a:off x="8563747" y="2076383"/>
            <a:ext cx="505343" cy="504899"/>
            <a:chOff x="6422810" y="1557287"/>
            <a:chExt cx="379007" cy="378674"/>
          </a:xfrm>
        </p:grpSpPr>
        <p:sp>
          <p:nvSpPr>
            <p:cNvPr id="924" name="Google Shape;924;p56"/>
            <p:cNvSpPr/>
            <p:nvPr/>
          </p:nvSpPr>
          <p:spPr>
            <a:xfrm>
              <a:off x="6422810" y="1557287"/>
              <a:ext cx="379007" cy="55566"/>
            </a:xfrm>
            <a:custGeom>
              <a:avLst/>
              <a:gdLst/>
              <a:ahLst/>
              <a:cxnLst/>
              <a:rect l="l" t="t" r="r" b="b"/>
              <a:pathLst>
                <a:path w="13669" h="2004" extrusionOk="0">
                  <a:moveTo>
                    <a:pt x="0" y="1"/>
                  </a:moveTo>
                  <a:lnTo>
                    <a:pt x="0" y="2004"/>
                  </a:lnTo>
                  <a:lnTo>
                    <a:pt x="13668" y="2004"/>
                  </a:lnTo>
                  <a:lnTo>
                    <a:pt x="136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56"/>
            <p:cNvSpPr/>
            <p:nvPr/>
          </p:nvSpPr>
          <p:spPr>
            <a:xfrm>
              <a:off x="6444992" y="1635035"/>
              <a:ext cx="334615" cy="300927"/>
            </a:xfrm>
            <a:custGeom>
              <a:avLst/>
              <a:gdLst/>
              <a:ahLst/>
              <a:cxnLst/>
              <a:rect l="l" t="t" r="r" b="b"/>
              <a:pathLst>
                <a:path w="12068" h="10853" extrusionOk="0">
                  <a:moveTo>
                    <a:pt x="2378" y="2830"/>
                  </a:moveTo>
                  <a:lnTo>
                    <a:pt x="2378" y="3631"/>
                  </a:lnTo>
                  <a:lnTo>
                    <a:pt x="1576" y="3631"/>
                  </a:lnTo>
                  <a:lnTo>
                    <a:pt x="1576" y="2830"/>
                  </a:lnTo>
                  <a:close/>
                  <a:moveTo>
                    <a:pt x="3979" y="2029"/>
                  </a:moveTo>
                  <a:lnTo>
                    <a:pt x="3979" y="3631"/>
                  </a:lnTo>
                  <a:lnTo>
                    <a:pt x="3178" y="3631"/>
                  </a:lnTo>
                  <a:lnTo>
                    <a:pt x="3178" y="2029"/>
                  </a:lnTo>
                  <a:close/>
                  <a:moveTo>
                    <a:pt x="5580" y="1229"/>
                  </a:moveTo>
                  <a:lnTo>
                    <a:pt x="5580" y="3631"/>
                  </a:lnTo>
                  <a:lnTo>
                    <a:pt x="4779" y="3631"/>
                  </a:lnTo>
                  <a:lnTo>
                    <a:pt x="4779" y="1229"/>
                  </a:lnTo>
                  <a:close/>
                  <a:moveTo>
                    <a:pt x="9583" y="1522"/>
                  </a:moveTo>
                  <a:lnTo>
                    <a:pt x="10151" y="2091"/>
                  </a:lnTo>
                  <a:lnTo>
                    <a:pt x="9583" y="2659"/>
                  </a:lnTo>
                  <a:lnTo>
                    <a:pt x="10151" y="3227"/>
                  </a:lnTo>
                  <a:lnTo>
                    <a:pt x="9583" y="3796"/>
                  </a:lnTo>
                  <a:lnTo>
                    <a:pt x="9015" y="3227"/>
                  </a:lnTo>
                  <a:lnTo>
                    <a:pt x="8446" y="3796"/>
                  </a:lnTo>
                  <a:lnTo>
                    <a:pt x="7878" y="3227"/>
                  </a:lnTo>
                  <a:lnTo>
                    <a:pt x="8446" y="2659"/>
                  </a:lnTo>
                  <a:lnTo>
                    <a:pt x="7878" y="2091"/>
                  </a:lnTo>
                  <a:lnTo>
                    <a:pt x="8446" y="1522"/>
                  </a:lnTo>
                  <a:lnTo>
                    <a:pt x="9015" y="2091"/>
                  </a:lnTo>
                  <a:lnTo>
                    <a:pt x="9583" y="1522"/>
                  </a:lnTo>
                  <a:close/>
                  <a:moveTo>
                    <a:pt x="5180" y="4431"/>
                  </a:moveTo>
                  <a:lnTo>
                    <a:pt x="5180" y="5233"/>
                  </a:lnTo>
                  <a:lnTo>
                    <a:pt x="1976" y="5233"/>
                  </a:lnTo>
                  <a:lnTo>
                    <a:pt x="1976" y="4431"/>
                  </a:lnTo>
                  <a:close/>
                  <a:moveTo>
                    <a:pt x="5180" y="6034"/>
                  </a:moveTo>
                  <a:lnTo>
                    <a:pt x="5180" y="6834"/>
                  </a:lnTo>
                  <a:lnTo>
                    <a:pt x="1976" y="6834"/>
                  </a:lnTo>
                  <a:lnTo>
                    <a:pt x="1976" y="6034"/>
                  </a:lnTo>
                  <a:close/>
                  <a:moveTo>
                    <a:pt x="10290" y="4384"/>
                  </a:moveTo>
                  <a:lnTo>
                    <a:pt x="10858" y="4953"/>
                  </a:lnTo>
                  <a:lnTo>
                    <a:pt x="8966" y="6846"/>
                  </a:lnTo>
                  <a:lnTo>
                    <a:pt x="7878" y="5758"/>
                  </a:lnTo>
                  <a:lnTo>
                    <a:pt x="8446" y="5189"/>
                  </a:lnTo>
                  <a:lnTo>
                    <a:pt x="8966" y="5708"/>
                  </a:lnTo>
                  <a:lnTo>
                    <a:pt x="10290" y="4384"/>
                  </a:lnTo>
                  <a:close/>
                  <a:moveTo>
                    <a:pt x="1" y="0"/>
                  </a:moveTo>
                  <a:lnTo>
                    <a:pt x="1" y="7635"/>
                  </a:lnTo>
                  <a:lnTo>
                    <a:pt x="5634" y="7635"/>
                  </a:lnTo>
                  <a:lnTo>
                    <a:pt x="5634" y="8509"/>
                  </a:lnTo>
                  <a:cubicBezTo>
                    <a:pt x="5146" y="8682"/>
                    <a:pt x="4803" y="9165"/>
                    <a:pt x="4835" y="9720"/>
                  </a:cubicBezTo>
                  <a:cubicBezTo>
                    <a:pt x="4870" y="10316"/>
                    <a:pt x="5346" y="10804"/>
                    <a:pt x="5942" y="10849"/>
                  </a:cubicBezTo>
                  <a:cubicBezTo>
                    <a:pt x="5973" y="10851"/>
                    <a:pt x="6004" y="10852"/>
                    <a:pt x="6034" y="10852"/>
                  </a:cubicBezTo>
                  <a:cubicBezTo>
                    <a:pt x="6697" y="10852"/>
                    <a:pt x="7235" y="10312"/>
                    <a:pt x="7235" y="9645"/>
                  </a:cubicBezTo>
                  <a:cubicBezTo>
                    <a:pt x="7235" y="9122"/>
                    <a:pt x="6901" y="8675"/>
                    <a:pt x="6435" y="8509"/>
                  </a:cubicBezTo>
                  <a:lnTo>
                    <a:pt x="6435" y="7635"/>
                  </a:lnTo>
                  <a:lnTo>
                    <a:pt x="12068" y="7635"/>
                  </a:lnTo>
                  <a:lnTo>
                    <a:pt x="120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926" name="Google Shape;926;p56"/>
          <p:cNvGrpSpPr/>
          <p:nvPr/>
        </p:nvGrpSpPr>
        <p:grpSpPr>
          <a:xfrm>
            <a:off x="6387323" y="2076384"/>
            <a:ext cx="469187" cy="505417"/>
            <a:chOff x="4790492" y="1557287"/>
            <a:chExt cx="351890" cy="379063"/>
          </a:xfrm>
        </p:grpSpPr>
        <p:sp>
          <p:nvSpPr>
            <p:cNvPr id="927" name="Google Shape;927;p56"/>
            <p:cNvSpPr/>
            <p:nvPr/>
          </p:nvSpPr>
          <p:spPr>
            <a:xfrm>
              <a:off x="4790492" y="1557287"/>
              <a:ext cx="312378" cy="379063"/>
            </a:xfrm>
            <a:custGeom>
              <a:avLst/>
              <a:gdLst/>
              <a:ahLst/>
              <a:cxnLst/>
              <a:rect l="l" t="t" r="r" b="b"/>
              <a:pathLst>
                <a:path w="11266" h="13671" extrusionOk="0">
                  <a:moveTo>
                    <a:pt x="9638" y="1603"/>
                  </a:moveTo>
                  <a:lnTo>
                    <a:pt x="9638" y="4807"/>
                  </a:lnTo>
                  <a:lnTo>
                    <a:pt x="1602" y="4807"/>
                  </a:lnTo>
                  <a:lnTo>
                    <a:pt x="1602" y="1603"/>
                  </a:lnTo>
                  <a:close/>
                  <a:moveTo>
                    <a:pt x="5634" y="5634"/>
                  </a:moveTo>
                  <a:lnTo>
                    <a:pt x="5634" y="6435"/>
                  </a:lnTo>
                  <a:lnTo>
                    <a:pt x="1602" y="6435"/>
                  </a:lnTo>
                  <a:lnTo>
                    <a:pt x="1602" y="5634"/>
                  </a:lnTo>
                  <a:close/>
                  <a:moveTo>
                    <a:pt x="9638" y="5634"/>
                  </a:moveTo>
                  <a:lnTo>
                    <a:pt x="9638" y="6435"/>
                  </a:lnTo>
                  <a:lnTo>
                    <a:pt x="6434" y="6435"/>
                  </a:lnTo>
                  <a:lnTo>
                    <a:pt x="6434" y="5634"/>
                  </a:lnTo>
                  <a:close/>
                  <a:moveTo>
                    <a:pt x="5634" y="7237"/>
                  </a:moveTo>
                  <a:lnTo>
                    <a:pt x="5634" y="8037"/>
                  </a:lnTo>
                  <a:lnTo>
                    <a:pt x="1602" y="8037"/>
                  </a:lnTo>
                  <a:lnTo>
                    <a:pt x="1602" y="7237"/>
                  </a:lnTo>
                  <a:close/>
                  <a:moveTo>
                    <a:pt x="9638" y="7235"/>
                  </a:moveTo>
                  <a:lnTo>
                    <a:pt x="9638" y="8037"/>
                  </a:lnTo>
                  <a:lnTo>
                    <a:pt x="6434" y="8037"/>
                  </a:lnTo>
                  <a:lnTo>
                    <a:pt x="6434" y="7235"/>
                  </a:lnTo>
                  <a:close/>
                  <a:moveTo>
                    <a:pt x="9638" y="8838"/>
                  </a:moveTo>
                  <a:lnTo>
                    <a:pt x="9638" y="9638"/>
                  </a:lnTo>
                  <a:lnTo>
                    <a:pt x="1602" y="9638"/>
                  </a:lnTo>
                  <a:lnTo>
                    <a:pt x="1602" y="8838"/>
                  </a:lnTo>
                  <a:close/>
                  <a:moveTo>
                    <a:pt x="1" y="1"/>
                  </a:moveTo>
                  <a:lnTo>
                    <a:pt x="1" y="12464"/>
                  </a:lnTo>
                  <a:cubicBezTo>
                    <a:pt x="1" y="13130"/>
                    <a:pt x="540" y="13670"/>
                    <a:pt x="1206" y="13670"/>
                  </a:cubicBezTo>
                  <a:lnTo>
                    <a:pt x="1223" y="13670"/>
                  </a:lnTo>
                  <a:cubicBezTo>
                    <a:pt x="1890" y="13670"/>
                    <a:pt x="2430" y="13130"/>
                    <a:pt x="2430" y="12464"/>
                  </a:cubicBezTo>
                  <a:lnTo>
                    <a:pt x="2430" y="11267"/>
                  </a:lnTo>
                  <a:lnTo>
                    <a:pt x="11266" y="11267"/>
                  </a:lnTo>
                  <a:lnTo>
                    <a:pt x="112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28" name="Google Shape;928;p56"/>
            <p:cNvSpPr/>
            <p:nvPr/>
          </p:nvSpPr>
          <p:spPr>
            <a:xfrm>
              <a:off x="4857093" y="1623916"/>
              <a:ext cx="178426" cy="44419"/>
            </a:xfrm>
            <a:custGeom>
              <a:avLst/>
              <a:gdLst/>
              <a:ahLst/>
              <a:cxnLst/>
              <a:rect l="l" t="t" r="r" b="b"/>
              <a:pathLst>
                <a:path w="6435" h="1602" extrusionOk="0">
                  <a:moveTo>
                    <a:pt x="0" y="1"/>
                  </a:moveTo>
                  <a:lnTo>
                    <a:pt x="0" y="1602"/>
                  </a:lnTo>
                  <a:lnTo>
                    <a:pt x="6434" y="1602"/>
                  </a:lnTo>
                  <a:lnTo>
                    <a:pt x="64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29" name="Google Shape;929;p56"/>
            <p:cNvSpPr/>
            <p:nvPr/>
          </p:nvSpPr>
          <p:spPr>
            <a:xfrm>
              <a:off x="4869044" y="1891874"/>
              <a:ext cx="273338" cy="44475"/>
            </a:xfrm>
            <a:custGeom>
              <a:avLst/>
              <a:gdLst/>
              <a:ahLst/>
              <a:cxnLst/>
              <a:rect l="l" t="t" r="r" b="b"/>
              <a:pathLst>
                <a:path w="9858" h="1604" extrusionOk="0">
                  <a:moveTo>
                    <a:pt x="402" y="1"/>
                  </a:moveTo>
                  <a:cubicBezTo>
                    <a:pt x="374" y="226"/>
                    <a:pt x="525" y="904"/>
                    <a:pt x="0" y="1603"/>
                  </a:cubicBezTo>
                  <a:lnTo>
                    <a:pt x="7552" y="1603"/>
                  </a:lnTo>
                  <a:cubicBezTo>
                    <a:pt x="8607" y="1603"/>
                    <a:pt x="9508" y="936"/>
                    <a:pt x="98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930" name="Google Shape;930;p56"/>
          <p:cNvGrpSpPr/>
          <p:nvPr/>
        </p:nvGrpSpPr>
        <p:grpSpPr>
          <a:xfrm>
            <a:off x="5313049" y="2076383"/>
            <a:ext cx="505380" cy="475767"/>
            <a:chOff x="3984786" y="1557287"/>
            <a:chExt cx="379035" cy="356825"/>
          </a:xfrm>
        </p:grpSpPr>
        <p:sp>
          <p:nvSpPr>
            <p:cNvPr id="931" name="Google Shape;931;p56"/>
            <p:cNvSpPr/>
            <p:nvPr/>
          </p:nvSpPr>
          <p:spPr>
            <a:xfrm>
              <a:off x="3984786" y="1802315"/>
              <a:ext cx="379035" cy="111797"/>
            </a:xfrm>
            <a:custGeom>
              <a:avLst/>
              <a:gdLst/>
              <a:ahLst/>
              <a:cxnLst/>
              <a:rect l="l" t="t" r="r" b="b"/>
              <a:pathLst>
                <a:path w="13670" h="4032" extrusionOk="0">
                  <a:moveTo>
                    <a:pt x="1" y="1"/>
                  </a:moveTo>
                  <a:lnTo>
                    <a:pt x="1" y="1602"/>
                  </a:lnTo>
                  <a:lnTo>
                    <a:pt x="5634" y="1602"/>
                  </a:lnTo>
                  <a:lnTo>
                    <a:pt x="5634" y="3231"/>
                  </a:lnTo>
                  <a:lnTo>
                    <a:pt x="4033" y="3231"/>
                  </a:lnTo>
                  <a:lnTo>
                    <a:pt x="4033" y="4031"/>
                  </a:lnTo>
                  <a:lnTo>
                    <a:pt x="9665" y="4031"/>
                  </a:lnTo>
                  <a:lnTo>
                    <a:pt x="9665" y="3231"/>
                  </a:lnTo>
                  <a:lnTo>
                    <a:pt x="8037" y="3231"/>
                  </a:lnTo>
                  <a:lnTo>
                    <a:pt x="8037" y="1602"/>
                  </a:lnTo>
                  <a:lnTo>
                    <a:pt x="13669" y="1602"/>
                  </a:lnTo>
                  <a:lnTo>
                    <a:pt x="136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56"/>
            <p:cNvSpPr/>
            <p:nvPr/>
          </p:nvSpPr>
          <p:spPr>
            <a:xfrm>
              <a:off x="4051720" y="1635340"/>
              <a:ext cx="22293" cy="22321"/>
            </a:xfrm>
            <a:custGeom>
              <a:avLst/>
              <a:gdLst/>
              <a:ahLst/>
              <a:cxnLst/>
              <a:rect l="l" t="t" r="r" b="b"/>
              <a:pathLst>
                <a:path w="804" h="805" extrusionOk="0">
                  <a:moveTo>
                    <a:pt x="402" y="1"/>
                  </a:moveTo>
                  <a:cubicBezTo>
                    <a:pt x="298" y="1"/>
                    <a:pt x="196" y="40"/>
                    <a:pt x="117" y="118"/>
                  </a:cubicBezTo>
                  <a:cubicBezTo>
                    <a:pt x="41" y="194"/>
                    <a:pt x="0" y="294"/>
                    <a:pt x="0" y="403"/>
                  </a:cubicBezTo>
                  <a:cubicBezTo>
                    <a:pt x="0" y="509"/>
                    <a:pt x="41" y="611"/>
                    <a:pt x="117" y="687"/>
                  </a:cubicBezTo>
                  <a:cubicBezTo>
                    <a:pt x="195" y="766"/>
                    <a:pt x="298" y="805"/>
                    <a:pt x="401" y="805"/>
                  </a:cubicBezTo>
                  <a:cubicBezTo>
                    <a:pt x="504" y="805"/>
                    <a:pt x="607" y="766"/>
                    <a:pt x="685" y="687"/>
                  </a:cubicBezTo>
                  <a:cubicBezTo>
                    <a:pt x="761" y="610"/>
                    <a:pt x="804" y="509"/>
                    <a:pt x="804" y="403"/>
                  </a:cubicBezTo>
                  <a:cubicBezTo>
                    <a:pt x="804" y="294"/>
                    <a:pt x="761" y="194"/>
                    <a:pt x="685" y="118"/>
                  </a:cubicBezTo>
                  <a:cubicBezTo>
                    <a:pt x="608" y="40"/>
                    <a:pt x="504" y="1"/>
                    <a:pt x="4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56"/>
            <p:cNvSpPr/>
            <p:nvPr/>
          </p:nvSpPr>
          <p:spPr>
            <a:xfrm>
              <a:off x="4196597" y="1624221"/>
              <a:ext cx="22321" cy="22293"/>
            </a:xfrm>
            <a:custGeom>
              <a:avLst/>
              <a:gdLst/>
              <a:ahLst/>
              <a:cxnLst/>
              <a:rect l="l" t="t" r="r" b="b"/>
              <a:pathLst>
                <a:path w="805" h="804" extrusionOk="0">
                  <a:moveTo>
                    <a:pt x="403" y="0"/>
                  </a:moveTo>
                  <a:cubicBezTo>
                    <a:pt x="300" y="0"/>
                    <a:pt x="197" y="38"/>
                    <a:pt x="119" y="117"/>
                  </a:cubicBezTo>
                  <a:cubicBezTo>
                    <a:pt x="43" y="193"/>
                    <a:pt x="1" y="294"/>
                    <a:pt x="1" y="402"/>
                  </a:cubicBezTo>
                  <a:cubicBezTo>
                    <a:pt x="1" y="508"/>
                    <a:pt x="43" y="609"/>
                    <a:pt x="119" y="685"/>
                  </a:cubicBezTo>
                  <a:cubicBezTo>
                    <a:pt x="197" y="764"/>
                    <a:pt x="300" y="804"/>
                    <a:pt x="403" y="804"/>
                  </a:cubicBezTo>
                  <a:cubicBezTo>
                    <a:pt x="506" y="804"/>
                    <a:pt x="609" y="764"/>
                    <a:pt x="688" y="685"/>
                  </a:cubicBezTo>
                  <a:cubicBezTo>
                    <a:pt x="763" y="609"/>
                    <a:pt x="804" y="508"/>
                    <a:pt x="804" y="402"/>
                  </a:cubicBezTo>
                  <a:cubicBezTo>
                    <a:pt x="804" y="294"/>
                    <a:pt x="763" y="193"/>
                    <a:pt x="688" y="117"/>
                  </a:cubicBezTo>
                  <a:cubicBezTo>
                    <a:pt x="609" y="38"/>
                    <a:pt x="506" y="0"/>
                    <a:pt x="4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34" name="Google Shape;934;p56"/>
            <p:cNvSpPr/>
            <p:nvPr/>
          </p:nvSpPr>
          <p:spPr>
            <a:xfrm>
              <a:off x="3984786" y="1557287"/>
              <a:ext cx="379035" cy="222874"/>
            </a:xfrm>
            <a:custGeom>
              <a:avLst/>
              <a:gdLst/>
              <a:ahLst/>
              <a:cxnLst/>
              <a:rect l="l" t="t" r="r" b="b"/>
              <a:pathLst>
                <a:path w="13670" h="8038" extrusionOk="0">
                  <a:moveTo>
                    <a:pt x="8042" y="1610"/>
                  </a:moveTo>
                  <a:cubicBezTo>
                    <a:pt x="8351" y="1610"/>
                    <a:pt x="8660" y="1727"/>
                    <a:pt x="8895" y="1963"/>
                  </a:cubicBezTo>
                  <a:cubicBezTo>
                    <a:pt x="9243" y="2310"/>
                    <a:pt x="9333" y="2817"/>
                    <a:pt x="9167" y="3250"/>
                  </a:cubicBezTo>
                  <a:lnTo>
                    <a:pt x="10253" y="4182"/>
                  </a:lnTo>
                  <a:cubicBezTo>
                    <a:pt x="10440" y="4075"/>
                    <a:pt x="10648" y="4022"/>
                    <a:pt x="10856" y="4022"/>
                  </a:cubicBezTo>
                  <a:cubicBezTo>
                    <a:pt x="11165" y="4022"/>
                    <a:pt x="11474" y="4139"/>
                    <a:pt x="11709" y="4375"/>
                  </a:cubicBezTo>
                  <a:cubicBezTo>
                    <a:pt x="12179" y="4845"/>
                    <a:pt x="12179" y="5611"/>
                    <a:pt x="11709" y="6081"/>
                  </a:cubicBezTo>
                  <a:cubicBezTo>
                    <a:pt x="11473" y="6315"/>
                    <a:pt x="11165" y="6433"/>
                    <a:pt x="10857" y="6433"/>
                  </a:cubicBezTo>
                  <a:cubicBezTo>
                    <a:pt x="10547" y="6433"/>
                    <a:pt x="10239" y="6315"/>
                    <a:pt x="10004" y="6081"/>
                  </a:cubicBezTo>
                  <a:cubicBezTo>
                    <a:pt x="9656" y="5733"/>
                    <a:pt x="9565" y="5225"/>
                    <a:pt x="9732" y="4792"/>
                  </a:cubicBezTo>
                  <a:lnTo>
                    <a:pt x="8644" y="3860"/>
                  </a:lnTo>
                  <a:cubicBezTo>
                    <a:pt x="8458" y="3967"/>
                    <a:pt x="8251" y="4021"/>
                    <a:pt x="8042" y="4021"/>
                  </a:cubicBezTo>
                  <a:cubicBezTo>
                    <a:pt x="7894" y="4021"/>
                    <a:pt x="7747" y="3993"/>
                    <a:pt x="7608" y="3941"/>
                  </a:cubicBezTo>
                  <a:lnTo>
                    <a:pt x="6676" y="5028"/>
                  </a:lnTo>
                  <a:cubicBezTo>
                    <a:pt x="6779" y="5209"/>
                    <a:pt x="6836" y="5415"/>
                    <a:pt x="6836" y="5630"/>
                  </a:cubicBezTo>
                  <a:cubicBezTo>
                    <a:pt x="6836" y="5952"/>
                    <a:pt x="6711" y="6255"/>
                    <a:pt x="6483" y="6483"/>
                  </a:cubicBezTo>
                  <a:cubicBezTo>
                    <a:pt x="6255" y="6709"/>
                    <a:pt x="5953" y="6835"/>
                    <a:pt x="5630" y="6835"/>
                  </a:cubicBezTo>
                  <a:cubicBezTo>
                    <a:pt x="5307" y="6835"/>
                    <a:pt x="5004" y="6711"/>
                    <a:pt x="4776" y="6481"/>
                  </a:cubicBezTo>
                  <a:cubicBezTo>
                    <a:pt x="4433" y="6138"/>
                    <a:pt x="4340" y="5628"/>
                    <a:pt x="4505" y="5196"/>
                  </a:cubicBezTo>
                  <a:lnTo>
                    <a:pt x="3418" y="4262"/>
                  </a:lnTo>
                  <a:cubicBezTo>
                    <a:pt x="3232" y="4369"/>
                    <a:pt x="3023" y="4423"/>
                    <a:pt x="2816" y="4423"/>
                  </a:cubicBezTo>
                  <a:cubicBezTo>
                    <a:pt x="2506" y="4423"/>
                    <a:pt x="2198" y="4304"/>
                    <a:pt x="1963" y="4069"/>
                  </a:cubicBezTo>
                  <a:cubicBezTo>
                    <a:pt x="1492" y="3599"/>
                    <a:pt x="1492" y="2835"/>
                    <a:pt x="1963" y="2364"/>
                  </a:cubicBezTo>
                  <a:cubicBezTo>
                    <a:pt x="2198" y="2129"/>
                    <a:pt x="2507" y="2012"/>
                    <a:pt x="2816" y="2012"/>
                  </a:cubicBezTo>
                  <a:cubicBezTo>
                    <a:pt x="3125" y="2012"/>
                    <a:pt x="3434" y="2129"/>
                    <a:pt x="3669" y="2364"/>
                  </a:cubicBezTo>
                  <a:cubicBezTo>
                    <a:pt x="4015" y="2712"/>
                    <a:pt x="4106" y="3220"/>
                    <a:pt x="3941" y="3651"/>
                  </a:cubicBezTo>
                  <a:lnTo>
                    <a:pt x="5028" y="4584"/>
                  </a:lnTo>
                  <a:cubicBezTo>
                    <a:pt x="5209" y="4480"/>
                    <a:pt x="5415" y="4423"/>
                    <a:pt x="5630" y="4423"/>
                  </a:cubicBezTo>
                  <a:cubicBezTo>
                    <a:pt x="5782" y="4423"/>
                    <a:pt x="5928" y="4451"/>
                    <a:pt x="6065" y="4505"/>
                  </a:cubicBezTo>
                  <a:lnTo>
                    <a:pt x="6997" y="3416"/>
                  </a:lnTo>
                  <a:cubicBezTo>
                    <a:pt x="6731" y="2956"/>
                    <a:pt x="6795" y="2356"/>
                    <a:pt x="7188" y="1963"/>
                  </a:cubicBezTo>
                  <a:cubicBezTo>
                    <a:pt x="7424" y="1727"/>
                    <a:pt x="7733" y="1610"/>
                    <a:pt x="8042" y="1610"/>
                  </a:cubicBezTo>
                  <a:close/>
                  <a:moveTo>
                    <a:pt x="1" y="1"/>
                  </a:moveTo>
                  <a:lnTo>
                    <a:pt x="1" y="8037"/>
                  </a:lnTo>
                  <a:lnTo>
                    <a:pt x="13669" y="8037"/>
                  </a:lnTo>
                  <a:lnTo>
                    <a:pt x="136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35" name="Google Shape;935;p56"/>
            <p:cNvSpPr/>
            <p:nvPr/>
          </p:nvSpPr>
          <p:spPr>
            <a:xfrm>
              <a:off x="4128636" y="1702218"/>
              <a:ext cx="23402" cy="22321"/>
            </a:xfrm>
            <a:custGeom>
              <a:avLst/>
              <a:gdLst/>
              <a:ahLst/>
              <a:cxnLst/>
              <a:rect l="l" t="t" r="r" b="b"/>
              <a:pathLst>
                <a:path w="844" h="805" extrusionOk="0">
                  <a:moveTo>
                    <a:pt x="442" y="1"/>
                  </a:moveTo>
                  <a:cubicBezTo>
                    <a:pt x="335" y="1"/>
                    <a:pt x="234" y="42"/>
                    <a:pt x="158" y="118"/>
                  </a:cubicBezTo>
                  <a:cubicBezTo>
                    <a:pt x="148" y="128"/>
                    <a:pt x="144" y="134"/>
                    <a:pt x="141" y="135"/>
                  </a:cubicBezTo>
                  <a:lnTo>
                    <a:pt x="136" y="142"/>
                  </a:lnTo>
                  <a:cubicBezTo>
                    <a:pt x="0" y="300"/>
                    <a:pt x="9" y="538"/>
                    <a:pt x="158" y="686"/>
                  </a:cubicBezTo>
                  <a:cubicBezTo>
                    <a:pt x="234" y="763"/>
                    <a:pt x="335" y="804"/>
                    <a:pt x="442" y="804"/>
                  </a:cubicBezTo>
                  <a:cubicBezTo>
                    <a:pt x="550" y="804"/>
                    <a:pt x="651" y="763"/>
                    <a:pt x="727" y="686"/>
                  </a:cubicBezTo>
                  <a:cubicBezTo>
                    <a:pt x="803" y="610"/>
                    <a:pt x="843" y="509"/>
                    <a:pt x="843" y="403"/>
                  </a:cubicBezTo>
                  <a:cubicBezTo>
                    <a:pt x="843" y="294"/>
                    <a:pt x="803" y="194"/>
                    <a:pt x="727" y="118"/>
                  </a:cubicBezTo>
                  <a:cubicBezTo>
                    <a:pt x="651" y="42"/>
                    <a:pt x="550" y="1"/>
                    <a:pt x="4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36" name="Google Shape;936;p56"/>
            <p:cNvSpPr/>
            <p:nvPr/>
          </p:nvSpPr>
          <p:spPr>
            <a:xfrm>
              <a:off x="4274622" y="1691100"/>
              <a:ext cx="22348" cy="22293"/>
            </a:xfrm>
            <a:custGeom>
              <a:avLst/>
              <a:gdLst/>
              <a:ahLst/>
              <a:cxnLst/>
              <a:rect l="l" t="t" r="r" b="b"/>
              <a:pathLst>
                <a:path w="806" h="804" extrusionOk="0">
                  <a:moveTo>
                    <a:pt x="404" y="0"/>
                  </a:moveTo>
                  <a:cubicBezTo>
                    <a:pt x="300" y="0"/>
                    <a:pt x="198" y="38"/>
                    <a:pt x="119" y="117"/>
                  </a:cubicBezTo>
                  <a:cubicBezTo>
                    <a:pt x="43" y="193"/>
                    <a:pt x="1" y="294"/>
                    <a:pt x="1" y="402"/>
                  </a:cubicBezTo>
                  <a:cubicBezTo>
                    <a:pt x="1" y="508"/>
                    <a:pt x="43" y="609"/>
                    <a:pt x="119" y="685"/>
                  </a:cubicBezTo>
                  <a:cubicBezTo>
                    <a:pt x="197" y="764"/>
                    <a:pt x="300" y="804"/>
                    <a:pt x="403" y="804"/>
                  </a:cubicBezTo>
                  <a:cubicBezTo>
                    <a:pt x="506" y="804"/>
                    <a:pt x="609" y="764"/>
                    <a:pt x="687" y="685"/>
                  </a:cubicBezTo>
                  <a:cubicBezTo>
                    <a:pt x="763" y="609"/>
                    <a:pt x="806" y="508"/>
                    <a:pt x="806" y="402"/>
                  </a:cubicBezTo>
                  <a:cubicBezTo>
                    <a:pt x="806" y="294"/>
                    <a:pt x="763" y="193"/>
                    <a:pt x="687" y="117"/>
                  </a:cubicBezTo>
                  <a:cubicBezTo>
                    <a:pt x="608" y="39"/>
                    <a:pt x="506" y="0"/>
                    <a:pt x="4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937" name="Google Shape;937;p56"/>
          <p:cNvGrpSpPr/>
          <p:nvPr/>
        </p:nvGrpSpPr>
        <p:grpSpPr>
          <a:xfrm>
            <a:off x="4224837" y="2076383"/>
            <a:ext cx="505380" cy="505380"/>
            <a:chOff x="3168627" y="1557287"/>
            <a:chExt cx="379035" cy="379035"/>
          </a:xfrm>
        </p:grpSpPr>
        <p:sp>
          <p:nvSpPr>
            <p:cNvPr id="938" name="Google Shape;938;p56"/>
            <p:cNvSpPr/>
            <p:nvPr/>
          </p:nvSpPr>
          <p:spPr>
            <a:xfrm>
              <a:off x="3168627" y="1557287"/>
              <a:ext cx="379035" cy="55566"/>
            </a:xfrm>
            <a:custGeom>
              <a:avLst/>
              <a:gdLst/>
              <a:ahLst/>
              <a:cxnLst/>
              <a:rect l="l" t="t" r="r" b="b"/>
              <a:pathLst>
                <a:path w="13670" h="2004" extrusionOk="0">
                  <a:moveTo>
                    <a:pt x="1" y="1"/>
                  </a:moveTo>
                  <a:lnTo>
                    <a:pt x="1" y="2004"/>
                  </a:lnTo>
                  <a:lnTo>
                    <a:pt x="13669" y="2004"/>
                  </a:lnTo>
                  <a:lnTo>
                    <a:pt x="136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56"/>
            <p:cNvSpPr/>
            <p:nvPr/>
          </p:nvSpPr>
          <p:spPr>
            <a:xfrm>
              <a:off x="3190837" y="1635035"/>
              <a:ext cx="334615" cy="301287"/>
            </a:xfrm>
            <a:custGeom>
              <a:avLst/>
              <a:gdLst/>
              <a:ahLst/>
              <a:cxnLst/>
              <a:rect l="l" t="t" r="r" b="b"/>
              <a:pathLst>
                <a:path w="12068" h="10866" extrusionOk="0">
                  <a:moveTo>
                    <a:pt x="9819" y="836"/>
                  </a:moveTo>
                  <a:lnTo>
                    <a:pt x="10388" y="1404"/>
                  </a:lnTo>
                  <a:lnTo>
                    <a:pt x="9819" y="1972"/>
                  </a:lnTo>
                  <a:lnTo>
                    <a:pt x="10388" y="2541"/>
                  </a:lnTo>
                  <a:lnTo>
                    <a:pt x="9819" y="3109"/>
                  </a:lnTo>
                  <a:lnTo>
                    <a:pt x="9251" y="2541"/>
                  </a:lnTo>
                  <a:lnTo>
                    <a:pt x="8683" y="3109"/>
                  </a:lnTo>
                  <a:lnTo>
                    <a:pt x="8113" y="2541"/>
                  </a:lnTo>
                  <a:lnTo>
                    <a:pt x="8683" y="1972"/>
                  </a:lnTo>
                  <a:lnTo>
                    <a:pt x="8113" y="1404"/>
                  </a:lnTo>
                  <a:lnTo>
                    <a:pt x="8683" y="836"/>
                  </a:lnTo>
                  <a:lnTo>
                    <a:pt x="9251" y="1404"/>
                  </a:lnTo>
                  <a:lnTo>
                    <a:pt x="9819" y="836"/>
                  </a:lnTo>
                  <a:close/>
                  <a:moveTo>
                    <a:pt x="2404" y="828"/>
                  </a:moveTo>
                  <a:lnTo>
                    <a:pt x="2404" y="3230"/>
                  </a:lnTo>
                  <a:lnTo>
                    <a:pt x="3231" y="3230"/>
                  </a:lnTo>
                  <a:lnTo>
                    <a:pt x="3231" y="1629"/>
                  </a:lnTo>
                  <a:lnTo>
                    <a:pt x="4033" y="1629"/>
                  </a:lnTo>
                  <a:lnTo>
                    <a:pt x="4033" y="3230"/>
                  </a:lnTo>
                  <a:lnTo>
                    <a:pt x="4833" y="3230"/>
                  </a:lnTo>
                  <a:lnTo>
                    <a:pt x="4833" y="1229"/>
                  </a:lnTo>
                  <a:lnTo>
                    <a:pt x="5634" y="1229"/>
                  </a:lnTo>
                  <a:lnTo>
                    <a:pt x="5634" y="3230"/>
                  </a:lnTo>
                  <a:lnTo>
                    <a:pt x="6434" y="3230"/>
                  </a:lnTo>
                  <a:lnTo>
                    <a:pt x="6434" y="4032"/>
                  </a:lnTo>
                  <a:lnTo>
                    <a:pt x="1603" y="4032"/>
                  </a:lnTo>
                  <a:lnTo>
                    <a:pt x="1603" y="828"/>
                  </a:lnTo>
                  <a:close/>
                  <a:moveTo>
                    <a:pt x="4040" y="4785"/>
                  </a:moveTo>
                  <a:lnTo>
                    <a:pt x="5665" y="5595"/>
                  </a:lnTo>
                  <a:lnTo>
                    <a:pt x="7654" y="4802"/>
                  </a:lnTo>
                  <a:lnTo>
                    <a:pt x="9741" y="5633"/>
                  </a:lnTo>
                  <a:lnTo>
                    <a:pt x="10467" y="5633"/>
                  </a:lnTo>
                  <a:lnTo>
                    <a:pt x="10467" y="6434"/>
                  </a:lnTo>
                  <a:lnTo>
                    <a:pt x="9586" y="6434"/>
                  </a:lnTo>
                  <a:lnTo>
                    <a:pt x="7654" y="5664"/>
                  </a:lnTo>
                  <a:lnTo>
                    <a:pt x="5628" y="6472"/>
                  </a:lnTo>
                  <a:lnTo>
                    <a:pt x="4039" y="5680"/>
                  </a:lnTo>
                  <a:lnTo>
                    <a:pt x="2528" y="6434"/>
                  </a:lnTo>
                  <a:lnTo>
                    <a:pt x="1629" y="6434"/>
                  </a:lnTo>
                  <a:lnTo>
                    <a:pt x="1629" y="5633"/>
                  </a:lnTo>
                  <a:lnTo>
                    <a:pt x="2338" y="5633"/>
                  </a:lnTo>
                  <a:lnTo>
                    <a:pt x="4040" y="4785"/>
                  </a:lnTo>
                  <a:close/>
                  <a:moveTo>
                    <a:pt x="1" y="0"/>
                  </a:moveTo>
                  <a:lnTo>
                    <a:pt x="1" y="7635"/>
                  </a:lnTo>
                  <a:lnTo>
                    <a:pt x="5634" y="7635"/>
                  </a:lnTo>
                  <a:lnTo>
                    <a:pt x="5634" y="8585"/>
                  </a:lnTo>
                  <a:lnTo>
                    <a:pt x="2268" y="10094"/>
                  </a:lnTo>
                  <a:lnTo>
                    <a:pt x="2594" y="10831"/>
                  </a:lnTo>
                  <a:lnTo>
                    <a:pt x="5634" y="9468"/>
                  </a:lnTo>
                  <a:lnTo>
                    <a:pt x="5634" y="10865"/>
                  </a:lnTo>
                  <a:lnTo>
                    <a:pt x="6434" y="10865"/>
                  </a:lnTo>
                  <a:lnTo>
                    <a:pt x="6434" y="9468"/>
                  </a:lnTo>
                  <a:lnTo>
                    <a:pt x="9476" y="10831"/>
                  </a:lnTo>
                  <a:lnTo>
                    <a:pt x="9800" y="10094"/>
                  </a:lnTo>
                  <a:lnTo>
                    <a:pt x="6434" y="8585"/>
                  </a:lnTo>
                  <a:lnTo>
                    <a:pt x="6434" y="7635"/>
                  </a:lnTo>
                  <a:lnTo>
                    <a:pt x="12068" y="7635"/>
                  </a:lnTo>
                  <a:lnTo>
                    <a:pt x="120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940" name="Google Shape;940;p56"/>
          <p:cNvSpPr/>
          <p:nvPr/>
        </p:nvSpPr>
        <p:spPr>
          <a:xfrm>
            <a:off x="2048450" y="2076384"/>
            <a:ext cx="505417" cy="505417"/>
          </a:xfrm>
          <a:custGeom>
            <a:avLst/>
            <a:gdLst/>
            <a:ahLst/>
            <a:cxnLst/>
            <a:rect l="l" t="t" r="r" b="b"/>
            <a:pathLst>
              <a:path w="13671" h="13671" extrusionOk="0">
                <a:moveTo>
                  <a:pt x="4602" y="2896"/>
                </a:moveTo>
                <a:lnTo>
                  <a:pt x="6537" y="6979"/>
                </a:lnTo>
                <a:lnTo>
                  <a:pt x="4802" y="9387"/>
                </a:lnTo>
                <a:lnTo>
                  <a:pt x="3217" y="7406"/>
                </a:lnTo>
                <a:lnTo>
                  <a:pt x="1603" y="9343"/>
                </a:lnTo>
                <a:lnTo>
                  <a:pt x="1603" y="3779"/>
                </a:lnTo>
                <a:lnTo>
                  <a:pt x="4602" y="2896"/>
                </a:lnTo>
                <a:close/>
                <a:moveTo>
                  <a:pt x="801" y="1"/>
                </a:moveTo>
                <a:lnTo>
                  <a:pt x="801" y="803"/>
                </a:lnTo>
                <a:lnTo>
                  <a:pt x="0" y="803"/>
                </a:lnTo>
                <a:lnTo>
                  <a:pt x="0" y="1603"/>
                </a:lnTo>
                <a:lnTo>
                  <a:pt x="801" y="1603"/>
                </a:lnTo>
                <a:lnTo>
                  <a:pt x="801" y="2404"/>
                </a:lnTo>
                <a:lnTo>
                  <a:pt x="0" y="2404"/>
                </a:lnTo>
                <a:lnTo>
                  <a:pt x="0" y="3232"/>
                </a:lnTo>
                <a:lnTo>
                  <a:pt x="801" y="3232"/>
                </a:lnTo>
                <a:lnTo>
                  <a:pt x="801" y="4033"/>
                </a:lnTo>
                <a:lnTo>
                  <a:pt x="0" y="4033"/>
                </a:lnTo>
                <a:lnTo>
                  <a:pt x="0" y="4833"/>
                </a:lnTo>
                <a:lnTo>
                  <a:pt x="801" y="4833"/>
                </a:lnTo>
                <a:lnTo>
                  <a:pt x="801" y="5634"/>
                </a:lnTo>
                <a:lnTo>
                  <a:pt x="0" y="5634"/>
                </a:lnTo>
                <a:lnTo>
                  <a:pt x="0" y="6436"/>
                </a:lnTo>
                <a:lnTo>
                  <a:pt x="801" y="6436"/>
                </a:lnTo>
                <a:lnTo>
                  <a:pt x="801" y="7237"/>
                </a:lnTo>
                <a:lnTo>
                  <a:pt x="0" y="7237"/>
                </a:lnTo>
                <a:lnTo>
                  <a:pt x="0" y="8037"/>
                </a:lnTo>
                <a:lnTo>
                  <a:pt x="801" y="8037"/>
                </a:lnTo>
                <a:lnTo>
                  <a:pt x="801" y="8838"/>
                </a:lnTo>
                <a:lnTo>
                  <a:pt x="0" y="8838"/>
                </a:lnTo>
                <a:lnTo>
                  <a:pt x="0" y="9640"/>
                </a:lnTo>
                <a:lnTo>
                  <a:pt x="801" y="9640"/>
                </a:lnTo>
                <a:lnTo>
                  <a:pt x="801" y="10440"/>
                </a:lnTo>
                <a:lnTo>
                  <a:pt x="0" y="10440"/>
                </a:lnTo>
                <a:lnTo>
                  <a:pt x="0" y="11267"/>
                </a:lnTo>
                <a:lnTo>
                  <a:pt x="801" y="11267"/>
                </a:lnTo>
                <a:lnTo>
                  <a:pt x="801" y="12870"/>
                </a:lnTo>
                <a:lnTo>
                  <a:pt x="2404" y="12870"/>
                </a:lnTo>
                <a:lnTo>
                  <a:pt x="2404" y="13670"/>
                </a:lnTo>
                <a:lnTo>
                  <a:pt x="3204" y="13670"/>
                </a:lnTo>
                <a:lnTo>
                  <a:pt x="3204" y="12870"/>
                </a:lnTo>
                <a:lnTo>
                  <a:pt x="4031" y="12870"/>
                </a:lnTo>
                <a:lnTo>
                  <a:pt x="4031" y="13670"/>
                </a:lnTo>
                <a:lnTo>
                  <a:pt x="4833" y="13670"/>
                </a:lnTo>
                <a:lnTo>
                  <a:pt x="4833" y="12870"/>
                </a:lnTo>
                <a:lnTo>
                  <a:pt x="5634" y="12870"/>
                </a:lnTo>
                <a:lnTo>
                  <a:pt x="5634" y="13670"/>
                </a:lnTo>
                <a:lnTo>
                  <a:pt x="6434" y="13670"/>
                </a:lnTo>
                <a:lnTo>
                  <a:pt x="6434" y="12870"/>
                </a:lnTo>
                <a:lnTo>
                  <a:pt x="7235" y="12870"/>
                </a:lnTo>
                <a:lnTo>
                  <a:pt x="7235" y="13670"/>
                </a:lnTo>
                <a:lnTo>
                  <a:pt x="8037" y="13670"/>
                </a:lnTo>
                <a:lnTo>
                  <a:pt x="8037" y="12870"/>
                </a:lnTo>
                <a:lnTo>
                  <a:pt x="8838" y="12870"/>
                </a:lnTo>
                <a:lnTo>
                  <a:pt x="8838" y="13670"/>
                </a:lnTo>
                <a:lnTo>
                  <a:pt x="9638" y="13670"/>
                </a:lnTo>
                <a:lnTo>
                  <a:pt x="9638" y="12870"/>
                </a:lnTo>
                <a:lnTo>
                  <a:pt x="10467" y="12870"/>
                </a:lnTo>
                <a:lnTo>
                  <a:pt x="10467" y="13670"/>
                </a:lnTo>
                <a:lnTo>
                  <a:pt x="11267" y="13670"/>
                </a:lnTo>
                <a:lnTo>
                  <a:pt x="11267" y="12870"/>
                </a:lnTo>
                <a:lnTo>
                  <a:pt x="12068" y="12870"/>
                </a:lnTo>
                <a:lnTo>
                  <a:pt x="12068" y="13670"/>
                </a:lnTo>
                <a:lnTo>
                  <a:pt x="12868" y="13670"/>
                </a:lnTo>
                <a:lnTo>
                  <a:pt x="12868" y="12870"/>
                </a:lnTo>
                <a:lnTo>
                  <a:pt x="13670" y="12870"/>
                </a:lnTo>
                <a:lnTo>
                  <a:pt x="13670" y="12069"/>
                </a:lnTo>
                <a:lnTo>
                  <a:pt x="1603" y="12069"/>
                </a:lnTo>
                <a:lnTo>
                  <a:pt x="1603" y="12068"/>
                </a:lnTo>
                <a:lnTo>
                  <a:pt x="1603" y="10600"/>
                </a:lnTo>
                <a:lnTo>
                  <a:pt x="3206" y="8677"/>
                </a:lnTo>
                <a:lnTo>
                  <a:pt x="4838" y="10716"/>
                </a:lnTo>
                <a:lnTo>
                  <a:pt x="6933" y="7809"/>
                </a:lnTo>
                <a:lnTo>
                  <a:pt x="8322" y="10740"/>
                </a:lnTo>
                <a:lnTo>
                  <a:pt x="10439" y="8623"/>
                </a:lnTo>
                <a:cubicBezTo>
                  <a:pt x="10683" y="8768"/>
                  <a:pt x="10963" y="8845"/>
                  <a:pt x="11254" y="8845"/>
                </a:cubicBezTo>
                <a:cubicBezTo>
                  <a:pt x="11289" y="8845"/>
                  <a:pt x="11323" y="8844"/>
                  <a:pt x="11358" y="8842"/>
                </a:cubicBezTo>
                <a:cubicBezTo>
                  <a:pt x="12179" y="8792"/>
                  <a:pt x="12836" y="8118"/>
                  <a:pt x="12864" y="7296"/>
                </a:cubicBezTo>
                <a:cubicBezTo>
                  <a:pt x="12897" y="6380"/>
                  <a:pt x="12166" y="5630"/>
                  <a:pt x="11257" y="5630"/>
                </a:cubicBezTo>
                <a:cubicBezTo>
                  <a:pt x="10827" y="5630"/>
                  <a:pt x="10423" y="5798"/>
                  <a:pt x="10119" y="6100"/>
                </a:cubicBezTo>
                <a:cubicBezTo>
                  <a:pt x="9815" y="6404"/>
                  <a:pt x="9647" y="6809"/>
                  <a:pt x="9647" y="7238"/>
                </a:cubicBezTo>
                <a:cubicBezTo>
                  <a:pt x="9647" y="7530"/>
                  <a:pt x="9726" y="7809"/>
                  <a:pt x="9870" y="8055"/>
                </a:cubicBezTo>
                <a:lnTo>
                  <a:pt x="8560" y="9364"/>
                </a:lnTo>
                <a:lnTo>
                  <a:pt x="7470" y="7064"/>
                </a:lnTo>
                <a:lnTo>
                  <a:pt x="10091" y="3428"/>
                </a:lnTo>
                <a:cubicBezTo>
                  <a:pt x="10322" y="3553"/>
                  <a:pt x="10583" y="3620"/>
                  <a:pt x="10852" y="3620"/>
                </a:cubicBezTo>
                <a:cubicBezTo>
                  <a:pt x="10879" y="3620"/>
                  <a:pt x="10906" y="3619"/>
                  <a:pt x="10933" y="3618"/>
                </a:cubicBezTo>
                <a:cubicBezTo>
                  <a:pt x="11770" y="3578"/>
                  <a:pt x="12442" y="2889"/>
                  <a:pt x="12462" y="2052"/>
                </a:cubicBezTo>
                <a:cubicBezTo>
                  <a:pt x="12485" y="1145"/>
                  <a:pt x="11757" y="403"/>
                  <a:pt x="10855" y="403"/>
                </a:cubicBezTo>
                <a:cubicBezTo>
                  <a:pt x="10842" y="403"/>
                  <a:pt x="10829" y="403"/>
                  <a:pt x="10816" y="404"/>
                </a:cubicBezTo>
                <a:cubicBezTo>
                  <a:pt x="9977" y="423"/>
                  <a:pt x="9285" y="1098"/>
                  <a:pt x="9247" y="1936"/>
                </a:cubicBezTo>
                <a:cubicBezTo>
                  <a:pt x="9232" y="2274"/>
                  <a:pt x="9320" y="2600"/>
                  <a:pt x="9496" y="2876"/>
                </a:cubicBezTo>
                <a:lnTo>
                  <a:pt x="7076" y="6234"/>
                </a:lnTo>
                <a:lnTo>
                  <a:pt x="5036" y="1930"/>
                </a:lnTo>
                <a:lnTo>
                  <a:pt x="1603" y="2940"/>
                </a:lnTo>
                <a:lnTo>
                  <a:pt x="160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941" name="Google Shape;941;p56"/>
          <p:cNvGrpSpPr/>
          <p:nvPr/>
        </p:nvGrpSpPr>
        <p:grpSpPr>
          <a:xfrm>
            <a:off x="3136662" y="2076383"/>
            <a:ext cx="505343" cy="504456"/>
            <a:chOff x="2352496" y="1557287"/>
            <a:chExt cx="379007" cy="378342"/>
          </a:xfrm>
        </p:grpSpPr>
        <p:sp>
          <p:nvSpPr>
            <p:cNvPr id="942" name="Google Shape;942;p56"/>
            <p:cNvSpPr/>
            <p:nvPr/>
          </p:nvSpPr>
          <p:spPr>
            <a:xfrm>
              <a:off x="2497594" y="1847899"/>
              <a:ext cx="88867" cy="87730"/>
            </a:xfrm>
            <a:custGeom>
              <a:avLst/>
              <a:gdLst/>
              <a:ahLst/>
              <a:cxnLst/>
              <a:rect l="l" t="t" r="r" b="b"/>
              <a:pathLst>
                <a:path w="3205" h="3164" extrusionOk="0">
                  <a:moveTo>
                    <a:pt x="0" y="0"/>
                  </a:moveTo>
                  <a:lnTo>
                    <a:pt x="0" y="3163"/>
                  </a:lnTo>
                  <a:lnTo>
                    <a:pt x="1601" y="2162"/>
                  </a:lnTo>
                  <a:lnTo>
                    <a:pt x="3204" y="3163"/>
                  </a:lnTo>
                  <a:lnTo>
                    <a:pt x="3204" y="0"/>
                  </a:lnTo>
                  <a:cubicBezTo>
                    <a:pt x="2737" y="310"/>
                    <a:pt x="2184" y="479"/>
                    <a:pt x="1601" y="479"/>
                  </a:cubicBezTo>
                  <a:cubicBezTo>
                    <a:pt x="1020" y="479"/>
                    <a:pt x="468" y="310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56"/>
            <p:cNvSpPr/>
            <p:nvPr/>
          </p:nvSpPr>
          <p:spPr>
            <a:xfrm>
              <a:off x="2352496" y="1557287"/>
              <a:ext cx="379007" cy="233965"/>
            </a:xfrm>
            <a:custGeom>
              <a:avLst/>
              <a:gdLst/>
              <a:ahLst/>
              <a:cxnLst/>
              <a:rect l="l" t="t" r="r" b="b"/>
              <a:pathLst>
                <a:path w="13669" h="8438" extrusionOk="0">
                  <a:moveTo>
                    <a:pt x="6034" y="1603"/>
                  </a:moveTo>
                  <a:lnTo>
                    <a:pt x="6034" y="2404"/>
                  </a:lnTo>
                  <a:lnTo>
                    <a:pt x="1603" y="2404"/>
                  </a:lnTo>
                  <a:lnTo>
                    <a:pt x="1603" y="1603"/>
                  </a:lnTo>
                  <a:close/>
                  <a:moveTo>
                    <a:pt x="12067" y="1603"/>
                  </a:moveTo>
                  <a:lnTo>
                    <a:pt x="12067" y="2404"/>
                  </a:lnTo>
                  <a:lnTo>
                    <a:pt x="7235" y="2404"/>
                  </a:lnTo>
                  <a:lnTo>
                    <a:pt x="7235" y="1603"/>
                  </a:lnTo>
                  <a:close/>
                  <a:moveTo>
                    <a:pt x="12067" y="3232"/>
                  </a:moveTo>
                  <a:lnTo>
                    <a:pt x="12067" y="4033"/>
                  </a:lnTo>
                  <a:lnTo>
                    <a:pt x="1603" y="4033"/>
                  </a:lnTo>
                  <a:lnTo>
                    <a:pt x="1603" y="3232"/>
                  </a:lnTo>
                  <a:close/>
                  <a:moveTo>
                    <a:pt x="4005" y="4833"/>
                  </a:moveTo>
                  <a:lnTo>
                    <a:pt x="4005" y="5634"/>
                  </a:lnTo>
                  <a:lnTo>
                    <a:pt x="1603" y="5634"/>
                  </a:lnTo>
                  <a:lnTo>
                    <a:pt x="1603" y="4833"/>
                  </a:lnTo>
                  <a:close/>
                  <a:moveTo>
                    <a:pt x="12067" y="4833"/>
                  </a:moveTo>
                  <a:lnTo>
                    <a:pt x="12067" y="5634"/>
                  </a:lnTo>
                  <a:lnTo>
                    <a:pt x="9664" y="5634"/>
                  </a:lnTo>
                  <a:lnTo>
                    <a:pt x="9664" y="4833"/>
                  </a:lnTo>
                  <a:close/>
                  <a:moveTo>
                    <a:pt x="0" y="1"/>
                  </a:moveTo>
                  <a:lnTo>
                    <a:pt x="0" y="8437"/>
                  </a:lnTo>
                  <a:lnTo>
                    <a:pt x="4050" y="8437"/>
                  </a:lnTo>
                  <a:cubicBezTo>
                    <a:pt x="4031" y="8306"/>
                    <a:pt x="4021" y="8172"/>
                    <a:pt x="4021" y="8036"/>
                  </a:cubicBezTo>
                  <a:cubicBezTo>
                    <a:pt x="4021" y="6486"/>
                    <a:pt x="5283" y="5223"/>
                    <a:pt x="6834" y="5223"/>
                  </a:cubicBezTo>
                  <a:cubicBezTo>
                    <a:pt x="8386" y="5223"/>
                    <a:pt x="9648" y="6486"/>
                    <a:pt x="9648" y="8036"/>
                  </a:cubicBezTo>
                  <a:cubicBezTo>
                    <a:pt x="9648" y="8172"/>
                    <a:pt x="9638" y="8306"/>
                    <a:pt x="9620" y="8437"/>
                  </a:cubicBezTo>
                  <a:lnTo>
                    <a:pt x="13669" y="8437"/>
                  </a:lnTo>
                  <a:lnTo>
                    <a:pt x="136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56"/>
            <p:cNvSpPr/>
            <p:nvPr/>
          </p:nvSpPr>
          <p:spPr>
            <a:xfrm>
              <a:off x="2483481" y="1721711"/>
              <a:ext cx="117066" cy="117093"/>
            </a:xfrm>
            <a:custGeom>
              <a:avLst/>
              <a:gdLst/>
              <a:ahLst/>
              <a:cxnLst/>
              <a:rect l="l" t="t" r="r" b="b"/>
              <a:pathLst>
                <a:path w="4222" h="4223" extrusionOk="0">
                  <a:moveTo>
                    <a:pt x="2511" y="1707"/>
                  </a:moveTo>
                  <a:lnTo>
                    <a:pt x="2511" y="2507"/>
                  </a:lnTo>
                  <a:lnTo>
                    <a:pt x="1710" y="2507"/>
                  </a:lnTo>
                  <a:lnTo>
                    <a:pt x="1710" y="1707"/>
                  </a:lnTo>
                  <a:close/>
                  <a:moveTo>
                    <a:pt x="2110" y="0"/>
                  </a:moveTo>
                  <a:cubicBezTo>
                    <a:pt x="948" y="0"/>
                    <a:pt x="1" y="947"/>
                    <a:pt x="1" y="2112"/>
                  </a:cubicBezTo>
                  <a:cubicBezTo>
                    <a:pt x="1" y="3251"/>
                    <a:pt x="917" y="4223"/>
                    <a:pt x="2110" y="4223"/>
                  </a:cubicBezTo>
                  <a:cubicBezTo>
                    <a:pt x="3305" y="4223"/>
                    <a:pt x="4221" y="3251"/>
                    <a:pt x="4221" y="2112"/>
                  </a:cubicBezTo>
                  <a:cubicBezTo>
                    <a:pt x="4221" y="947"/>
                    <a:pt x="3275" y="0"/>
                    <a:pt x="21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945" name="Google Shape;945;p56"/>
          <p:cNvGrpSpPr/>
          <p:nvPr/>
        </p:nvGrpSpPr>
        <p:grpSpPr>
          <a:xfrm>
            <a:off x="960016" y="2076384"/>
            <a:ext cx="454509" cy="505417"/>
            <a:chOff x="720012" y="1557287"/>
            <a:chExt cx="340882" cy="379063"/>
          </a:xfrm>
        </p:grpSpPr>
        <p:sp>
          <p:nvSpPr>
            <p:cNvPr id="946" name="Google Shape;946;p56"/>
            <p:cNvSpPr/>
            <p:nvPr/>
          </p:nvSpPr>
          <p:spPr>
            <a:xfrm>
              <a:off x="812705" y="1813821"/>
              <a:ext cx="156217" cy="66990"/>
            </a:xfrm>
            <a:custGeom>
              <a:avLst/>
              <a:gdLst/>
              <a:ahLst/>
              <a:cxnLst/>
              <a:rect l="l" t="t" r="r" b="b"/>
              <a:pathLst>
                <a:path w="5634" h="2416" extrusionOk="0">
                  <a:moveTo>
                    <a:pt x="1134" y="1"/>
                  </a:moveTo>
                  <a:lnTo>
                    <a:pt x="805" y="1615"/>
                  </a:lnTo>
                  <a:lnTo>
                    <a:pt x="0" y="1615"/>
                  </a:lnTo>
                  <a:lnTo>
                    <a:pt x="0" y="2416"/>
                  </a:lnTo>
                  <a:lnTo>
                    <a:pt x="5634" y="2416"/>
                  </a:lnTo>
                  <a:lnTo>
                    <a:pt x="5634" y="1615"/>
                  </a:lnTo>
                  <a:lnTo>
                    <a:pt x="4829" y="1615"/>
                  </a:lnTo>
                  <a:lnTo>
                    <a:pt x="4502" y="1"/>
                  </a:lnTo>
                  <a:cubicBezTo>
                    <a:pt x="3973" y="276"/>
                    <a:pt x="3396" y="414"/>
                    <a:pt x="2818" y="414"/>
                  </a:cubicBezTo>
                  <a:cubicBezTo>
                    <a:pt x="2240" y="414"/>
                    <a:pt x="1662" y="276"/>
                    <a:pt x="11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47" name="Google Shape;947;p56"/>
            <p:cNvSpPr/>
            <p:nvPr/>
          </p:nvSpPr>
          <p:spPr>
            <a:xfrm>
              <a:off x="779487" y="1902993"/>
              <a:ext cx="222097" cy="33356"/>
            </a:xfrm>
            <a:custGeom>
              <a:avLst/>
              <a:gdLst/>
              <a:ahLst/>
              <a:cxnLst/>
              <a:rect l="l" t="t" r="r" b="b"/>
              <a:pathLst>
                <a:path w="8010" h="1203" extrusionOk="0">
                  <a:moveTo>
                    <a:pt x="401" y="0"/>
                  </a:moveTo>
                  <a:lnTo>
                    <a:pt x="0" y="1202"/>
                  </a:lnTo>
                  <a:lnTo>
                    <a:pt x="8009" y="1202"/>
                  </a:lnTo>
                  <a:lnTo>
                    <a:pt x="760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56"/>
            <p:cNvSpPr/>
            <p:nvPr/>
          </p:nvSpPr>
          <p:spPr>
            <a:xfrm>
              <a:off x="868243" y="1668779"/>
              <a:ext cx="44614" cy="44614"/>
            </a:xfrm>
            <a:custGeom>
              <a:avLst/>
              <a:gdLst/>
              <a:ahLst/>
              <a:cxnLst/>
              <a:rect l="l" t="t" r="r" b="b"/>
              <a:pathLst>
                <a:path w="1609" h="1609" extrusionOk="0">
                  <a:moveTo>
                    <a:pt x="804" y="0"/>
                  </a:moveTo>
                  <a:cubicBezTo>
                    <a:pt x="360" y="0"/>
                    <a:pt x="0" y="361"/>
                    <a:pt x="0" y="804"/>
                  </a:cubicBezTo>
                  <a:cubicBezTo>
                    <a:pt x="0" y="1248"/>
                    <a:pt x="360" y="1609"/>
                    <a:pt x="804" y="1609"/>
                  </a:cubicBezTo>
                  <a:cubicBezTo>
                    <a:pt x="1248" y="1609"/>
                    <a:pt x="1609" y="1248"/>
                    <a:pt x="1609" y="804"/>
                  </a:cubicBezTo>
                  <a:cubicBezTo>
                    <a:pt x="1609" y="361"/>
                    <a:pt x="1248" y="0"/>
                    <a:pt x="8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56"/>
            <p:cNvSpPr/>
            <p:nvPr/>
          </p:nvSpPr>
          <p:spPr>
            <a:xfrm>
              <a:off x="790495" y="1623916"/>
              <a:ext cx="200636" cy="178399"/>
            </a:xfrm>
            <a:custGeom>
              <a:avLst/>
              <a:gdLst/>
              <a:ahLst/>
              <a:cxnLst/>
              <a:rect l="l" t="t" r="r" b="b"/>
              <a:pathLst>
                <a:path w="7236" h="6434" extrusionOk="0">
                  <a:moveTo>
                    <a:pt x="3608" y="815"/>
                  </a:moveTo>
                  <a:cubicBezTo>
                    <a:pt x="4495" y="815"/>
                    <a:pt x="5216" y="1536"/>
                    <a:pt x="5216" y="2423"/>
                  </a:cubicBezTo>
                  <a:cubicBezTo>
                    <a:pt x="5216" y="3310"/>
                    <a:pt x="4495" y="4030"/>
                    <a:pt x="3608" y="4030"/>
                  </a:cubicBezTo>
                  <a:cubicBezTo>
                    <a:pt x="2721" y="4030"/>
                    <a:pt x="1999" y="3310"/>
                    <a:pt x="1999" y="2423"/>
                  </a:cubicBezTo>
                  <a:cubicBezTo>
                    <a:pt x="1999" y="1536"/>
                    <a:pt x="2721" y="815"/>
                    <a:pt x="3608" y="815"/>
                  </a:cubicBezTo>
                  <a:close/>
                  <a:moveTo>
                    <a:pt x="1" y="1"/>
                  </a:moveTo>
                  <a:lnTo>
                    <a:pt x="1" y="2815"/>
                  </a:lnTo>
                  <a:cubicBezTo>
                    <a:pt x="1" y="4817"/>
                    <a:pt x="1624" y="6433"/>
                    <a:pt x="3618" y="6433"/>
                  </a:cubicBezTo>
                  <a:cubicBezTo>
                    <a:pt x="5614" y="6433"/>
                    <a:pt x="7235" y="4815"/>
                    <a:pt x="7235" y="2815"/>
                  </a:cubicBezTo>
                  <a:lnTo>
                    <a:pt x="723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50" name="Google Shape;950;p56"/>
            <p:cNvSpPr/>
            <p:nvPr/>
          </p:nvSpPr>
          <p:spPr>
            <a:xfrm>
              <a:off x="790495" y="1557287"/>
              <a:ext cx="200636" cy="44475"/>
            </a:xfrm>
            <a:custGeom>
              <a:avLst/>
              <a:gdLst/>
              <a:ahLst/>
              <a:cxnLst/>
              <a:rect l="l" t="t" r="r" b="b"/>
              <a:pathLst>
                <a:path w="7236" h="1604" extrusionOk="0">
                  <a:moveTo>
                    <a:pt x="1" y="1"/>
                  </a:moveTo>
                  <a:lnTo>
                    <a:pt x="1" y="1603"/>
                  </a:lnTo>
                  <a:lnTo>
                    <a:pt x="7235" y="1603"/>
                  </a:lnTo>
                  <a:cubicBezTo>
                    <a:pt x="7235" y="1127"/>
                    <a:pt x="7235" y="487"/>
                    <a:pt x="72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56"/>
            <p:cNvSpPr/>
            <p:nvPr/>
          </p:nvSpPr>
          <p:spPr>
            <a:xfrm>
              <a:off x="1013341" y="1579496"/>
              <a:ext cx="47553" cy="117925"/>
            </a:xfrm>
            <a:custGeom>
              <a:avLst/>
              <a:gdLst/>
              <a:ahLst/>
              <a:cxnLst/>
              <a:rect l="l" t="t" r="r" b="b"/>
              <a:pathLst>
                <a:path w="1715" h="4253" extrusionOk="0">
                  <a:moveTo>
                    <a:pt x="1714" y="0"/>
                  </a:moveTo>
                  <a:lnTo>
                    <a:pt x="0" y="2"/>
                  </a:lnTo>
                  <a:lnTo>
                    <a:pt x="0" y="802"/>
                  </a:lnTo>
                  <a:lnTo>
                    <a:pt x="689" y="802"/>
                  </a:lnTo>
                  <a:lnTo>
                    <a:pt x="56" y="3330"/>
                  </a:lnTo>
                  <a:lnTo>
                    <a:pt x="0" y="3357"/>
                  </a:lnTo>
                  <a:lnTo>
                    <a:pt x="0" y="4253"/>
                  </a:lnTo>
                  <a:lnTo>
                    <a:pt x="744" y="3880"/>
                  </a:lnTo>
                  <a:lnTo>
                    <a:pt x="171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56"/>
            <p:cNvSpPr/>
            <p:nvPr/>
          </p:nvSpPr>
          <p:spPr>
            <a:xfrm>
              <a:off x="720012" y="1579524"/>
              <a:ext cx="47580" cy="117897"/>
            </a:xfrm>
            <a:custGeom>
              <a:avLst/>
              <a:gdLst/>
              <a:ahLst/>
              <a:cxnLst/>
              <a:rect l="l" t="t" r="r" b="b"/>
              <a:pathLst>
                <a:path w="1716" h="4252" extrusionOk="0">
                  <a:moveTo>
                    <a:pt x="1" y="1"/>
                  </a:moveTo>
                  <a:lnTo>
                    <a:pt x="971" y="3879"/>
                  </a:lnTo>
                  <a:lnTo>
                    <a:pt x="1716" y="4252"/>
                  </a:lnTo>
                  <a:lnTo>
                    <a:pt x="1716" y="3356"/>
                  </a:lnTo>
                  <a:lnTo>
                    <a:pt x="1659" y="3329"/>
                  </a:lnTo>
                  <a:lnTo>
                    <a:pt x="1026" y="801"/>
                  </a:lnTo>
                  <a:lnTo>
                    <a:pt x="1716" y="801"/>
                  </a:lnTo>
                  <a:lnTo>
                    <a:pt x="171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Custom 22">
      <a:dk1>
        <a:sysClr val="windowText" lastClr="000000"/>
      </a:dk1>
      <a:lt1>
        <a:sysClr val="window" lastClr="FFFFFF"/>
      </a:lt1>
      <a:dk2>
        <a:srgbClr val="FFC000"/>
      </a:dk2>
      <a:lt2>
        <a:srgbClr val="FFFFFF"/>
      </a:lt2>
      <a:accent1>
        <a:srgbClr val="CD1305"/>
      </a:accent1>
      <a:accent2>
        <a:srgbClr val="ED0303"/>
      </a:accent2>
      <a:accent3>
        <a:srgbClr val="CD1305"/>
      </a:accent3>
      <a:accent4>
        <a:srgbClr val="ED0303"/>
      </a:accent4>
      <a:accent5>
        <a:srgbClr val="CD1305"/>
      </a:accent5>
      <a:accent6>
        <a:srgbClr val="ED0303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cKinsey Consulting Report Slides">
  <a:themeElements>
    <a:clrScheme name="Office">
      <a:dk1>
        <a:srgbClr val="0F1A38"/>
      </a:dk1>
      <a:lt1>
        <a:srgbClr val="FFFFFF"/>
      </a:lt1>
      <a:dk2>
        <a:srgbClr val="121A5D"/>
      </a:dk2>
      <a:lt2>
        <a:srgbClr val="E7E7E7"/>
      </a:lt2>
      <a:accent1>
        <a:srgbClr val="0B6AE9"/>
      </a:accent1>
      <a:accent2>
        <a:srgbClr val="E7E7E7"/>
      </a:accent2>
      <a:accent3>
        <a:srgbClr val="FFFFFF"/>
      </a:accent3>
      <a:accent4>
        <a:srgbClr val="888888"/>
      </a:accent4>
      <a:accent5>
        <a:srgbClr val="0F1A38"/>
      </a:accent5>
      <a:accent6>
        <a:srgbClr val="121A5D"/>
      </a:accent6>
      <a:hlink>
        <a:srgbClr val="0B6AE9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7_Office Theme">
  <a:themeElements>
    <a:clrScheme name="blue-purple">
      <a:dk1>
        <a:srgbClr val="000000"/>
      </a:dk1>
      <a:lt1>
        <a:srgbClr val="FFFFFF"/>
      </a:lt1>
      <a:dk2>
        <a:srgbClr val="44546A"/>
      </a:dk2>
      <a:lt2>
        <a:srgbClr val="F1F2F1"/>
      </a:lt2>
      <a:accent1>
        <a:srgbClr val="47B5EF"/>
      </a:accent1>
      <a:accent2>
        <a:srgbClr val="6590F0"/>
      </a:accent2>
      <a:accent3>
        <a:srgbClr val="846CF1"/>
      </a:accent3>
      <a:accent4>
        <a:srgbClr val="A52EEA"/>
      </a:accent4>
      <a:accent5>
        <a:srgbClr val="61BCB3"/>
      </a:accent5>
      <a:accent6>
        <a:srgbClr val="99C722"/>
      </a:accent6>
      <a:hlink>
        <a:srgbClr val="DF538A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8_Office Theme">
  <a:themeElements>
    <a:clrScheme name="blue-purple">
      <a:dk1>
        <a:srgbClr val="000000"/>
      </a:dk1>
      <a:lt1>
        <a:srgbClr val="FFFFFF"/>
      </a:lt1>
      <a:dk2>
        <a:srgbClr val="44546A"/>
      </a:dk2>
      <a:lt2>
        <a:srgbClr val="F1F2F1"/>
      </a:lt2>
      <a:accent1>
        <a:srgbClr val="47B5EF"/>
      </a:accent1>
      <a:accent2>
        <a:srgbClr val="6590F0"/>
      </a:accent2>
      <a:accent3>
        <a:srgbClr val="846CF1"/>
      </a:accent3>
      <a:accent4>
        <a:srgbClr val="A52EEA"/>
      </a:accent4>
      <a:accent5>
        <a:srgbClr val="61BCB3"/>
      </a:accent5>
      <a:accent6>
        <a:srgbClr val="99C722"/>
      </a:accent6>
      <a:hlink>
        <a:srgbClr val="DF538A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19_Office Theme">
  <a:themeElements>
    <a:clrScheme name="Checklist Template">
      <a:dk1>
        <a:srgbClr val="000000"/>
      </a:dk1>
      <a:lt1>
        <a:srgbClr val="FFFFFF"/>
      </a:lt1>
      <a:dk2>
        <a:srgbClr val="44546A"/>
      </a:dk2>
      <a:lt2>
        <a:srgbClr val="F1F2F1"/>
      </a:lt2>
      <a:accent1>
        <a:srgbClr val="EF3F82"/>
      </a:accent1>
      <a:accent2>
        <a:srgbClr val="A22B94"/>
      </a:accent2>
      <a:accent3>
        <a:srgbClr val="6B5EB1"/>
      </a:accent3>
      <a:accent4>
        <a:srgbClr val="539BE7"/>
      </a:accent4>
      <a:accent5>
        <a:srgbClr val="61BCB3"/>
      </a:accent5>
      <a:accent6>
        <a:srgbClr val="99C722"/>
      </a:accent6>
      <a:hlink>
        <a:srgbClr val="DF538A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0_Office Theme">
  <a:themeElements>
    <a:clrScheme name="5 ps of marketing">
      <a:dk1>
        <a:srgbClr val="000000"/>
      </a:dk1>
      <a:lt1>
        <a:srgbClr val="FFFFFF"/>
      </a:lt1>
      <a:dk2>
        <a:srgbClr val="44546A"/>
      </a:dk2>
      <a:lt2>
        <a:srgbClr val="ECEEF5"/>
      </a:lt2>
      <a:accent1>
        <a:srgbClr val="F1699D"/>
      </a:accent1>
      <a:accent2>
        <a:srgbClr val="B155EB"/>
      </a:accent2>
      <a:accent3>
        <a:srgbClr val="6B5EB1"/>
      </a:accent3>
      <a:accent4>
        <a:srgbClr val="47B5EF"/>
      </a:accent4>
      <a:accent5>
        <a:srgbClr val="47C0A0"/>
      </a:accent5>
      <a:accent6>
        <a:srgbClr val="F5A279"/>
      </a:accent6>
      <a:hlink>
        <a:srgbClr val="DF538A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21_Office Theme">
  <a:themeElements>
    <a:clrScheme name="Balanced-Scorecard">
      <a:dk1>
        <a:srgbClr val="000000"/>
      </a:dk1>
      <a:lt1>
        <a:srgbClr val="FFFFFF"/>
      </a:lt1>
      <a:dk2>
        <a:srgbClr val="44546A"/>
      </a:dk2>
      <a:lt2>
        <a:srgbClr val="F6F9F8"/>
      </a:lt2>
      <a:accent1>
        <a:srgbClr val="4FC3FB"/>
      </a:accent1>
      <a:accent2>
        <a:srgbClr val="1DA696"/>
      </a:accent2>
      <a:accent3>
        <a:srgbClr val="ED496A"/>
      </a:accent3>
      <a:accent4>
        <a:srgbClr val="F4BA44"/>
      </a:accent4>
      <a:accent5>
        <a:srgbClr val="CB4A32"/>
      </a:accent5>
      <a:accent6>
        <a:srgbClr val="EAF1F2"/>
      </a:accent6>
      <a:hlink>
        <a:srgbClr val="DF538A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28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Succession Planning Project Proposal by Slidesgo">
  <a:themeElements>
    <a:clrScheme name="Simple Light">
      <a:dk1>
        <a:srgbClr val="0E1D35"/>
      </a:dk1>
      <a:lt1>
        <a:srgbClr val="FAFAFA"/>
      </a:lt1>
      <a:dk2>
        <a:srgbClr val="EFEFEF"/>
      </a:dk2>
      <a:lt2>
        <a:srgbClr val="7C8594"/>
      </a:lt2>
      <a:accent1>
        <a:srgbClr val="2B3B5D"/>
      </a:accent1>
      <a:accent2>
        <a:srgbClr val="15253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E1D3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Template PresentationGO">
  <a:themeElements>
    <a:clrScheme name="PresentationGo">
      <a:dk1>
        <a:srgbClr val="000000"/>
      </a:dk1>
      <a:lt1>
        <a:srgbClr val="FFFFFF"/>
      </a:lt1>
      <a:dk2>
        <a:srgbClr val="001F33"/>
      </a:dk2>
      <a:lt2>
        <a:srgbClr val="F2F2F2"/>
      </a:lt2>
      <a:accent1>
        <a:srgbClr val="F15F47"/>
      </a:accent1>
      <a:accent2>
        <a:srgbClr val="FBA91E"/>
      </a:accent2>
      <a:accent3>
        <a:srgbClr val="FEDA2F"/>
      </a:accent3>
      <a:accent4>
        <a:srgbClr val="6EA56C"/>
      </a:accent4>
      <a:accent5>
        <a:srgbClr val="3AC6E1"/>
      </a:accent5>
      <a:accent6>
        <a:srgbClr val="244470"/>
      </a:accent6>
      <a:hlink>
        <a:srgbClr val="008B58"/>
      </a:hlink>
      <a:folHlink>
        <a:srgbClr val="008B58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_Template PresentationGO">
  <a:themeElements>
    <a:clrScheme name="PresentationGo">
      <a:dk1>
        <a:srgbClr val="000000"/>
      </a:dk1>
      <a:lt1>
        <a:srgbClr val="FFFFFF"/>
      </a:lt1>
      <a:dk2>
        <a:srgbClr val="001F33"/>
      </a:dk2>
      <a:lt2>
        <a:srgbClr val="F2F2F2"/>
      </a:lt2>
      <a:accent1>
        <a:srgbClr val="F15F47"/>
      </a:accent1>
      <a:accent2>
        <a:srgbClr val="FBA91E"/>
      </a:accent2>
      <a:accent3>
        <a:srgbClr val="FEDA2F"/>
      </a:accent3>
      <a:accent4>
        <a:srgbClr val="6EA56C"/>
      </a:accent4>
      <a:accent5>
        <a:srgbClr val="3AC6E1"/>
      </a:accent5>
      <a:accent6>
        <a:srgbClr val="244470"/>
      </a:accent6>
      <a:hlink>
        <a:srgbClr val="008B58"/>
      </a:hlink>
      <a:folHlink>
        <a:srgbClr val="008B58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2_Template PresentationGO">
  <a:themeElements>
    <a:clrScheme name="PGO2">
      <a:dk1>
        <a:sysClr val="windowText" lastClr="000000"/>
      </a:dk1>
      <a:lt1>
        <a:sysClr val="window" lastClr="FFFFFF"/>
      </a:lt1>
      <a:dk2>
        <a:srgbClr val="063951"/>
      </a:dk2>
      <a:lt2>
        <a:srgbClr val="D3D3D3"/>
      </a:lt2>
      <a:accent1>
        <a:srgbClr val="3A5C84"/>
      </a:accent1>
      <a:accent2>
        <a:srgbClr val="F7931F"/>
      </a:accent2>
      <a:accent3>
        <a:srgbClr val="4CC1EF"/>
      </a:accent3>
      <a:accent4>
        <a:srgbClr val="FFCC4C"/>
      </a:accent4>
      <a:accent5>
        <a:srgbClr val="C13018"/>
      </a:accent5>
      <a:accent6>
        <a:srgbClr val="A2B969"/>
      </a:accent6>
      <a:hlink>
        <a:srgbClr val="6C2B43"/>
      </a:hlink>
      <a:folHlink>
        <a:srgbClr val="6C2B43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8C9160F72E5344297E78CEA9DF9E1D4" ma:contentTypeVersion="5" ma:contentTypeDescription="Create a new document." ma:contentTypeScope="" ma:versionID="fd5f5e67eb2db0ffc8a3658b425fe2e8">
  <xsd:schema xmlns:xsd="http://www.w3.org/2001/XMLSchema" xmlns:xs="http://www.w3.org/2001/XMLSchema" xmlns:p="http://schemas.microsoft.com/office/2006/metadata/properties" xmlns:ns3="e18019eb-d63b-4f37-bbfe-582f88cd1b5e" targetNamespace="http://schemas.microsoft.com/office/2006/metadata/properties" ma:root="true" ma:fieldsID="cdc674aab130861b278e6ae70b2fc22c" ns3:_="">
    <xsd:import namespace="e18019eb-d63b-4f37-bbfe-582f88cd1b5e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8019eb-d63b-4f37-bbfe-582f88cd1b5e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18019eb-d63b-4f37-bbfe-582f88cd1b5e" xsi:nil="true"/>
  </documentManagement>
</p:properties>
</file>

<file path=customXml/itemProps1.xml><?xml version="1.0" encoding="utf-8"?>
<ds:datastoreItem xmlns:ds="http://schemas.openxmlformats.org/officeDocument/2006/customXml" ds:itemID="{2206E0F2-29DF-49E8-89A0-08A89E1D011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1A64D5F-763D-423B-B0F2-8A9DB3CD0DF2}">
  <ds:schemaRefs>
    <ds:schemaRef ds:uri="e18019eb-d63b-4f37-bbfe-582f88cd1b5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F8963AE-701B-4EB8-9C32-6E4ADF42DB9A}">
  <ds:schemaRefs>
    <ds:schemaRef ds:uri="http://schemas.microsoft.com/office/2006/documentManagement/types"/>
    <ds:schemaRef ds:uri="http://purl.org/dc/elements/1.1/"/>
    <ds:schemaRef ds:uri="http://www.w3.org/XML/1998/namespace"/>
    <ds:schemaRef ds:uri="http://schemas.openxmlformats.org/package/2006/metadata/core-properties"/>
    <ds:schemaRef ds:uri="http://purl.org/dc/dcmitype/"/>
    <ds:schemaRef ds:uri="http://schemas.microsoft.com/office/2006/metadata/properties"/>
    <ds:schemaRef ds:uri="http://purl.org/dc/terms/"/>
    <ds:schemaRef ds:uri="http://schemas.microsoft.com/office/infopath/2007/PartnerControls"/>
    <ds:schemaRef ds:uri="e18019eb-d63b-4f37-bbfe-582f88cd1b5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331</TotalTime>
  <Words>60</Words>
  <Application>Microsoft Office PowerPoint</Application>
  <PresentationFormat>Widescreen</PresentationFormat>
  <Paragraphs>16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12</vt:i4>
      </vt:variant>
      <vt:variant>
        <vt:lpstr>Slide Titles</vt:lpstr>
      </vt:variant>
      <vt:variant>
        <vt:i4>9</vt:i4>
      </vt:variant>
    </vt:vector>
  </HeadingPairs>
  <TitlesOfParts>
    <vt:vector size="36" baseType="lpstr">
      <vt:lpstr>Aptos</vt:lpstr>
      <vt:lpstr>Arial</vt:lpstr>
      <vt:lpstr>Calibri</vt:lpstr>
      <vt:lpstr>Calibri Light</vt:lpstr>
      <vt:lpstr>Cardo</vt:lpstr>
      <vt:lpstr>Helvetica</vt:lpstr>
      <vt:lpstr>Inter</vt:lpstr>
      <vt:lpstr>Nunito Light</vt:lpstr>
      <vt:lpstr>Open Sans</vt:lpstr>
      <vt:lpstr>Raleway</vt:lpstr>
      <vt:lpstr>Raleway ExtraBold</vt:lpstr>
      <vt:lpstr>Raleway Light</vt:lpstr>
      <vt:lpstr>Raleway Medium</vt:lpstr>
      <vt:lpstr>Segoe UI</vt:lpstr>
      <vt:lpstr>Tw Cen MT</vt:lpstr>
      <vt:lpstr>2_Office Theme</vt:lpstr>
      <vt:lpstr>McKinsey Consulting Report Slides</vt:lpstr>
      <vt:lpstr>17_Office Theme</vt:lpstr>
      <vt:lpstr>18_Office Theme</vt:lpstr>
      <vt:lpstr>19_Office Theme</vt:lpstr>
      <vt:lpstr>20_Office Theme</vt:lpstr>
      <vt:lpstr>21_Office Theme</vt:lpstr>
      <vt:lpstr>28_Office Theme</vt:lpstr>
      <vt:lpstr>Succession Planning Project Proposal by Slidesgo</vt:lpstr>
      <vt:lpstr>Template PresentationGO</vt:lpstr>
      <vt:lpstr>1_Template PresentationGO</vt:lpstr>
      <vt:lpstr>2_Template PresentationGO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Free Icons Slide Template</vt:lpstr>
      <vt:lpstr>PowerPoint Presentation</vt:lpstr>
      <vt:lpstr>PowerPoint Presentation</vt:lpstr>
      <vt:lpstr>Icon pack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Ananta Chhajer</dc:creator>
  <cp:lastModifiedBy>Ananta Chhajer</cp:lastModifiedBy>
  <cp:revision>6</cp:revision>
  <dcterms:created xsi:type="dcterms:W3CDTF">2025-04-08T08:33:02Z</dcterms:created>
  <dcterms:modified xsi:type="dcterms:W3CDTF">2025-05-04T11:46:05Z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0x01010058C9160F72E5344297E78CEA9DF9E1D4</vt:lpwstr>
  </property>
</Properties>
</file>