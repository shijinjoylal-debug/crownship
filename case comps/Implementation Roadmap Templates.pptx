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5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6.xml" ContentType="application/vnd.openxmlformats-officedocument.theme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7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950" r:id="rId5"/>
    <p:sldMasterId id="2147483965" r:id="rId6"/>
    <p:sldMasterId id="2147483981" r:id="rId7"/>
    <p:sldMasterId id="2147484005" r:id="rId8"/>
    <p:sldMasterId id="2147484028" r:id="rId9"/>
    <p:sldMasterId id="2147484064" r:id="rId10"/>
    <p:sldMasterId id="2147484070" r:id="rId11"/>
  </p:sldMasterIdLst>
  <p:notesMasterIdLst>
    <p:notesMasterId r:id="rId16"/>
  </p:notesMasterIdLst>
  <p:sldIdLst>
    <p:sldId id="362" r:id="rId12"/>
    <p:sldId id="451" r:id="rId13"/>
    <p:sldId id="350" r:id="rId14"/>
    <p:sldId id="35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00162F"/>
    <a:srgbClr val="FFFFFF"/>
    <a:srgbClr val="44546A"/>
    <a:srgbClr val="435B83"/>
    <a:srgbClr val="410F74"/>
    <a:srgbClr val="F2F2F2"/>
    <a:srgbClr val="FBFBFB"/>
    <a:srgbClr val="182C44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10" Type="http://schemas.openxmlformats.org/officeDocument/2006/relationships/slideMaster" Target="slideMasters/slideMaster7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D6744-45CA-49DE-8596-BB9E8049ECC4}" type="datetimeFigureOut">
              <a:rPr lang="en-IN" smtClean="0"/>
              <a:t>04-05-2025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74E1-9A94-4F22-86D4-BE3667C11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29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Implementation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1552BC-1D9D-438E-A3E9-6E6248733AE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523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50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01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A059-3EF6-4ABD-9D2F-656AF8F16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EAA64-FF2D-428C-BB03-CE9725085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E25A1-9B0E-4400-9502-E5B4861A1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6A893-2586-410C-9A16-34F3D83D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39D2-BA28-43C4-A0F3-A7A4E0AE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46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9705-2E35-4F6B-AC1F-1959C46C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505D0-2CB9-445F-9B8A-51627147F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59A57-F618-4C8E-B1CA-EF4BA3C7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FFFA-3AE4-4893-88AF-320A2D497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42C5F-6173-41AF-8616-3D6E1F54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32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6477-4E35-4CD0-8E72-6BE70FBEE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79AE7-CC62-40FA-9045-49502CB2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9BD5F-7BA2-4215-8B9A-F21AB9C1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64B28-B38C-4AC9-B4CD-A52339EE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15623-59F5-4A07-9976-934ABA8D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8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1B7A-C378-4F68-95DD-9352D193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D4FD8-4526-4D0A-83C9-32BC92AAF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52FB0-4081-4E5C-936C-4C6A48028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474F4-6BEC-4260-842C-A60AB72C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0091B-3D62-4D54-B2AF-F39D8505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8D4B3-BEA3-4A3E-95E3-D4545700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95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1BDA-992E-4A51-BB51-7156B50A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DE345-38BE-4EBE-B715-DFEF7ADD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13E4F-B726-47BF-B597-26A7C846A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C10C7-CB43-46AA-8D71-12D8A22D7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B06A5-B06E-442A-A8B7-37481ED87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ABE7A-B06A-4ACD-A328-888B4EA4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7501F-E7D8-4B37-90AE-2AB2F61C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A26A4-86B9-443C-B089-DC1B8036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0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D09A-DA2A-4E43-8FB0-97043E08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0BED7B-AE18-46AE-B950-A001801C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EDE60-8568-4BD7-AA92-915BF972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06784-B095-4209-BF42-F8639D89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01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FDBE5-8D46-4C70-95DD-AE9FA702F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7FDBC-3401-40C8-BC86-B6A79CB9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E4592-ED04-48BB-80BF-2FC00A16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3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B543-C6CE-42AE-83AE-B6000A23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F4CF1-B938-4B73-9D02-13CE6FB6D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22252-87B6-4BDD-B97B-1EA5DE06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4D745-A78E-4F2D-8504-EF8339C4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C9FBC-A3BD-4406-B6E0-AC780DD6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C4F64-51DB-4BEB-9956-4E53561A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1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7EFA2-51A5-4600-A341-F1370D0C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FEE373-E4A8-4537-AD7F-3A6ADDFB6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DBA7D-3669-4AED-8FC2-30F1F82CD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75BC3-8FC5-4377-B100-5124FDC1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A41D3-5C94-43F4-976C-5377AD8E4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73617-CB04-4FB1-8682-524E0F72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9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25C9-B94C-4953-8C9A-F13CEEC4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3A944-F448-43C2-9F6E-0FD187CBD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758D0-CD5C-4226-BE36-1E153FA7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1962B-5291-4B30-B548-498D794E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FD2EC-1125-4664-A63E-DBAB0701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2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A58FA1-7F8E-4C04-B813-D8F844EE0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9C0D5-4696-40E3-9E47-B338FB314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84D57-BE6F-45E4-9E93-48E2E77C1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BE689-F98D-4435-BD50-696940EA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D179B-F92F-403F-B118-AD42B05B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76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600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74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553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55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28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83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45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0186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667265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42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306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254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107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87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178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996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544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450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Autofit/>
          </a:bodyPr>
          <a:lstStyle>
            <a:lvl1pPr algn="l">
              <a:defRPr sz="42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429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438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763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85182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976568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96185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254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333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371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723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189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833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039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814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3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950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092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50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08988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55144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1347890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2370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4888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942704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05889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6276440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9977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0587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352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6349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3505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5216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085469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0815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8641947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816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0174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08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Autofit/>
          </a:bodyPr>
          <a:lstStyle>
            <a:lvl1pPr algn="l">
              <a:defRPr sz="4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891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3165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1919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Autofit/>
          </a:bodyPr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5960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547131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297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8740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3882993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585761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949426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1585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3237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636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0638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9027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2613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6522381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0739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2216603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5523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2705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1319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2297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6041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350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926734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3377766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4844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5619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8843912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26928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031730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0060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0289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5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4645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8245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5649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584366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9029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622025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531597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121900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074374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573299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528A-F936-4EFA-B7FF-F19226B11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30F04-3A2B-4C4F-931D-F6103BD31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E52EF-72AC-4D6A-9239-80D6F8C7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114A-ADD7-4E92-A8BB-B006C72473FA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1D137-83FF-4096-BB73-36B25CE3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C2FCA-C352-4D07-AC3C-2EA610E4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7C8E-CA52-4337-9B99-9E429DE439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83064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2E39E-54F4-4E53-BA79-E1A8AE726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7A848-113E-449C-B3DC-91DFFB464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5A15B-61C0-4EA2-8042-B3E2F423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14FE-C20D-4007-8BED-A47EED41FCE3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2855-CF92-4254-A7B9-E6EB40EA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6B3A9-AD9E-4D58-B6B1-87448D78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167BF-9DCF-4F11-B5A3-BE3AE4991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149583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FDBE5-8D46-4C70-95DD-AE9FA702F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7FDBC-3401-40C8-BC86-B6A79CB9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E4592-ED04-48BB-80BF-2FC00A16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3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85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9.xml"/><Relationship Id="rId18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1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102.xml"/><Relationship Id="rId20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96.xml"/><Relationship Id="rId19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100.xml"/><Relationship Id="rId22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0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8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1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80070-0366-42D3-8F94-1EC3607D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45E1E-BC0E-4C3C-85EB-272E5E72F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2D82-0212-4421-B426-9A70ABDA9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3CA11-656F-4FB2-93FB-89E34777F27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D5838-CE2F-4F61-9B85-C3D1EB07B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18B42-7FCB-4A5E-A02A-AC64FA6BD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6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  <p:sldLayoutId id="2147483962" r:id="rId12"/>
    <p:sldLayoutId id="2147483963" r:id="rId13"/>
    <p:sldLayoutId id="2147483964" r:id="rId14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5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  <p:sldLayoutId id="2147483978" r:id="rId13"/>
    <p:sldLayoutId id="2147483979" r:id="rId14"/>
    <p:sldLayoutId id="2147483980" r:id="rId15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Segoe UI" panose="020B0502040204020203" pitchFamily="34" charset="0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  <p:sldLayoutId id="2147483993" r:id="rId12"/>
    <p:sldLayoutId id="2147483994" r:id="rId13"/>
    <p:sldLayoutId id="2147483995" r:id="rId14"/>
    <p:sldLayoutId id="2147483996" r:id="rId15"/>
    <p:sldLayoutId id="2147483997" r:id="rId16"/>
    <p:sldLayoutId id="2147483998" r:id="rId17"/>
    <p:sldLayoutId id="2147483999" r:id="rId18"/>
    <p:sldLayoutId id="2147484000" r:id="rId19"/>
    <p:sldLayoutId id="2147484001" r:id="rId20"/>
    <p:sldLayoutId id="2147484002" r:id="rId21"/>
    <p:sldLayoutId id="2147484003" r:id="rId22"/>
    <p:sldLayoutId id="2147484004" r:id="rId23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9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  <p:sldLayoutId id="2147484026" r:id="rId21"/>
    <p:sldLayoutId id="2147484027" r:id="rId22"/>
  </p:sldLayoutIdLst>
  <p:txStyles>
    <p:titleStyle>
      <a:lvl1pPr algn="l" defTabSz="1219119" rtl="0" eaLnBrk="1" latinLnBrk="0" hangingPunct="1">
        <a:spcBef>
          <a:spcPct val="0"/>
        </a:spcBef>
        <a:buNone/>
        <a:defRPr sz="4800" b="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Segoe UI" panose="020B0502040204020203" pitchFamily="34" charset="0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EEEEEE"/>
            </a:gs>
            <a:gs pos="6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6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  <p:sldLayoutId id="2147484038" r:id="rId10"/>
    <p:sldLayoutId id="2147484039" r:id="rId11"/>
    <p:sldLayoutId id="2147484040" r:id="rId12"/>
    <p:sldLayoutId id="2147484041" r:id="rId13"/>
    <p:sldLayoutId id="2147484042" r:id="rId14"/>
    <p:sldLayoutId id="2147484043" r:id="rId15"/>
    <p:sldLayoutId id="2147484044" r:id="rId16"/>
    <p:sldLayoutId id="2147484045" r:id="rId17"/>
    <p:sldLayoutId id="2147484046" r:id="rId18"/>
    <p:sldLayoutId id="2147484047" r:id="rId19"/>
    <p:sldLayoutId id="2147484048" r:id="rId20"/>
    <p:sldLayoutId id="2147484049" r:id="rId21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2191999" cy="68572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1704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5" r:id="rId1"/>
    <p:sldLayoutId id="2147484066" r:id="rId2"/>
    <p:sldLayoutId id="2147484067" r:id="rId3"/>
    <p:sldLayoutId id="2147484068" r:id="rId4"/>
    <p:sldLayoutId id="214748406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47757">
        <a:defRPr>
          <a:latin typeface="+mn-lt"/>
          <a:ea typeface="+mn-ea"/>
          <a:cs typeface="+mn-cs"/>
        </a:defRPr>
      </a:lvl2pPr>
      <a:lvl3pPr marL="495513">
        <a:defRPr>
          <a:latin typeface="+mn-lt"/>
          <a:ea typeface="+mn-ea"/>
          <a:cs typeface="+mn-cs"/>
        </a:defRPr>
      </a:lvl3pPr>
      <a:lvl4pPr marL="743270">
        <a:defRPr>
          <a:latin typeface="+mn-lt"/>
          <a:ea typeface="+mn-ea"/>
          <a:cs typeface="+mn-cs"/>
        </a:defRPr>
      </a:lvl4pPr>
      <a:lvl5pPr marL="991027">
        <a:defRPr>
          <a:latin typeface="+mn-lt"/>
          <a:ea typeface="+mn-ea"/>
          <a:cs typeface="+mn-cs"/>
        </a:defRPr>
      </a:lvl5pPr>
      <a:lvl6pPr marL="1238783">
        <a:defRPr>
          <a:latin typeface="+mn-lt"/>
          <a:ea typeface="+mn-ea"/>
          <a:cs typeface="+mn-cs"/>
        </a:defRPr>
      </a:lvl6pPr>
      <a:lvl7pPr marL="1486540">
        <a:defRPr>
          <a:latin typeface="+mn-lt"/>
          <a:ea typeface="+mn-ea"/>
          <a:cs typeface="+mn-cs"/>
        </a:defRPr>
      </a:lvl7pPr>
      <a:lvl8pPr marL="1734297">
        <a:defRPr>
          <a:latin typeface="+mn-lt"/>
          <a:ea typeface="+mn-ea"/>
          <a:cs typeface="+mn-cs"/>
        </a:defRPr>
      </a:lvl8pPr>
      <a:lvl9pPr marL="198205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47757">
        <a:defRPr>
          <a:latin typeface="+mn-lt"/>
          <a:ea typeface="+mn-ea"/>
          <a:cs typeface="+mn-cs"/>
        </a:defRPr>
      </a:lvl2pPr>
      <a:lvl3pPr marL="495513">
        <a:defRPr>
          <a:latin typeface="+mn-lt"/>
          <a:ea typeface="+mn-ea"/>
          <a:cs typeface="+mn-cs"/>
        </a:defRPr>
      </a:lvl3pPr>
      <a:lvl4pPr marL="743270">
        <a:defRPr>
          <a:latin typeface="+mn-lt"/>
          <a:ea typeface="+mn-ea"/>
          <a:cs typeface="+mn-cs"/>
        </a:defRPr>
      </a:lvl4pPr>
      <a:lvl5pPr marL="991027">
        <a:defRPr>
          <a:latin typeface="+mn-lt"/>
          <a:ea typeface="+mn-ea"/>
          <a:cs typeface="+mn-cs"/>
        </a:defRPr>
      </a:lvl5pPr>
      <a:lvl6pPr marL="1238783">
        <a:defRPr>
          <a:latin typeface="+mn-lt"/>
          <a:ea typeface="+mn-ea"/>
          <a:cs typeface="+mn-cs"/>
        </a:defRPr>
      </a:lvl6pPr>
      <a:lvl7pPr marL="1486540">
        <a:defRPr>
          <a:latin typeface="+mn-lt"/>
          <a:ea typeface="+mn-ea"/>
          <a:cs typeface="+mn-cs"/>
        </a:defRPr>
      </a:lvl7pPr>
      <a:lvl8pPr marL="1734297">
        <a:defRPr>
          <a:latin typeface="+mn-lt"/>
          <a:ea typeface="+mn-ea"/>
          <a:cs typeface="+mn-cs"/>
        </a:defRPr>
      </a:lvl8pPr>
      <a:lvl9pPr marL="1982053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DEB6D-1690-44F8-95C4-55438045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0CC1C-C956-47BF-A5DB-60479536A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A9314-A914-4017-84C0-CD3231900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C114A-ADD7-4E92-A8BB-B006C72473FA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0F819-7949-4AF0-9D1D-07D9B5809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22EE0-5404-401C-B646-77D739ECA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77C8E-CA52-4337-9B99-9E429DE439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75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3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svg"/><Relationship Id="rId20" Type="http://schemas.openxmlformats.org/officeDocument/2006/relationships/image" Target="../media/image24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19" Type="http://schemas.openxmlformats.org/officeDocument/2006/relationships/image" Target="../media/image23.pn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Relationship Id="rId22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45DA3713-ABD2-4C6E-B481-DD834D26B8EB}"/>
              </a:ext>
            </a:extLst>
          </p:cNvPr>
          <p:cNvSpPr/>
          <p:nvPr/>
        </p:nvSpPr>
        <p:spPr>
          <a:xfrm>
            <a:off x="667101" y="5486076"/>
            <a:ext cx="11157879" cy="88342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Continuous Initiatives </a:t>
            </a:r>
            <a:r>
              <a:rPr kumimoji="0" lang="en-GB" sz="12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(i.e., not dependent on timelines)</a:t>
            </a:r>
          </a:p>
          <a:p>
            <a:pPr marL="171450" marR="0" lvl="0" indent="-17145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Regulatory compliances from SEBI, RBI and other related administrative bodies</a:t>
            </a:r>
          </a:p>
          <a:p>
            <a:pPr marL="171450" marR="0" lvl="0" indent="-17145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Hiring and strategy roadmap for the next 10 years </a:t>
            </a:r>
          </a:p>
          <a:p>
            <a:pPr marL="171450" marR="0" lvl="0" indent="-17145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Partnerships with airports, reward partners, PSPs, card network etc.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52625-5C7F-44B6-B5A6-EA919A12E7CF}"/>
              </a:ext>
            </a:extLst>
          </p:cNvPr>
          <p:cNvSpPr txBox="1"/>
          <p:nvPr/>
        </p:nvSpPr>
        <p:spPr>
          <a:xfrm>
            <a:off x="85105" y="1192784"/>
            <a:ext cx="2817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12- Month Execution Plan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691E917E-968B-4CBC-B85A-FC81CAC3F43C}"/>
              </a:ext>
            </a:extLst>
          </p:cNvPr>
          <p:cNvSpPr txBox="1"/>
          <p:nvPr/>
        </p:nvSpPr>
        <p:spPr>
          <a:xfrm>
            <a:off x="11824981" y="6573307"/>
            <a:ext cx="3000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449C4F-31D8-4041-B278-C0E46EA08861}"/>
              </a:ext>
            </a:extLst>
          </p:cNvPr>
          <p:cNvSpPr/>
          <p:nvPr/>
        </p:nvSpPr>
        <p:spPr>
          <a:xfrm>
            <a:off x="227894" y="3542120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Integrating Partners 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3C497A1-BB8E-42CA-B7AD-6FDFD37738FC}"/>
              </a:ext>
            </a:extLst>
          </p:cNvPr>
          <p:cNvSpPr/>
          <p:nvPr/>
        </p:nvSpPr>
        <p:spPr>
          <a:xfrm>
            <a:off x="227894" y="3989476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Rewards Campaign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04DA9E4-3F7B-4ECB-9F3A-DA88691863F9}"/>
              </a:ext>
            </a:extLst>
          </p:cNvPr>
          <p:cNvSpPr/>
          <p:nvPr/>
        </p:nvSpPr>
        <p:spPr>
          <a:xfrm>
            <a:off x="227894" y="3094764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Personalized Support Setup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611F973-F640-4315-B6C9-7CB0F323A3D7}"/>
              </a:ext>
            </a:extLst>
          </p:cNvPr>
          <p:cNvSpPr/>
          <p:nvPr/>
        </p:nvSpPr>
        <p:spPr>
          <a:xfrm>
            <a:off x="227894" y="2200052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Design &amp; Development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C0142F2-8C1C-4850-85E7-06E6F750A731}"/>
              </a:ext>
            </a:extLst>
          </p:cNvPr>
          <p:cNvSpPr/>
          <p:nvPr/>
        </p:nvSpPr>
        <p:spPr>
          <a:xfrm>
            <a:off x="227894" y="1752696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 Finalization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13DA4B8-5C32-4E13-817C-0DB53CE81382}"/>
              </a:ext>
            </a:extLst>
          </p:cNvPr>
          <p:cNvSpPr/>
          <p:nvPr/>
        </p:nvSpPr>
        <p:spPr>
          <a:xfrm>
            <a:off x="227894" y="4884191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Marketing Pre Launch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C230C969-7358-4897-9935-946FC94A5F7F}"/>
              </a:ext>
            </a:extLst>
          </p:cNvPr>
          <p:cNvSpPr/>
          <p:nvPr/>
        </p:nvSpPr>
        <p:spPr>
          <a:xfrm>
            <a:off x="227894" y="2647408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Gamified Rewards MVP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9CC3658-6084-4387-9072-ACEB46A17FB0}"/>
              </a:ext>
            </a:extLst>
          </p:cNvPr>
          <p:cNvSpPr/>
          <p:nvPr/>
        </p:nvSpPr>
        <p:spPr>
          <a:xfrm>
            <a:off x="278695" y="5437074"/>
            <a:ext cx="981434" cy="981434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B029C722-F177-4223-9E8E-3FFAB85FEC57}"/>
              </a:ext>
            </a:extLst>
          </p:cNvPr>
          <p:cNvSpPr/>
          <p:nvPr/>
        </p:nvSpPr>
        <p:spPr>
          <a:xfrm>
            <a:off x="2780778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1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70C9BD1-F198-4937-9744-7C2111D93562}"/>
              </a:ext>
            </a:extLst>
          </p:cNvPr>
          <p:cNvSpPr/>
          <p:nvPr/>
        </p:nvSpPr>
        <p:spPr>
          <a:xfrm>
            <a:off x="3541805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2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07466E5-5790-4083-A5A7-28B07ECE28B0}"/>
              </a:ext>
            </a:extLst>
          </p:cNvPr>
          <p:cNvSpPr/>
          <p:nvPr/>
        </p:nvSpPr>
        <p:spPr>
          <a:xfrm>
            <a:off x="4302832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3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A775B7D-EC63-4EE9-8CFF-208DB0BF48F2}"/>
              </a:ext>
            </a:extLst>
          </p:cNvPr>
          <p:cNvSpPr/>
          <p:nvPr/>
        </p:nvSpPr>
        <p:spPr>
          <a:xfrm>
            <a:off x="5063859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CF99B2B-13B1-4287-969C-FE258A9CD0FA}"/>
              </a:ext>
            </a:extLst>
          </p:cNvPr>
          <p:cNvSpPr/>
          <p:nvPr/>
        </p:nvSpPr>
        <p:spPr>
          <a:xfrm>
            <a:off x="5824886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5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C16175E-476B-4751-A86F-6A836F850967}"/>
              </a:ext>
            </a:extLst>
          </p:cNvPr>
          <p:cNvSpPr/>
          <p:nvPr/>
        </p:nvSpPr>
        <p:spPr>
          <a:xfrm>
            <a:off x="6585913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6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178FC08D-5ABE-4A27-87B5-D43FD20B916E}"/>
              </a:ext>
            </a:extLst>
          </p:cNvPr>
          <p:cNvSpPr/>
          <p:nvPr/>
        </p:nvSpPr>
        <p:spPr>
          <a:xfrm>
            <a:off x="7346940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7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4630578-3014-491D-AF17-5D5D295DDB13}"/>
              </a:ext>
            </a:extLst>
          </p:cNvPr>
          <p:cNvSpPr/>
          <p:nvPr/>
        </p:nvSpPr>
        <p:spPr>
          <a:xfrm>
            <a:off x="8107967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8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B334687-53FA-4154-B4A5-AE4C37616B9F}"/>
              </a:ext>
            </a:extLst>
          </p:cNvPr>
          <p:cNvSpPr/>
          <p:nvPr/>
        </p:nvSpPr>
        <p:spPr>
          <a:xfrm>
            <a:off x="8868994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9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8A3DE449-4FF0-417E-A037-B353CCE15058}"/>
              </a:ext>
            </a:extLst>
          </p:cNvPr>
          <p:cNvSpPr/>
          <p:nvPr/>
        </p:nvSpPr>
        <p:spPr>
          <a:xfrm>
            <a:off x="9630021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10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A3F536C-098F-41E7-AF5C-4550E734F089}"/>
              </a:ext>
            </a:extLst>
          </p:cNvPr>
          <p:cNvSpPr/>
          <p:nvPr/>
        </p:nvSpPr>
        <p:spPr>
          <a:xfrm>
            <a:off x="10391048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11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54F600B-3C0F-4DEF-B0B9-1027E9C1FE00}"/>
              </a:ext>
            </a:extLst>
          </p:cNvPr>
          <p:cNvSpPr/>
          <p:nvPr/>
        </p:nvSpPr>
        <p:spPr>
          <a:xfrm>
            <a:off x="11152080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12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D086E65-A0A1-4BAA-AA49-AD5F462EF551}"/>
              </a:ext>
            </a:extLst>
          </p:cNvPr>
          <p:cNvSpPr/>
          <p:nvPr/>
        </p:nvSpPr>
        <p:spPr>
          <a:xfrm>
            <a:off x="2780777" y="1782292"/>
            <a:ext cx="1452783" cy="2304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DF95BE0-363B-43DC-8664-8F1F6EF94A3F}"/>
              </a:ext>
            </a:extLst>
          </p:cNvPr>
          <p:cNvSpPr/>
          <p:nvPr/>
        </p:nvSpPr>
        <p:spPr>
          <a:xfrm>
            <a:off x="3642425" y="2213545"/>
            <a:ext cx="2974838" cy="2304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74F26B5-832B-48E9-B766-2208085F0F36}"/>
              </a:ext>
            </a:extLst>
          </p:cNvPr>
          <p:cNvSpPr/>
          <p:nvPr/>
        </p:nvSpPr>
        <p:spPr>
          <a:xfrm>
            <a:off x="4783455" y="3513321"/>
            <a:ext cx="4496895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E67612A4-E942-4A72-9D28-16EE80051A8F}"/>
              </a:ext>
            </a:extLst>
          </p:cNvPr>
          <p:cNvSpPr/>
          <p:nvPr/>
        </p:nvSpPr>
        <p:spPr>
          <a:xfrm>
            <a:off x="7346940" y="3953698"/>
            <a:ext cx="2213813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9852FAEA-0DF0-4A7E-8E07-E9542FDDB114}"/>
              </a:ext>
            </a:extLst>
          </p:cNvPr>
          <p:cNvSpPr/>
          <p:nvPr/>
        </p:nvSpPr>
        <p:spPr>
          <a:xfrm>
            <a:off x="10391048" y="4901940"/>
            <a:ext cx="1100649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9417FD2-9F62-4567-A2DF-913EBD0B0924}"/>
              </a:ext>
            </a:extLst>
          </p:cNvPr>
          <p:cNvSpPr/>
          <p:nvPr/>
        </p:nvSpPr>
        <p:spPr>
          <a:xfrm>
            <a:off x="2780784" y="1782292"/>
            <a:ext cx="1452783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66F78B8-065D-440A-B3A8-2BC26384C985}"/>
              </a:ext>
            </a:extLst>
          </p:cNvPr>
          <p:cNvSpPr/>
          <p:nvPr/>
        </p:nvSpPr>
        <p:spPr>
          <a:xfrm>
            <a:off x="3642432" y="2213545"/>
            <a:ext cx="2974838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4BEAD60-9B1F-402A-BA1D-3E0C8571AC49}"/>
              </a:ext>
            </a:extLst>
          </p:cNvPr>
          <p:cNvSpPr/>
          <p:nvPr/>
        </p:nvSpPr>
        <p:spPr>
          <a:xfrm>
            <a:off x="3642425" y="2632199"/>
            <a:ext cx="1800013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107C3803-A9B1-4110-AE6A-8D644EF2DFB2}"/>
              </a:ext>
            </a:extLst>
          </p:cNvPr>
          <p:cNvSpPr/>
          <p:nvPr/>
        </p:nvSpPr>
        <p:spPr>
          <a:xfrm>
            <a:off x="4783455" y="3093481"/>
            <a:ext cx="2241599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Star: 4 Points 204">
            <a:extLst>
              <a:ext uri="{FF2B5EF4-FFF2-40B4-BE49-F238E27FC236}">
                <a16:creationId xmlns:a16="http://schemas.microsoft.com/office/drawing/2014/main" id="{1B146C8D-418C-425F-B623-2B6BE7CB0042}"/>
              </a:ext>
            </a:extLst>
          </p:cNvPr>
          <p:cNvSpPr/>
          <p:nvPr/>
        </p:nvSpPr>
        <p:spPr>
          <a:xfrm>
            <a:off x="6513351" y="2210951"/>
            <a:ext cx="207824" cy="226844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Star: 4 Points 205">
            <a:extLst>
              <a:ext uri="{FF2B5EF4-FFF2-40B4-BE49-F238E27FC236}">
                <a16:creationId xmlns:a16="http://schemas.microsoft.com/office/drawing/2014/main" id="{131338ED-EB36-4840-90EE-09B4DF266788}"/>
              </a:ext>
            </a:extLst>
          </p:cNvPr>
          <p:cNvSpPr/>
          <p:nvPr/>
        </p:nvSpPr>
        <p:spPr>
          <a:xfrm>
            <a:off x="5338526" y="2635850"/>
            <a:ext cx="207824" cy="226844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Arrow: Chevron 206">
            <a:extLst>
              <a:ext uri="{FF2B5EF4-FFF2-40B4-BE49-F238E27FC236}">
                <a16:creationId xmlns:a16="http://schemas.microsoft.com/office/drawing/2014/main" id="{750B8E62-1B21-49F5-AC7A-E854429B1953}"/>
              </a:ext>
            </a:extLst>
          </p:cNvPr>
          <p:cNvSpPr/>
          <p:nvPr/>
        </p:nvSpPr>
        <p:spPr>
          <a:xfrm>
            <a:off x="6921142" y="3097132"/>
            <a:ext cx="207824" cy="226844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Arrow: Chevron 207">
            <a:extLst>
              <a:ext uri="{FF2B5EF4-FFF2-40B4-BE49-F238E27FC236}">
                <a16:creationId xmlns:a16="http://schemas.microsoft.com/office/drawing/2014/main" id="{F53455E1-606D-44DF-B70B-5659D75217F9}"/>
              </a:ext>
            </a:extLst>
          </p:cNvPr>
          <p:cNvSpPr/>
          <p:nvPr/>
        </p:nvSpPr>
        <p:spPr>
          <a:xfrm>
            <a:off x="9179030" y="3522481"/>
            <a:ext cx="207824" cy="226844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" name="Arrow: Chevron 208">
            <a:extLst>
              <a:ext uri="{FF2B5EF4-FFF2-40B4-BE49-F238E27FC236}">
                <a16:creationId xmlns:a16="http://schemas.microsoft.com/office/drawing/2014/main" id="{4BF4DFC8-99BF-4B27-BC31-391BED868A2D}"/>
              </a:ext>
            </a:extLst>
          </p:cNvPr>
          <p:cNvSpPr/>
          <p:nvPr/>
        </p:nvSpPr>
        <p:spPr>
          <a:xfrm>
            <a:off x="11387785" y="4894135"/>
            <a:ext cx="207824" cy="226844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Star: 4 Points 209">
            <a:extLst>
              <a:ext uri="{FF2B5EF4-FFF2-40B4-BE49-F238E27FC236}">
                <a16:creationId xmlns:a16="http://schemas.microsoft.com/office/drawing/2014/main" id="{0CEC7C3C-F78F-4FBC-9B38-2DE0125C533B}"/>
              </a:ext>
            </a:extLst>
          </p:cNvPr>
          <p:cNvSpPr/>
          <p:nvPr/>
        </p:nvSpPr>
        <p:spPr>
          <a:xfrm>
            <a:off x="9456694" y="3957153"/>
            <a:ext cx="207824" cy="226844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58D99BA-3061-4B09-8A1E-D9889614D224}"/>
              </a:ext>
            </a:extLst>
          </p:cNvPr>
          <p:cNvGrpSpPr/>
          <p:nvPr/>
        </p:nvGrpSpPr>
        <p:grpSpPr>
          <a:xfrm>
            <a:off x="658486" y="6635260"/>
            <a:ext cx="1593162" cy="127873"/>
            <a:chOff x="11411" y="6538425"/>
            <a:chExt cx="2871733" cy="230495"/>
          </a:xfrm>
        </p:grpSpPr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CF0426B1-58F7-4919-8A4C-0561556AA805}"/>
                </a:ext>
              </a:extLst>
            </p:cNvPr>
            <p:cNvSpPr/>
            <p:nvPr/>
          </p:nvSpPr>
          <p:spPr>
            <a:xfrm>
              <a:off x="11411" y="6538425"/>
              <a:ext cx="2769365" cy="23049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3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Periodic Process</a:t>
              </a:r>
            </a:p>
          </p:txBody>
        </p:sp>
        <p:sp>
          <p:nvSpPr>
            <p:cNvPr id="212" name="Arrow: Chevron 211">
              <a:extLst>
                <a:ext uri="{FF2B5EF4-FFF2-40B4-BE49-F238E27FC236}">
                  <a16:creationId xmlns:a16="http://schemas.microsoft.com/office/drawing/2014/main" id="{D37F1550-21DE-430E-8F8B-46F355CD7F4C}"/>
                </a:ext>
              </a:extLst>
            </p:cNvPr>
            <p:cNvSpPr/>
            <p:nvPr/>
          </p:nvSpPr>
          <p:spPr>
            <a:xfrm>
              <a:off x="2675320" y="6542076"/>
              <a:ext cx="207824" cy="226844"/>
            </a:xfrm>
            <a:prstGeom prst="chevr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5" name="Rectangle 214">
            <a:extLst>
              <a:ext uri="{FF2B5EF4-FFF2-40B4-BE49-F238E27FC236}">
                <a16:creationId xmlns:a16="http://schemas.microsoft.com/office/drawing/2014/main" id="{09AE9B5D-C996-4B0D-8F84-E64CAB6D38E6}"/>
              </a:ext>
            </a:extLst>
          </p:cNvPr>
          <p:cNvSpPr/>
          <p:nvPr/>
        </p:nvSpPr>
        <p:spPr>
          <a:xfrm>
            <a:off x="2282190" y="6635260"/>
            <a:ext cx="2444613" cy="1278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Permanent addition to service catalogue</a:t>
            </a:r>
          </a:p>
        </p:txBody>
      </p:sp>
      <p:sp>
        <p:nvSpPr>
          <p:cNvPr id="217" name="Star: 4 Points 216">
            <a:extLst>
              <a:ext uri="{FF2B5EF4-FFF2-40B4-BE49-F238E27FC236}">
                <a16:creationId xmlns:a16="http://schemas.microsoft.com/office/drawing/2014/main" id="{77C0513D-7546-4E99-A7B7-714B4370952F}"/>
              </a:ext>
            </a:extLst>
          </p:cNvPr>
          <p:cNvSpPr/>
          <p:nvPr/>
        </p:nvSpPr>
        <p:spPr>
          <a:xfrm>
            <a:off x="4662712" y="6635260"/>
            <a:ext cx="120743" cy="127873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D746E2D-221F-4748-B5B7-ACC300A200C8}"/>
              </a:ext>
            </a:extLst>
          </p:cNvPr>
          <p:cNvSpPr txBox="1"/>
          <p:nvPr/>
        </p:nvSpPr>
        <p:spPr>
          <a:xfrm>
            <a:off x="11012" y="6559997"/>
            <a:ext cx="5982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Legend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8BCA597-04EB-47BF-8F71-B7E36882DCC8}"/>
              </a:ext>
            </a:extLst>
          </p:cNvPr>
          <p:cNvCxnSpPr>
            <a:cxnSpLocks/>
          </p:cNvCxnSpPr>
          <p:nvPr/>
        </p:nvCxnSpPr>
        <p:spPr>
          <a:xfrm>
            <a:off x="256995" y="5309255"/>
            <a:ext cx="11615938" cy="0"/>
          </a:xfrm>
          <a:prstGeom prst="line">
            <a:avLst/>
          </a:prstGeom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Graphic 108">
            <a:extLst>
              <a:ext uri="{FF2B5EF4-FFF2-40B4-BE49-F238E27FC236}">
                <a16:creationId xmlns:a16="http://schemas.microsoft.com/office/drawing/2014/main" id="{AB1FD350-CA28-41F0-BA0F-48C333676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655" y="5614041"/>
            <a:ext cx="623972" cy="7799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567D02D-EC16-6024-F53B-86DF6AB10426}"/>
              </a:ext>
            </a:extLst>
          </p:cNvPr>
          <p:cNvSpPr/>
          <p:nvPr/>
        </p:nvSpPr>
        <p:spPr>
          <a:xfrm>
            <a:off x="227894" y="4436832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Travel Fast-Track Roll out </a:t>
            </a:r>
          </a:p>
        </p:txBody>
      </p:sp>
      <p:sp>
        <p:nvSpPr>
          <p:cNvPr id="5" name="Star: 4 Points 4">
            <a:extLst>
              <a:ext uri="{FF2B5EF4-FFF2-40B4-BE49-F238E27FC236}">
                <a16:creationId xmlns:a16="http://schemas.microsoft.com/office/drawing/2014/main" id="{B589E5D8-CA26-2404-BA9C-A86DC18F136F}"/>
              </a:ext>
            </a:extLst>
          </p:cNvPr>
          <p:cNvSpPr/>
          <p:nvPr/>
        </p:nvSpPr>
        <p:spPr>
          <a:xfrm>
            <a:off x="4129652" y="1766005"/>
            <a:ext cx="207824" cy="226844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F70EC-92A8-38A0-9303-BFDF2AE5AB4A}"/>
              </a:ext>
            </a:extLst>
          </p:cNvPr>
          <p:cNvSpPr/>
          <p:nvPr/>
        </p:nvSpPr>
        <p:spPr>
          <a:xfrm>
            <a:off x="7346940" y="4361015"/>
            <a:ext cx="3044108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tar: 4 Points 6">
            <a:extLst>
              <a:ext uri="{FF2B5EF4-FFF2-40B4-BE49-F238E27FC236}">
                <a16:creationId xmlns:a16="http://schemas.microsoft.com/office/drawing/2014/main" id="{27976AC0-529A-661D-F6E6-0491864F029B}"/>
              </a:ext>
            </a:extLst>
          </p:cNvPr>
          <p:cNvSpPr/>
          <p:nvPr/>
        </p:nvSpPr>
        <p:spPr>
          <a:xfrm>
            <a:off x="10287136" y="4339654"/>
            <a:ext cx="207824" cy="226844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8AFBF-8345-C306-1161-10366722A3F9}"/>
              </a:ext>
            </a:extLst>
          </p:cNvPr>
          <p:cNvSpPr txBox="1"/>
          <p:nvPr/>
        </p:nvSpPr>
        <p:spPr>
          <a:xfrm>
            <a:off x="4345268" y="1764268"/>
            <a:ext cx="24021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Card design, Tech Architecture</a:t>
            </a:r>
            <a:endParaRPr kumimoji="0" lang="en-IN" sz="9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4FEF6F-5084-B723-A19E-83587B5EC4C4}"/>
              </a:ext>
            </a:extLst>
          </p:cNvPr>
          <p:cNvSpPr txBox="1"/>
          <p:nvPr/>
        </p:nvSpPr>
        <p:spPr>
          <a:xfrm>
            <a:off x="6721175" y="2222337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Application, Analytics, Backend APIs, Beta App</a:t>
            </a:r>
            <a:endParaRPr kumimoji="0" lang="en-IN" sz="9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BD68C1-C96D-304B-2331-330AA41CECD6}"/>
              </a:ext>
            </a:extLst>
          </p:cNvPr>
          <p:cNvSpPr txBox="1"/>
          <p:nvPr/>
        </p:nvSpPr>
        <p:spPr>
          <a:xfrm>
            <a:off x="5546349" y="2628955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Badge System Setup, Levels and Reward Redemption Flows</a:t>
            </a:r>
            <a:endParaRPr kumimoji="0" lang="en-IN" sz="9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D665EE-4E38-29B5-8329-CDD54964C2F0}"/>
              </a:ext>
            </a:extLst>
          </p:cNvPr>
          <p:cNvSpPr txBox="1"/>
          <p:nvPr/>
        </p:nvSpPr>
        <p:spPr>
          <a:xfrm>
            <a:off x="7157735" y="3096964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Onboarding premium support team</a:t>
            </a:r>
            <a:endParaRPr kumimoji="0" lang="en-IN" sz="9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8AB87-9ACB-F632-A108-CF0A969D4EDA}"/>
              </a:ext>
            </a:extLst>
          </p:cNvPr>
          <p:cNvSpPr txBox="1"/>
          <p:nvPr/>
        </p:nvSpPr>
        <p:spPr>
          <a:xfrm>
            <a:off x="3325974" y="3528121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Negotiation, defining SLAs</a:t>
            </a:r>
            <a:endParaRPr kumimoji="0" lang="en-IN" sz="9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136A56-B9D1-9500-E1F4-125C6AEF77B6}"/>
              </a:ext>
            </a:extLst>
          </p:cNvPr>
          <p:cNvSpPr txBox="1"/>
          <p:nvPr/>
        </p:nvSpPr>
        <p:spPr>
          <a:xfrm>
            <a:off x="6134157" y="3925788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Features and offers</a:t>
            </a:r>
            <a:endParaRPr kumimoji="0" lang="en-IN" sz="9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041CF6-7E80-6A82-1CC6-33DB18B8C946}"/>
              </a:ext>
            </a:extLst>
          </p:cNvPr>
          <p:cNvSpPr txBox="1"/>
          <p:nvPr/>
        </p:nvSpPr>
        <p:spPr>
          <a:xfrm>
            <a:off x="5173806" y="4360846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Tie Up with Concierge &amp; Airport Services</a:t>
            </a:r>
            <a:endParaRPr kumimoji="0" lang="en-IN" sz="9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934EF8-3389-5A9F-D249-0EFB7F7E55DB}"/>
              </a:ext>
            </a:extLst>
          </p:cNvPr>
          <p:cNvSpPr txBox="1"/>
          <p:nvPr/>
        </p:nvSpPr>
        <p:spPr>
          <a:xfrm>
            <a:off x="6663199" y="4888088"/>
            <a:ext cx="4408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Communication channels, positioning, influencer tie-ups, launch events</a:t>
            </a:r>
            <a:endParaRPr kumimoji="0" lang="en-IN" sz="9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71FB94-49BE-621C-9B03-D1E19355C2C8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 12-month detailed plan has been laid out with a clear emphasis on the key tasks to ensure seamless operations till launch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931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947" y="1373544"/>
            <a:ext cx="10654104" cy="51755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998" y="356098"/>
            <a:ext cx="3785848" cy="2476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6494" y="751679"/>
            <a:ext cx="10231908" cy="44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DE4864-72EC-7826-6962-07B83402D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529939"/>
              </p:ext>
            </p:extLst>
          </p:nvPr>
        </p:nvGraphicFramePr>
        <p:xfrm>
          <a:off x="1524003" y="923198"/>
          <a:ext cx="9143999" cy="3937236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536971">
                  <a:extLst>
                    <a:ext uri="{9D8B030D-6E8A-4147-A177-3AD203B41FA5}">
                      <a16:colId xmlns:a16="http://schemas.microsoft.com/office/drawing/2014/main" val="3611461985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2028836223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1020637068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2123487980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872090345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2468021825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223209771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2286554229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908572416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1167978337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3463849895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4024176771"/>
                    </a:ext>
                  </a:extLst>
                </a:gridCol>
                <a:gridCol w="633919">
                  <a:extLst>
                    <a:ext uri="{9D8B030D-6E8A-4147-A177-3AD203B41FA5}">
                      <a16:colId xmlns:a16="http://schemas.microsoft.com/office/drawing/2014/main" val="67754608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Jan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Feb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Mar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Apr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05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May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06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Jun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07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Jul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08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Aug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09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Sept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Oct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Nov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Dec</a:t>
                      </a:r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699740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algn="r"/>
                      <a:r>
                        <a:rPr lang="en-US" sz="1200" b="1" cap="all" baseline="0"/>
                        <a:t>Project Planning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760656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Market Research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694732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Project Scope Definition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9553436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Resource Allocation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2017921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algn="r"/>
                      <a:r>
                        <a:rPr lang="en-US" sz="1200" b="1" cap="all" baseline="0"/>
                        <a:t>Implementation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814538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Development Phase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683174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Quality Assurance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0899692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Compliance Checks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8960221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algn="r"/>
                      <a:r>
                        <a:rPr lang="en-US" sz="1200" b="1" cap="all" baseline="0"/>
                        <a:t>Project Closure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1409016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Final Review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2980717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Documentation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6011327"/>
                  </a:ext>
                </a:extLst>
              </a:tr>
              <a:tr h="290638"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Project Handover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0000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030130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047F5371-1DAA-308D-64AE-0D5FE5EB6C8C}"/>
              </a:ext>
            </a:extLst>
          </p:cNvPr>
          <p:cNvGrpSpPr/>
          <p:nvPr/>
        </p:nvGrpSpPr>
        <p:grpSpPr>
          <a:xfrm>
            <a:off x="3059907" y="7229201"/>
            <a:ext cx="7608095" cy="388418"/>
            <a:chOff x="2047874" y="5667009"/>
            <a:chExt cx="11066313" cy="51789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627D96D-8A28-73B1-D9A0-6E4C44397E25}"/>
                </a:ext>
              </a:extLst>
            </p:cNvPr>
            <p:cNvSpPr/>
            <p:nvPr/>
          </p:nvSpPr>
          <p:spPr>
            <a:xfrm>
              <a:off x="2047874" y="5667009"/>
              <a:ext cx="922193" cy="51789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95B0030-A2A3-FF42-F96C-8FFBC65AFE3E}"/>
                </a:ext>
              </a:extLst>
            </p:cNvPr>
            <p:cNvSpPr/>
            <p:nvPr/>
          </p:nvSpPr>
          <p:spPr>
            <a:xfrm>
              <a:off x="2970067" y="5667009"/>
              <a:ext cx="922193" cy="5178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18B6767-8448-F4FA-C9CB-CD52ED92C8E1}"/>
                </a:ext>
              </a:extLst>
            </p:cNvPr>
            <p:cNvSpPr/>
            <p:nvPr/>
          </p:nvSpPr>
          <p:spPr>
            <a:xfrm>
              <a:off x="3892260" y="5667009"/>
              <a:ext cx="922193" cy="51789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26157F3-D976-D44D-3250-78948A048252}"/>
                </a:ext>
              </a:extLst>
            </p:cNvPr>
            <p:cNvSpPr/>
            <p:nvPr/>
          </p:nvSpPr>
          <p:spPr>
            <a:xfrm>
              <a:off x="4814453" y="5667009"/>
              <a:ext cx="922193" cy="5178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8B5FD87-B9A9-0BA9-013A-C84FD8B276E3}"/>
                </a:ext>
              </a:extLst>
            </p:cNvPr>
            <p:cNvSpPr/>
            <p:nvPr/>
          </p:nvSpPr>
          <p:spPr>
            <a:xfrm>
              <a:off x="5736646" y="5667009"/>
              <a:ext cx="922193" cy="51789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48A38A4-0167-4DC2-461A-859513C58674}"/>
                </a:ext>
              </a:extLst>
            </p:cNvPr>
            <p:cNvSpPr/>
            <p:nvPr/>
          </p:nvSpPr>
          <p:spPr>
            <a:xfrm>
              <a:off x="6658839" y="5667009"/>
              <a:ext cx="922193" cy="5178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F84B3A1-3C7E-ACB9-3732-0F4E1CE85A93}"/>
                </a:ext>
              </a:extLst>
            </p:cNvPr>
            <p:cNvSpPr/>
            <p:nvPr/>
          </p:nvSpPr>
          <p:spPr>
            <a:xfrm>
              <a:off x="7581032" y="5667009"/>
              <a:ext cx="922193" cy="51789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86FB479-F3E5-A0BF-5291-3630C9214E11}"/>
                </a:ext>
              </a:extLst>
            </p:cNvPr>
            <p:cNvSpPr/>
            <p:nvPr/>
          </p:nvSpPr>
          <p:spPr>
            <a:xfrm>
              <a:off x="8503225" y="5667009"/>
              <a:ext cx="922193" cy="5178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D66F321-C5F0-8BD8-910F-FF7F86B1ADA3}"/>
                </a:ext>
              </a:extLst>
            </p:cNvPr>
            <p:cNvSpPr/>
            <p:nvPr/>
          </p:nvSpPr>
          <p:spPr>
            <a:xfrm>
              <a:off x="9425418" y="5667009"/>
              <a:ext cx="922193" cy="51789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99CFDCB-8E0B-57D8-123F-DC7E340DCBFF}"/>
                </a:ext>
              </a:extLst>
            </p:cNvPr>
            <p:cNvSpPr/>
            <p:nvPr/>
          </p:nvSpPr>
          <p:spPr>
            <a:xfrm>
              <a:off x="10347611" y="5667009"/>
              <a:ext cx="922193" cy="5178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E7BE573-7FE0-1E09-980B-914532240242}"/>
                </a:ext>
              </a:extLst>
            </p:cNvPr>
            <p:cNvSpPr/>
            <p:nvPr/>
          </p:nvSpPr>
          <p:spPr>
            <a:xfrm>
              <a:off x="11269804" y="5667009"/>
              <a:ext cx="922193" cy="51789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5B2553-E492-F5ED-CEAF-08B6050F1670}"/>
                </a:ext>
              </a:extLst>
            </p:cNvPr>
            <p:cNvSpPr/>
            <p:nvPr/>
          </p:nvSpPr>
          <p:spPr>
            <a:xfrm>
              <a:off x="12191994" y="5667009"/>
              <a:ext cx="922193" cy="5178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8044A-4E07-BD50-7AA3-285ADFDD5A6A}"/>
              </a:ext>
            </a:extLst>
          </p:cNvPr>
          <p:cNvSpPr/>
          <p:nvPr/>
        </p:nvSpPr>
        <p:spPr>
          <a:xfrm>
            <a:off x="3059909" y="1687755"/>
            <a:ext cx="950119" cy="2057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3CE5B3D-6158-1300-962B-41391C9A8CD1}"/>
              </a:ext>
            </a:extLst>
          </p:cNvPr>
          <p:cNvSpPr/>
          <p:nvPr/>
        </p:nvSpPr>
        <p:spPr>
          <a:xfrm>
            <a:off x="3582785" y="1978698"/>
            <a:ext cx="348662" cy="2057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5916DC-F313-BBB5-E536-860EAB6BC285}"/>
              </a:ext>
            </a:extLst>
          </p:cNvPr>
          <p:cNvSpPr/>
          <p:nvPr/>
        </p:nvSpPr>
        <p:spPr>
          <a:xfrm>
            <a:off x="4010026" y="2269641"/>
            <a:ext cx="571500" cy="20574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888B23-4EE9-8775-6E3D-6E28F0193639}"/>
              </a:ext>
            </a:extLst>
          </p:cNvPr>
          <p:cNvSpPr/>
          <p:nvPr/>
        </p:nvSpPr>
        <p:spPr>
          <a:xfrm>
            <a:off x="4581526" y="2851527"/>
            <a:ext cx="1648422" cy="2057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17CEF1-DE63-3944-6EDD-1C183F97010F}"/>
              </a:ext>
            </a:extLst>
          </p:cNvPr>
          <p:cNvSpPr/>
          <p:nvPr/>
        </p:nvSpPr>
        <p:spPr>
          <a:xfrm>
            <a:off x="6229949" y="3142470"/>
            <a:ext cx="987623" cy="2057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EC050D-84C3-B6F6-744D-938BC5178EC9}"/>
              </a:ext>
            </a:extLst>
          </p:cNvPr>
          <p:cNvSpPr/>
          <p:nvPr/>
        </p:nvSpPr>
        <p:spPr>
          <a:xfrm>
            <a:off x="7217571" y="3433413"/>
            <a:ext cx="634008" cy="2057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A68BE5C-9C83-B121-3581-0BF4AFCA9227}"/>
              </a:ext>
            </a:extLst>
          </p:cNvPr>
          <p:cNvSpPr/>
          <p:nvPr/>
        </p:nvSpPr>
        <p:spPr>
          <a:xfrm>
            <a:off x="7851579" y="4015299"/>
            <a:ext cx="387548" cy="2057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5344C2-7616-FC80-52BD-1A21AFB947CE}"/>
              </a:ext>
            </a:extLst>
          </p:cNvPr>
          <p:cNvSpPr/>
          <p:nvPr/>
        </p:nvSpPr>
        <p:spPr>
          <a:xfrm>
            <a:off x="8239127" y="4306242"/>
            <a:ext cx="914400" cy="2057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B83EF5-E981-39DE-EA89-5E25CA33A1CD}"/>
              </a:ext>
            </a:extLst>
          </p:cNvPr>
          <p:cNvSpPr/>
          <p:nvPr/>
        </p:nvSpPr>
        <p:spPr>
          <a:xfrm>
            <a:off x="9153527" y="4597182"/>
            <a:ext cx="880468" cy="2057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2C9C7F-534F-14C6-E8E9-7BC2C38136FB}"/>
              </a:ext>
            </a:extLst>
          </p:cNvPr>
          <p:cNvSpPr/>
          <p:nvPr/>
        </p:nvSpPr>
        <p:spPr>
          <a:xfrm>
            <a:off x="3059909" y="1396812"/>
            <a:ext cx="1521619" cy="20574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4D1D02-211F-AF7D-A3E7-AD0EB080C7AE}"/>
              </a:ext>
            </a:extLst>
          </p:cNvPr>
          <p:cNvSpPr/>
          <p:nvPr/>
        </p:nvSpPr>
        <p:spPr>
          <a:xfrm>
            <a:off x="4581527" y="2560584"/>
            <a:ext cx="3270052" cy="205740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DDC75DE-F466-EBB1-585D-BC69E9F6DBAB}"/>
              </a:ext>
            </a:extLst>
          </p:cNvPr>
          <p:cNvSpPr/>
          <p:nvPr/>
        </p:nvSpPr>
        <p:spPr>
          <a:xfrm>
            <a:off x="7850688" y="3724356"/>
            <a:ext cx="2183306" cy="20574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F64793-DBF7-8BBB-D81D-B272719F36C0}"/>
              </a:ext>
            </a:extLst>
          </p:cNvPr>
          <p:cNvSpPr txBox="1"/>
          <p:nvPr/>
        </p:nvSpPr>
        <p:spPr>
          <a:xfrm>
            <a:off x="4624244" y="1441974"/>
            <a:ext cx="1218603" cy="115416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US" sz="750" b="1" cap="all"/>
              <a:t>January 1 to March 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809A55-A7ED-78F0-8220-F850B19A6C40}"/>
              </a:ext>
            </a:extLst>
          </p:cNvPr>
          <p:cNvSpPr txBox="1"/>
          <p:nvPr/>
        </p:nvSpPr>
        <p:spPr>
          <a:xfrm>
            <a:off x="4076445" y="1732917"/>
            <a:ext cx="1157689" cy="115416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US" sz="750"/>
              <a:t>January 1 to February 15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391A41-DA29-DC26-C225-7B0C354A479D}"/>
              </a:ext>
            </a:extLst>
          </p:cNvPr>
          <p:cNvSpPr txBox="1"/>
          <p:nvPr/>
        </p:nvSpPr>
        <p:spPr>
          <a:xfrm>
            <a:off x="4010028" y="2023860"/>
            <a:ext cx="1205779" cy="115416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US" sz="750"/>
              <a:t>January 25 to February 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3C9700-4390-6F8F-0B9D-B09D1198732B}"/>
              </a:ext>
            </a:extLst>
          </p:cNvPr>
          <p:cNvSpPr txBox="1"/>
          <p:nvPr/>
        </p:nvSpPr>
        <p:spPr>
          <a:xfrm>
            <a:off x="4587828" y="2314803"/>
            <a:ext cx="1156086" cy="115416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US" sz="750"/>
              <a:t>February 16 to March 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606551-251E-1495-9599-F585229BDD2C}"/>
              </a:ext>
            </a:extLst>
          </p:cNvPr>
          <p:cNvSpPr txBox="1"/>
          <p:nvPr/>
        </p:nvSpPr>
        <p:spPr>
          <a:xfrm>
            <a:off x="7976674" y="2605746"/>
            <a:ext cx="1225015" cy="115416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US" sz="750" b="1" cap="all"/>
              <a:t>March 11 to August 15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E16FBE-8D15-FCF9-050E-4C8EB6C64E64}"/>
              </a:ext>
            </a:extLst>
          </p:cNvPr>
          <p:cNvSpPr txBox="1"/>
          <p:nvPr/>
        </p:nvSpPr>
        <p:spPr>
          <a:xfrm>
            <a:off x="6332082" y="2896689"/>
            <a:ext cx="1075936" cy="115416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US" sz="750"/>
              <a:t>March 11 to August 15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155AC4-1E6F-CA07-613C-0A52C845DEB2}"/>
              </a:ext>
            </a:extLst>
          </p:cNvPr>
          <p:cNvSpPr txBox="1"/>
          <p:nvPr/>
        </p:nvSpPr>
        <p:spPr>
          <a:xfrm>
            <a:off x="7315063" y="3187632"/>
            <a:ext cx="830677" cy="115416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US" sz="750"/>
              <a:t>June 1 to July 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058AE8-748E-F97A-F048-E2C77F0A6067}"/>
              </a:ext>
            </a:extLst>
          </p:cNvPr>
          <p:cNvSpPr txBox="1"/>
          <p:nvPr/>
        </p:nvSpPr>
        <p:spPr>
          <a:xfrm>
            <a:off x="7951035" y="3478575"/>
            <a:ext cx="970137" cy="115416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US" sz="750"/>
              <a:t>July 16 to August 15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7A8917-0AFC-1E21-24E1-C09CAC5429BE}"/>
              </a:ext>
            </a:extLst>
          </p:cNvPr>
          <p:cNvSpPr txBox="1"/>
          <p:nvPr/>
        </p:nvSpPr>
        <p:spPr>
          <a:xfrm>
            <a:off x="6393685" y="3769518"/>
            <a:ext cx="1388522" cy="115416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pPr algn="r"/>
            <a:r>
              <a:rPr lang="en-US" sz="750" b="1" cap="all"/>
              <a:t>August 16 to November 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A79CD5-51D9-DA23-FBFF-59E50581055A}"/>
              </a:ext>
            </a:extLst>
          </p:cNvPr>
          <p:cNvSpPr txBox="1"/>
          <p:nvPr/>
        </p:nvSpPr>
        <p:spPr>
          <a:xfrm>
            <a:off x="6573223" y="4060461"/>
            <a:ext cx="1208985" cy="115416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pPr algn="r"/>
            <a:r>
              <a:rPr lang="en-US" sz="750"/>
              <a:t>August 16 to September 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C62F43-EF23-0405-833F-C06780E168F0}"/>
              </a:ext>
            </a:extLst>
          </p:cNvPr>
          <p:cNvSpPr txBox="1"/>
          <p:nvPr/>
        </p:nvSpPr>
        <p:spPr>
          <a:xfrm>
            <a:off x="6874899" y="4351404"/>
            <a:ext cx="1257075" cy="115416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pPr algn="r"/>
            <a:r>
              <a:rPr lang="en-US" sz="750"/>
              <a:t>September 6 to October 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AD7D84-F184-501C-F267-FBCDC13ABE5E}"/>
              </a:ext>
            </a:extLst>
          </p:cNvPr>
          <p:cNvSpPr txBox="1"/>
          <p:nvPr/>
        </p:nvSpPr>
        <p:spPr>
          <a:xfrm>
            <a:off x="7656894" y="4636572"/>
            <a:ext cx="1393331" cy="126958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pPr algn="r"/>
            <a:r>
              <a:rPr lang="en-US" sz="825"/>
              <a:t>October 16 to November 30</a:t>
            </a:r>
          </a:p>
        </p:txBody>
      </p:sp>
      <p:sp>
        <p:nvSpPr>
          <p:cNvPr id="22" name="Google Shape;432;p17">
            <a:extLst>
              <a:ext uri="{FF2B5EF4-FFF2-40B4-BE49-F238E27FC236}">
                <a16:creationId xmlns:a16="http://schemas.microsoft.com/office/drawing/2014/main" id="{D2CB8286-029C-6019-5DDF-C728E30E0DD1}"/>
              </a:ext>
            </a:extLst>
          </p:cNvPr>
          <p:cNvSpPr txBox="1"/>
          <p:nvPr/>
        </p:nvSpPr>
        <p:spPr>
          <a:xfrm>
            <a:off x="1667880" y="5320388"/>
            <a:ext cx="9046730" cy="478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algn="r">
              <a:lnSpc>
                <a:spcPct val="111000"/>
              </a:lnSpc>
              <a:defRPr sz="2400" b="1">
                <a:solidFill>
                  <a:srgbClr val="7EC0A4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ctr"/>
            <a:r>
              <a:rPr lang="en-US">
                <a:latin typeface="Montserrat" pitchFamily="2" charset="77"/>
                <a:sym typeface="Montserrat Black"/>
              </a:rPr>
              <a:t>Yearly - GANTT Chart Template</a:t>
            </a:r>
            <a:endParaRPr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9652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ABB0EB-82C8-A92A-0226-0E9459DC3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025123"/>
              </p:ext>
            </p:extLst>
          </p:nvPr>
        </p:nvGraphicFramePr>
        <p:xfrm>
          <a:off x="2520848" y="589158"/>
          <a:ext cx="7563256" cy="370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976">
                  <a:extLst>
                    <a:ext uri="{9D8B030D-6E8A-4147-A177-3AD203B41FA5}">
                      <a16:colId xmlns:a16="http://schemas.microsoft.com/office/drawing/2014/main" val="1430332248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1469580120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1321524714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2013264802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609291879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1090094919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4220464089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3160992370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1799435180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4058630457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207773095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515588526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2778626340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1709768654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1889604470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281066312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4203011365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3613002724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822680745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1859979399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1824063167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4182170436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2717171694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1578848001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936465635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646324607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3305361306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3371351612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3683436266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2099574803"/>
                    </a:ext>
                  </a:extLst>
                </a:gridCol>
                <a:gridCol w="243976">
                  <a:extLst>
                    <a:ext uri="{9D8B030D-6E8A-4147-A177-3AD203B41FA5}">
                      <a16:colId xmlns:a16="http://schemas.microsoft.com/office/drawing/2014/main" val="2216622119"/>
                    </a:ext>
                  </a:extLst>
                </a:gridCol>
              </a:tblGrid>
              <a:tr h="463145"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0" marR="0" marT="34290" marB="3429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0" marR="0" marT="34290" marB="34290" anchor="ctr"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445805"/>
                  </a:ext>
                </a:extLst>
              </a:tr>
              <a:tr h="463145"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762682"/>
                  </a:ext>
                </a:extLst>
              </a:tr>
              <a:tr h="463145"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29091"/>
                  </a:ext>
                </a:extLst>
              </a:tr>
              <a:tr h="463145"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702712"/>
                  </a:ext>
                </a:extLst>
              </a:tr>
              <a:tr h="463145"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351780"/>
                  </a:ext>
                </a:extLst>
              </a:tr>
              <a:tr h="463145"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00231"/>
                  </a:ext>
                </a:extLst>
              </a:tr>
              <a:tr h="463145"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145213"/>
                  </a:ext>
                </a:extLst>
              </a:tr>
              <a:tr h="463145"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lToT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8548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21F1A9-55A1-834A-A686-967D41196A07}"/>
              </a:ext>
            </a:extLst>
          </p:cNvPr>
          <p:cNvSpPr/>
          <p:nvPr/>
        </p:nvSpPr>
        <p:spPr>
          <a:xfrm>
            <a:off x="2768448" y="1349928"/>
            <a:ext cx="2708621" cy="334924"/>
          </a:xfrm>
          <a:prstGeom prst="roundRect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25">
                <a:solidFill>
                  <a:schemeClr val="tx2"/>
                </a:solidFill>
              </a:rPr>
              <a:t>70%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F075A4-985B-ACC6-2F4C-4C6A81D4203D}"/>
              </a:ext>
            </a:extLst>
          </p:cNvPr>
          <p:cNvSpPr txBox="1"/>
          <p:nvPr/>
        </p:nvSpPr>
        <p:spPr>
          <a:xfrm>
            <a:off x="1455100" y="1863563"/>
            <a:ext cx="1059707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50" b="1"/>
              <a:t>Task 2 Label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B6781-21EB-96EE-78D4-75D463FE26AA}"/>
              </a:ext>
            </a:extLst>
          </p:cNvPr>
          <p:cNvSpPr txBox="1"/>
          <p:nvPr/>
        </p:nvSpPr>
        <p:spPr>
          <a:xfrm>
            <a:off x="1455100" y="2336694"/>
            <a:ext cx="1059707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50" b="1"/>
              <a:t>Task 3 Label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2BC5BE-5BFA-166C-BB51-D775E0AD289D}"/>
              </a:ext>
            </a:extLst>
          </p:cNvPr>
          <p:cNvSpPr txBox="1"/>
          <p:nvPr/>
        </p:nvSpPr>
        <p:spPr>
          <a:xfrm>
            <a:off x="1455100" y="2839540"/>
            <a:ext cx="1059707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50" b="1"/>
              <a:t>Task 4 Label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38938-3A5C-CAF9-3505-CBFD63DE8306}"/>
              </a:ext>
            </a:extLst>
          </p:cNvPr>
          <p:cNvSpPr txBox="1"/>
          <p:nvPr/>
        </p:nvSpPr>
        <p:spPr>
          <a:xfrm>
            <a:off x="1455100" y="3236789"/>
            <a:ext cx="1059707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50" b="1"/>
              <a:t>Task 5 Label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14A93-B90E-BAEC-5D2B-E3E2DF1B6937}"/>
              </a:ext>
            </a:extLst>
          </p:cNvPr>
          <p:cNvSpPr txBox="1"/>
          <p:nvPr/>
        </p:nvSpPr>
        <p:spPr>
          <a:xfrm>
            <a:off x="1455100" y="3709922"/>
            <a:ext cx="1059707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50" b="1"/>
              <a:t>Task 6 Label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12F448-694F-588D-04E3-2607EB3148D0}"/>
              </a:ext>
            </a:extLst>
          </p:cNvPr>
          <p:cNvSpPr txBox="1"/>
          <p:nvPr/>
        </p:nvSpPr>
        <p:spPr>
          <a:xfrm>
            <a:off x="1455100" y="1390432"/>
            <a:ext cx="1059707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50" b="1"/>
              <a:t>Task 1 Label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D40EBD-C289-CB3A-8C37-DC5D1C1335AA}"/>
              </a:ext>
            </a:extLst>
          </p:cNvPr>
          <p:cNvSpPr/>
          <p:nvPr/>
        </p:nvSpPr>
        <p:spPr>
          <a:xfrm>
            <a:off x="2768447" y="1349928"/>
            <a:ext cx="1994246" cy="33492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E2305D-A0DF-A03C-2232-CC3548BC1CF6}"/>
              </a:ext>
            </a:extLst>
          </p:cNvPr>
          <p:cNvSpPr/>
          <p:nvPr/>
        </p:nvSpPr>
        <p:spPr>
          <a:xfrm>
            <a:off x="3489967" y="1813826"/>
            <a:ext cx="1735931" cy="334924"/>
          </a:xfrm>
          <a:prstGeom prst="roundRect">
            <a:avLst>
              <a:gd name="adj" fmla="val 50000"/>
            </a:avLst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25">
                <a:solidFill>
                  <a:schemeClr val="tx2"/>
                </a:solidFill>
              </a:rPr>
              <a:t>62%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9E357A-BD62-BF53-9B92-E64C83AB4DBB}"/>
              </a:ext>
            </a:extLst>
          </p:cNvPr>
          <p:cNvSpPr/>
          <p:nvPr/>
        </p:nvSpPr>
        <p:spPr>
          <a:xfrm>
            <a:off x="3489967" y="1813826"/>
            <a:ext cx="1059707" cy="3349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565831-563A-50B6-A184-EE1230CF55E9}"/>
              </a:ext>
            </a:extLst>
          </p:cNvPr>
          <p:cNvSpPr/>
          <p:nvPr/>
        </p:nvSpPr>
        <p:spPr>
          <a:xfrm>
            <a:off x="4947215" y="2277724"/>
            <a:ext cx="2936156" cy="334924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25">
                <a:solidFill>
                  <a:schemeClr val="tx2"/>
                </a:solidFill>
              </a:rPr>
              <a:t>20%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F5C71C-5140-CCA7-12F1-FE5340E7A757}"/>
              </a:ext>
            </a:extLst>
          </p:cNvPr>
          <p:cNvSpPr/>
          <p:nvPr/>
        </p:nvSpPr>
        <p:spPr>
          <a:xfrm>
            <a:off x="4947214" y="2277724"/>
            <a:ext cx="735882" cy="334924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14B1145-9F51-D941-CFEB-11A573504601}"/>
              </a:ext>
            </a:extLst>
          </p:cNvPr>
          <p:cNvSpPr/>
          <p:nvPr/>
        </p:nvSpPr>
        <p:spPr>
          <a:xfrm>
            <a:off x="6904602" y="2741622"/>
            <a:ext cx="3179494" cy="334924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25">
                <a:solidFill>
                  <a:schemeClr val="tx2"/>
                </a:solidFill>
              </a:rPr>
              <a:t>10%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6FE4D5-A977-E3FA-4695-AC334198381A}"/>
              </a:ext>
            </a:extLst>
          </p:cNvPr>
          <p:cNvSpPr/>
          <p:nvPr/>
        </p:nvSpPr>
        <p:spPr>
          <a:xfrm>
            <a:off x="6904602" y="2741622"/>
            <a:ext cx="735882" cy="334924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F8F4D82-0FB7-727E-D62D-77A009653A8A}"/>
              </a:ext>
            </a:extLst>
          </p:cNvPr>
          <p:cNvSpPr/>
          <p:nvPr/>
        </p:nvSpPr>
        <p:spPr>
          <a:xfrm>
            <a:off x="6183084" y="3205520"/>
            <a:ext cx="2678982" cy="334924"/>
          </a:xfrm>
          <a:prstGeom prst="roundRect">
            <a:avLst>
              <a:gd name="adj" fmla="val 50000"/>
            </a:avLst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25">
                <a:solidFill>
                  <a:schemeClr val="tx2"/>
                </a:solidFill>
              </a:rPr>
              <a:t>95%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378B42A-E14B-949E-7890-5B990802DDA6}"/>
              </a:ext>
            </a:extLst>
          </p:cNvPr>
          <p:cNvSpPr/>
          <p:nvPr/>
        </p:nvSpPr>
        <p:spPr>
          <a:xfrm>
            <a:off x="6183083" y="3205520"/>
            <a:ext cx="2214638" cy="33492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513FC84-07CC-249A-4F95-4CD4F0788097}"/>
              </a:ext>
            </a:extLst>
          </p:cNvPr>
          <p:cNvSpPr/>
          <p:nvPr/>
        </p:nvSpPr>
        <p:spPr>
          <a:xfrm>
            <a:off x="7883372" y="3669418"/>
            <a:ext cx="1707357" cy="334924"/>
          </a:xfrm>
          <a:prstGeom prst="roundRect">
            <a:avLst>
              <a:gd name="adj" fmla="val 50000"/>
            </a:avLst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25">
                <a:solidFill>
                  <a:schemeClr val="tx2"/>
                </a:solidFill>
              </a:rPr>
              <a:t>20%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79C841-E9B0-90B2-BAEE-4421AB39561E}"/>
              </a:ext>
            </a:extLst>
          </p:cNvPr>
          <p:cNvSpPr/>
          <p:nvPr/>
        </p:nvSpPr>
        <p:spPr>
          <a:xfrm>
            <a:off x="7883371" y="3669418"/>
            <a:ext cx="514350" cy="33492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84B2A6-C6A1-FC42-DAF4-EDA4D9A11547}"/>
              </a:ext>
            </a:extLst>
          </p:cNvPr>
          <p:cNvCxnSpPr>
            <a:cxnSpLocks/>
          </p:cNvCxnSpPr>
          <p:nvPr/>
        </p:nvCxnSpPr>
        <p:spPr>
          <a:xfrm>
            <a:off x="8133403" y="984178"/>
            <a:ext cx="0" cy="3310140"/>
          </a:xfrm>
          <a:prstGeom prst="line">
            <a:avLst/>
          </a:prstGeom>
          <a:ln w="19050">
            <a:headEnd type="oval"/>
            <a:tailEnd type="oval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3" name="Graphic 22" descr="User with solid fill">
            <a:extLst>
              <a:ext uri="{FF2B5EF4-FFF2-40B4-BE49-F238E27FC236}">
                <a16:creationId xmlns:a16="http://schemas.microsoft.com/office/drawing/2014/main" id="{6ED80DF8-D993-EA11-2477-41ECFC2DDD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6507" y="4977007"/>
            <a:ext cx="266631" cy="266631"/>
          </a:xfrm>
          <a:prstGeom prst="rect">
            <a:avLst/>
          </a:prstGeom>
        </p:spPr>
      </p:pic>
      <p:pic>
        <p:nvPicPr>
          <p:cNvPr id="24" name="Graphic 23" descr="Male profile with solid fill">
            <a:extLst>
              <a:ext uri="{FF2B5EF4-FFF2-40B4-BE49-F238E27FC236}">
                <a16:creationId xmlns:a16="http://schemas.microsoft.com/office/drawing/2014/main" id="{9FA9C558-87B2-9B30-E99C-9C15B84294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8775" y="4977007"/>
            <a:ext cx="266631" cy="266631"/>
          </a:xfrm>
          <a:prstGeom prst="rect">
            <a:avLst/>
          </a:prstGeom>
        </p:spPr>
      </p:pic>
      <p:pic>
        <p:nvPicPr>
          <p:cNvPr id="25" name="Graphic 24" descr="Female Profile with solid fill">
            <a:extLst>
              <a:ext uri="{FF2B5EF4-FFF2-40B4-BE49-F238E27FC236}">
                <a16:creationId xmlns:a16="http://schemas.microsoft.com/office/drawing/2014/main" id="{6065FC55-B54F-09BB-8BCD-B86804FFA1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1043" y="4977007"/>
            <a:ext cx="266631" cy="266631"/>
          </a:xfrm>
          <a:prstGeom prst="rect">
            <a:avLst/>
          </a:prstGeom>
        </p:spPr>
      </p:pic>
      <p:pic>
        <p:nvPicPr>
          <p:cNvPr id="26" name="Graphic 25" descr="School girl with solid fill">
            <a:extLst>
              <a:ext uri="{FF2B5EF4-FFF2-40B4-BE49-F238E27FC236}">
                <a16:creationId xmlns:a16="http://schemas.microsoft.com/office/drawing/2014/main" id="{491D96ED-0684-2F6B-9BFD-6B4E090C436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43312" y="4977007"/>
            <a:ext cx="266631" cy="266631"/>
          </a:xfrm>
          <a:prstGeom prst="rect">
            <a:avLst/>
          </a:prstGeom>
        </p:spPr>
      </p:pic>
      <p:pic>
        <p:nvPicPr>
          <p:cNvPr id="27" name="Graphic 26" descr="User Crown Female with solid fill">
            <a:extLst>
              <a:ext uri="{FF2B5EF4-FFF2-40B4-BE49-F238E27FC236}">
                <a16:creationId xmlns:a16="http://schemas.microsoft.com/office/drawing/2014/main" id="{3F326788-8731-2E7E-DB1D-8B24F66FEFD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15580" y="4977007"/>
            <a:ext cx="266631" cy="266631"/>
          </a:xfrm>
          <a:prstGeom prst="rect">
            <a:avLst/>
          </a:prstGeom>
        </p:spPr>
      </p:pic>
      <p:pic>
        <p:nvPicPr>
          <p:cNvPr id="28" name="Graphic 27" descr="User Crown Male with solid fill">
            <a:extLst>
              <a:ext uri="{FF2B5EF4-FFF2-40B4-BE49-F238E27FC236}">
                <a16:creationId xmlns:a16="http://schemas.microsoft.com/office/drawing/2014/main" id="{B4E0A678-B0BE-8F96-E37C-0B7F5C4B568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87848" y="4977007"/>
            <a:ext cx="266631" cy="26663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7673DE0-18F3-05AE-F88F-C1C2CFA3E362}"/>
              </a:ext>
            </a:extLst>
          </p:cNvPr>
          <p:cNvSpPr txBox="1"/>
          <p:nvPr/>
        </p:nvSpPr>
        <p:spPr>
          <a:xfrm>
            <a:off x="2857707" y="4937198"/>
            <a:ext cx="498206" cy="3462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25"/>
              <a:t>Lorem Dolor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61C47A-700B-2DE7-A30B-A5E277A50D8E}"/>
              </a:ext>
            </a:extLst>
          </p:cNvPr>
          <p:cNvSpPr txBox="1"/>
          <p:nvPr/>
        </p:nvSpPr>
        <p:spPr>
          <a:xfrm>
            <a:off x="3629975" y="4937198"/>
            <a:ext cx="498206" cy="3462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25"/>
              <a:t>Lorem Dolor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9A0E8D-152A-06A0-1C68-15DA27556067}"/>
              </a:ext>
            </a:extLst>
          </p:cNvPr>
          <p:cNvSpPr txBox="1"/>
          <p:nvPr/>
        </p:nvSpPr>
        <p:spPr>
          <a:xfrm>
            <a:off x="4402243" y="4937198"/>
            <a:ext cx="498206" cy="3462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25"/>
              <a:t>Lorem Dolor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FCBB6F-30E7-85E0-1CA7-85BF002AC9FB}"/>
              </a:ext>
            </a:extLst>
          </p:cNvPr>
          <p:cNvSpPr txBox="1"/>
          <p:nvPr/>
        </p:nvSpPr>
        <p:spPr>
          <a:xfrm>
            <a:off x="5174512" y="4937198"/>
            <a:ext cx="498206" cy="3462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25"/>
              <a:t>Lorem Dolor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6C00A5-4E7C-56FF-70A3-F69DB690A812}"/>
              </a:ext>
            </a:extLst>
          </p:cNvPr>
          <p:cNvSpPr txBox="1"/>
          <p:nvPr/>
        </p:nvSpPr>
        <p:spPr>
          <a:xfrm>
            <a:off x="5946780" y="4937198"/>
            <a:ext cx="498206" cy="3462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25"/>
              <a:t>Lorem Dolor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2631E5-362A-D633-E5CA-A835EF2825A3}"/>
              </a:ext>
            </a:extLst>
          </p:cNvPr>
          <p:cNvSpPr txBox="1"/>
          <p:nvPr/>
        </p:nvSpPr>
        <p:spPr>
          <a:xfrm>
            <a:off x="6719047" y="4937198"/>
            <a:ext cx="498206" cy="3462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25"/>
              <a:t>Lorem Dolor</a:t>
            </a:r>
          </a:p>
        </p:txBody>
      </p:sp>
      <p:pic>
        <p:nvPicPr>
          <p:cNvPr id="35" name="Graphic 34" descr="Female Profile with solid fill">
            <a:extLst>
              <a:ext uri="{FF2B5EF4-FFF2-40B4-BE49-F238E27FC236}">
                <a16:creationId xmlns:a16="http://schemas.microsoft.com/office/drawing/2014/main" id="{25B2FE1E-C494-0F5E-B7FA-68549E72AE74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57708" y="1432420"/>
            <a:ext cx="169943" cy="169943"/>
          </a:xfrm>
          <a:prstGeom prst="rect">
            <a:avLst/>
          </a:prstGeom>
        </p:spPr>
      </p:pic>
      <p:pic>
        <p:nvPicPr>
          <p:cNvPr id="36" name="Graphic 35" descr="School girl with solid fill">
            <a:extLst>
              <a:ext uri="{FF2B5EF4-FFF2-40B4-BE49-F238E27FC236}">
                <a16:creationId xmlns:a16="http://schemas.microsoft.com/office/drawing/2014/main" id="{1CB59C56-8251-CCD2-5247-BC50D26A799A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33692" y="1432420"/>
            <a:ext cx="169943" cy="169943"/>
          </a:xfrm>
          <a:prstGeom prst="rect">
            <a:avLst/>
          </a:prstGeom>
        </p:spPr>
      </p:pic>
      <p:pic>
        <p:nvPicPr>
          <p:cNvPr id="37" name="Graphic 36" descr="User Crown Male with solid fill">
            <a:extLst>
              <a:ext uri="{FF2B5EF4-FFF2-40B4-BE49-F238E27FC236}">
                <a16:creationId xmlns:a16="http://schemas.microsoft.com/office/drawing/2014/main" id="{F03E8F37-A679-B075-F3C4-86703491AEE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46019" y="2360216"/>
            <a:ext cx="169943" cy="169943"/>
          </a:xfrm>
          <a:prstGeom prst="rect">
            <a:avLst/>
          </a:prstGeom>
        </p:spPr>
      </p:pic>
      <p:pic>
        <p:nvPicPr>
          <p:cNvPr id="38" name="Graphic 37" descr="User with solid fill">
            <a:extLst>
              <a:ext uri="{FF2B5EF4-FFF2-40B4-BE49-F238E27FC236}">
                <a16:creationId xmlns:a16="http://schemas.microsoft.com/office/drawing/2014/main" id="{AD0046C3-7ED9-3EE8-8506-754AC5389A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6407" y="2824114"/>
            <a:ext cx="169943" cy="169943"/>
          </a:xfrm>
          <a:prstGeom prst="rect">
            <a:avLst/>
          </a:prstGeom>
        </p:spPr>
      </p:pic>
      <p:pic>
        <p:nvPicPr>
          <p:cNvPr id="39" name="Graphic 38" descr="Male profile with solid fill">
            <a:extLst>
              <a:ext uri="{FF2B5EF4-FFF2-40B4-BE49-F238E27FC236}">
                <a16:creationId xmlns:a16="http://schemas.microsoft.com/office/drawing/2014/main" id="{5C6BC3DB-87B8-2F4B-FD1D-4BFE64AFD5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6351" y="2824114"/>
            <a:ext cx="169943" cy="169943"/>
          </a:xfrm>
          <a:prstGeom prst="rect">
            <a:avLst/>
          </a:prstGeom>
        </p:spPr>
      </p:pic>
      <p:pic>
        <p:nvPicPr>
          <p:cNvPr id="40" name="Graphic 39" descr="User Crown Female with solid fill">
            <a:extLst>
              <a:ext uri="{FF2B5EF4-FFF2-40B4-BE49-F238E27FC236}">
                <a16:creationId xmlns:a16="http://schemas.microsoft.com/office/drawing/2014/main" id="{7603E0B9-925C-A92B-FC83-A2A4BDD7761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02473" y="3288012"/>
            <a:ext cx="169943" cy="169943"/>
          </a:xfrm>
          <a:prstGeom prst="rect">
            <a:avLst/>
          </a:prstGeom>
        </p:spPr>
      </p:pic>
      <p:pic>
        <p:nvPicPr>
          <p:cNvPr id="41" name="Graphic 40" descr="School girl with solid fill">
            <a:extLst>
              <a:ext uri="{FF2B5EF4-FFF2-40B4-BE49-F238E27FC236}">
                <a16:creationId xmlns:a16="http://schemas.microsoft.com/office/drawing/2014/main" id="{9ADB1BE3-7A62-945C-8569-BB94106BB2C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78457" y="3288012"/>
            <a:ext cx="169943" cy="169943"/>
          </a:xfrm>
          <a:prstGeom prst="rect">
            <a:avLst/>
          </a:prstGeom>
        </p:spPr>
      </p:pic>
      <p:pic>
        <p:nvPicPr>
          <p:cNvPr id="42" name="Graphic 41" descr="Male profile with solid fill">
            <a:extLst>
              <a:ext uri="{FF2B5EF4-FFF2-40B4-BE49-F238E27FC236}">
                <a16:creationId xmlns:a16="http://schemas.microsoft.com/office/drawing/2014/main" id="{A130A5A3-8697-CCFC-64B7-DD75052DBD2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46675" y="3288012"/>
            <a:ext cx="169943" cy="169943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3D0FE85B-A09C-F5DF-1546-CD3589600F62}"/>
              </a:ext>
            </a:extLst>
          </p:cNvPr>
          <p:cNvGrpSpPr/>
          <p:nvPr/>
        </p:nvGrpSpPr>
        <p:grpSpPr>
          <a:xfrm>
            <a:off x="8955386" y="5023709"/>
            <a:ext cx="1128710" cy="219929"/>
            <a:chOff x="8991601" y="5814581"/>
            <a:chExt cx="1895474" cy="369332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567E68D-4707-DCB1-6C71-32DCC49C8AF3}"/>
                </a:ext>
              </a:extLst>
            </p:cNvPr>
            <p:cNvSpPr/>
            <p:nvPr/>
          </p:nvSpPr>
          <p:spPr>
            <a:xfrm>
              <a:off x="8991601" y="5814581"/>
              <a:ext cx="1895474" cy="36933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A509666C-C4E3-731A-8F38-2414A6B9D134}"/>
                </a:ext>
              </a:extLst>
            </p:cNvPr>
            <p:cNvSpPr/>
            <p:nvPr/>
          </p:nvSpPr>
          <p:spPr>
            <a:xfrm>
              <a:off x="8991601" y="5814581"/>
              <a:ext cx="1009648" cy="36933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/>
                <a:t>completion</a:t>
              </a: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20CCB8D-14E3-DD5C-ED4B-A73A88CAEAB4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2514807" y="1517390"/>
            <a:ext cx="253641" cy="0"/>
          </a:xfrm>
          <a:prstGeom prst="line">
            <a:avLst/>
          </a:prstGeom>
          <a:ln w="3175">
            <a:solidFill>
              <a:schemeClr val="accent1">
                <a:alpha val="69000"/>
              </a:schemeClr>
            </a:solidFill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14B0577-F432-DCF9-934B-BBEF43178852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2514806" y="1981289"/>
            <a:ext cx="975160" cy="9233"/>
          </a:xfrm>
          <a:prstGeom prst="line">
            <a:avLst/>
          </a:prstGeom>
          <a:ln w="3175">
            <a:solidFill>
              <a:schemeClr val="accent1">
                <a:alpha val="69000"/>
              </a:schemeClr>
            </a:solidFill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029E4BF-2CB0-4AEA-D622-394B470FE0BB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 flipV="1">
            <a:off x="2514806" y="2445186"/>
            <a:ext cx="2432408" cy="18466"/>
          </a:xfrm>
          <a:prstGeom prst="line">
            <a:avLst/>
          </a:prstGeom>
          <a:ln w="3175">
            <a:solidFill>
              <a:schemeClr val="accent1">
                <a:alpha val="69000"/>
              </a:schemeClr>
            </a:solidFill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5B3FBB4-5FB7-6763-9D52-FA49E5D67226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 flipV="1">
            <a:off x="2514806" y="2909084"/>
            <a:ext cx="4389796" cy="57414"/>
          </a:xfrm>
          <a:prstGeom prst="line">
            <a:avLst/>
          </a:prstGeom>
          <a:ln w="3175">
            <a:solidFill>
              <a:schemeClr val="accent1">
                <a:alpha val="69000"/>
              </a:schemeClr>
            </a:solidFill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2D6E0BE-4685-A569-6B5F-6BD81486A51E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520847" y="3340678"/>
            <a:ext cx="3662236" cy="32304"/>
          </a:xfrm>
          <a:prstGeom prst="line">
            <a:avLst/>
          </a:prstGeom>
          <a:ln w="3175">
            <a:solidFill>
              <a:schemeClr val="accent1">
                <a:alpha val="69000"/>
              </a:schemeClr>
            </a:solidFill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EFF3B7B-3342-BA42-F850-AD51D0794085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2514807" y="3836880"/>
            <a:ext cx="5368565" cy="0"/>
          </a:xfrm>
          <a:prstGeom prst="line">
            <a:avLst/>
          </a:prstGeom>
          <a:ln w="3175">
            <a:solidFill>
              <a:schemeClr val="accent1">
                <a:alpha val="69000"/>
              </a:schemeClr>
            </a:solidFill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Graphic 51" descr="User with solid fill">
            <a:extLst>
              <a:ext uri="{FF2B5EF4-FFF2-40B4-BE49-F238E27FC236}">
                <a16:creationId xmlns:a16="http://schemas.microsoft.com/office/drawing/2014/main" id="{7725874C-B74F-C08C-0049-6B260BA1A9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7640" y="1896318"/>
            <a:ext cx="169943" cy="169943"/>
          </a:xfrm>
          <a:prstGeom prst="rect">
            <a:avLst/>
          </a:prstGeom>
        </p:spPr>
      </p:pic>
      <p:pic>
        <p:nvPicPr>
          <p:cNvPr id="53" name="Graphic 52" descr="Female Profile with solid fill">
            <a:extLst>
              <a:ext uri="{FF2B5EF4-FFF2-40B4-BE49-F238E27FC236}">
                <a16:creationId xmlns:a16="http://schemas.microsoft.com/office/drawing/2014/main" id="{8DB96630-DBAD-EA40-F4C7-AECA4E0CDCA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85687" y="1896318"/>
            <a:ext cx="169943" cy="169943"/>
          </a:xfrm>
          <a:prstGeom prst="rect">
            <a:avLst/>
          </a:prstGeom>
        </p:spPr>
      </p:pic>
      <p:pic>
        <p:nvPicPr>
          <p:cNvPr id="54" name="Graphic 53" descr="User Crown Female with solid fill">
            <a:extLst>
              <a:ext uri="{FF2B5EF4-FFF2-40B4-BE49-F238E27FC236}">
                <a16:creationId xmlns:a16="http://schemas.microsoft.com/office/drawing/2014/main" id="{874CDFAD-5DA9-F0C9-1574-D06F3146822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68502" y="3751910"/>
            <a:ext cx="169943" cy="169943"/>
          </a:xfrm>
          <a:prstGeom prst="rect">
            <a:avLst/>
          </a:prstGeom>
        </p:spPr>
      </p:pic>
      <p:pic>
        <p:nvPicPr>
          <p:cNvPr id="55" name="Graphic 54" descr="School girl with solid fill">
            <a:extLst>
              <a:ext uri="{FF2B5EF4-FFF2-40B4-BE49-F238E27FC236}">
                <a16:creationId xmlns:a16="http://schemas.microsoft.com/office/drawing/2014/main" id="{4EA50A0B-A889-7963-7639-AB09E4BA57C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8558" y="3751910"/>
            <a:ext cx="169943" cy="16994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438234A-5C01-0726-889B-099CF358693E}"/>
              </a:ext>
            </a:extLst>
          </p:cNvPr>
          <p:cNvSpPr txBox="1"/>
          <p:nvPr/>
        </p:nvSpPr>
        <p:spPr>
          <a:xfrm>
            <a:off x="7891443" y="4408009"/>
            <a:ext cx="498206" cy="2077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50">
                <a:solidFill>
                  <a:schemeClr val="accent5"/>
                </a:solidFill>
              </a:rPr>
              <a:t>Today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E33602-5FC4-F364-B0B3-1F927EC5436D}"/>
              </a:ext>
            </a:extLst>
          </p:cNvPr>
          <p:cNvSpPr txBox="1"/>
          <p:nvPr/>
        </p:nvSpPr>
        <p:spPr>
          <a:xfrm>
            <a:off x="1455100" y="1581987"/>
            <a:ext cx="1059707" cy="2077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50">
                <a:solidFill>
                  <a:schemeClr val="bg2">
                    <a:lumMod val="75000"/>
                  </a:schemeClr>
                </a:solidFill>
              </a:rPr>
              <a:t>Dec 2 – Dec 12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B471B1-2430-BC0D-ACE1-FA17A02070BF}"/>
              </a:ext>
            </a:extLst>
          </p:cNvPr>
          <p:cNvSpPr txBox="1"/>
          <p:nvPr/>
        </p:nvSpPr>
        <p:spPr>
          <a:xfrm>
            <a:off x="1455100" y="2045683"/>
            <a:ext cx="1059707" cy="2077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50">
                <a:solidFill>
                  <a:schemeClr val="bg2">
                    <a:lumMod val="75000"/>
                  </a:schemeClr>
                </a:solidFill>
              </a:rPr>
              <a:t>Dec 5 – Dec 11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98D79E-4214-4728-D54A-19470BF141A1}"/>
              </a:ext>
            </a:extLst>
          </p:cNvPr>
          <p:cNvSpPr txBox="1"/>
          <p:nvPr/>
        </p:nvSpPr>
        <p:spPr>
          <a:xfrm>
            <a:off x="1455100" y="2509379"/>
            <a:ext cx="1059707" cy="2077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50">
                <a:solidFill>
                  <a:schemeClr val="bg2">
                    <a:lumMod val="75000"/>
                  </a:schemeClr>
                </a:solidFill>
              </a:rPr>
              <a:t>Dec 11 – Dec 22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AE9EFB-4AE6-8CA3-D3DC-6A956F2FDF99}"/>
              </a:ext>
            </a:extLst>
          </p:cNvPr>
          <p:cNvSpPr txBox="1"/>
          <p:nvPr/>
        </p:nvSpPr>
        <p:spPr>
          <a:xfrm>
            <a:off x="1455100" y="2973075"/>
            <a:ext cx="1059707" cy="2077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50">
                <a:solidFill>
                  <a:schemeClr val="bg2">
                    <a:lumMod val="75000"/>
                  </a:schemeClr>
                </a:solidFill>
              </a:rPr>
              <a:t>Dec 19 – Dec 31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E90837-C997-7244-0C97-D8EA6ABE3CB2}"/>
              </a:ext>
            </a:extLst>
          </p:cNvPr>
          <p:cNvSpPr txBox="1"/>
          <p:nvPr/>
        </p:nvSpPr>
        <p:spPr>
          <a:xfrm>
            <a:off x="1455100" y="3436771"/>
            <a:ext cx="1059707" cy="2077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50">
                <a:solidFill>
                  <a:schemeClr val="bg2">
                    <a:lumMod val="75000"/>
                  </a:schemeClr>
                </a:solidFill>
              </a:rPr>
              <a:t>Dec 16 – Dec 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9A80F1-F95C-651A-323C-ACA7EE07DD1D}"/>
              </a:ext>
            </a:extLst>
          </p:cNvPr>
          <p:cNvSpPr txBox="1"/>
          <p:nvPr/>
        </p:nvSpPr>
        <p:spPr>
          <a:xfrm>
            <a:off x="1455100" y="3900468"/>
            <a:ext cx="1059707" cy="2077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50">
                <a:solidFill>
                  <a:schemeClr val="bg2">
                    <a:lumMod val="75000"/>
                  </a:schemeClr>
                </a:solidFill>
              </a:rPr>
              <a:t>Dec 23 – Dec 29</a:t>
            </a:r>
          </a:p>
        </p:txBody>
      </p:sp>
      <p:sp>
        <p:nvSpPr>
          <p:cNvPr id="63" name="Google Shape;432;p17">
            <a:extLst>
              <a:ext uri="{FF2B5EF4-FFF2-40B4-BE49-F238E27FC236}">
                <a16:creationId xmlns:a16="http://schemas.microsoft.com/office/drawing/2014/main" id="{E6FFC91C-B5D7-33ED-26BA-83A8BA5C7135}"/>
              </a:ext>
            </a:extLst>
          </p:cNvPr>
          <p:cNvSpPr txBox="1"/>
          <p:nvPr/>
        </p:nvSpPr>
        <p:spPr>
          <a:xfrm>
            <a:off x="1423415" y="5777892"/>
            <a:ext cx="9046730" cy="40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algn="r">
              <a:lnSpc>
                <a:spcPct val="111000"/>
              </a:lnSpc>
              <a:defRPr sz="2400" b="1">
                <a:solidFill>
                  <a:srgbClr val="7EC0A4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ctr"/>
            <a:r>
              <a:rPr lang="en-US">
                <a:latin typeface="Montserrat" pitchFamily="2" charset="77"/>
                <a:sym typeface="Montserrat Black"/>
              </a:rPr>
              <a:t>Project Roadmap - GANTT Chart Template</a:t>
            </a:r>
            <a:endParaRPr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4986866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ustom 22">
      <a:dk1>
        <a:sysClr val="windowText" lastClr="000000"/>
      </a:dk1>
      <a:lt1>
        <a:sysClr val="window" lastClr="FFFFFF"/>
      </a:lt1>
      <a:dk2>
        <a:srgbClr val="FFC000"/>
      </a:dk2>
      <a:lt2>
        <a:srgbClr val="FFFFFF"/>
      </a:lt2>
      <a:accent1>
        <a:srgbClr val="CD1305"/>
      </a:accent1>
      <a:accent2>
        <a:srgbClr val="ED0303"/>
      </a:accent2>
      <a:accent3>
        <a:srgbClr val="CD1305"/>
      </a:accent3>
      <a:accent4>
        <a:srgbClr val="ED0303"/>
      </a:accent4>
      <a:accent5>
        <a:srgbClr val="CD1305"/>
      </a:accent5>
      <a:accent6>
        <a:srgbClr val="ED030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7_Office Theme">
  <a:themeElements>
    <a:clrScheme name="blue-purpl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47B5EF"/>
      </a:accent1>
      <a:accent2>
        <a:srgbClr val="6590F0"/>
      </a:accent2>
      <a:accent3>
        <a:srgbClr val="846CF1"/>
      </a:accent3>
      <a:accent4>
        <a:srgbClr val="A52EEA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8_Office Theme">
  <a:themeElements>
    <a:clrScheme name="blue-purpl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47B5EF"/>
      </a:accent1>
      <a:accent2>
        <a:srgbClr val="6590F0"/>
      </a:accent2>
      <a:accent3>
        <a:srgbClr val="846CF1"/>
      </a:accent3>
      <a:accent4>
        <a:srgbClr val="A52EEA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9_Office Theme">
  <a:themeElements>
    <a:clrScheme name="Checklist Templat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EF3F82"/>
      </a:accent1>
      <a:accent2>
        <a:srgbClr val="A22B94"/>
      </a:accent2>
      <a:accent3>
        <a:srgbClr val="6B5EB1"/>
      </a:accent3>
      <a:accent4>
        <a:srgbClr val="539BE7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0_Office Theme">
  <a:themeElements>
    <a:clrScheme name="5 ps of marketing">
      <a:dk1>
        <a:srgbClr val="000000"/>
      </a:dk1>
      <a:lt1>
        <a:srgbClr val="FFFFFF"/>
      </a:lt1>
      <a:dk2>
        <a:srgbClr val="44546A"/>
      </a:dk2>
      <a:lt2>
        <a:srgbClr val="ECEEF5"/>
      </a:lt2>
      <a:accent1>
        <a:srgbClr val="F1699D"/>
      </a:accent1>
      <a:accent2>
        <a:srgbClr val="B155EB"/>
      </a:accent2>
      <a:accent3>
        <a:srgbClr val="6B5EB1"/>
      </a:accent3>
      <a:accent4>
        <a:srgbClr val="47B5EF"/>
      </a:accent4>
      <a:accent5>
        <a:srgbClr val="47C0A0"/>
      </a:accent5>
      <a:accent6>
        <a:srgbClr val="F5A279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1_Office Theme">
  <a:themeElements>
    <a:clrScheme name="Balanced-Scorecard">
      <a:dk1>
        <a:srgbClr val="000000"/>
      </a:dk1>
      <a:lt1>
        <a:srgbClr val="FFFFFF"/>
      </a:lt1>
      <a:dk2>
        <a:srgbClr val="44546A"/>
      </a:dk2>
      <a:lt2>
        <a:srgbClr val="F6F9F8"/>
      </a:lt2>
      <a:accent1>
        <a:srgbClr val="4FC3FB"/>
      </a:accent1>
      <a:accent2>
        <a:srgbClr val="1DA696"/>
      </a:accent2>
      <a:accent3>
        <a:srgbClr val="ED496A"/>
      </a:accent3>
      <a:accent4>
        <a:srgbClr val="F4BA44"/>
      </a:accent4>
      <a:accent5>
        <a:srgbClr val="CB4A32"/>
      </a:accent5>
      <a:accent6>
        <a:srgbClr val="EAF1F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8019eb-d63b-4f37-bbfe-582f88cd1b5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C9160F72E5344297E78CEA9DF9E1D4" ma:contentTypeVersion="5" ma:contentTypeDescription="Create a new document." ma:contentTypeScope="" ma:versionID="fd5f5e67eb2db0ffc8a3658b425fe2e8">
  <xsd:schema xmlns:xsd="http://www.w3.org/2001/XMLSchema" xmlns:xs="http://www.w3.org/2001/XMLSchema" xmlns:p="http://schemas.microsoft.com/office/2006/metadata/properties" xmlns:ns3="e18019eb-d63b-4f37-bbfe-582f88cd1b5e" targetNamespace="http://schemas.microsoft.com/office/2006/metadata/properties" ma:root="true" ma:fieldsID="cdc674aab130861b278e6ae70b2fc22c" ns3:_="">
    <xsd:import namespace="e18019eb-d63b-4f37-bbfe-582f88cd1b5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019eb-d63b-4f37-bbfe-582f88cd1b5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8963AE-701B-4EB8-9C32-6E4ADF42DB9A}">
  <ds:schemaRefs>
    <ds:schemaRef ds:uri="http://schemas.microsoft.com/office/infopath/2007/PartnerControls"/>
    <ds:schemaRef ds:uri="e18019eb-d63b-4f37-bbfe-582f88cd1b5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206E0F2-29DF-49E8-89A0-08A89E1D01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A64D5F-763D-423B-B0F2-8A9DB3CD0DF2}">
  <ds:schemaRefs>
    <ds:schemaRef ds:uri="e18019eb-d63b-4f37-bbfe-582f88cd1b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2303</TotalTime>
  <Words>406</Words>
  <Application>Microsoft Office PowerPoint</Application>
  <PresentationFormat>Widescreen</PresentationFormat>
  <Paragraphs>149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4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Montserrat</vt:lpstr>
      <vt:lpstr>Segoe UI</vt:lpstr>
      <vt:lpstr>2_Office Theme</vt:lpstr>
      <vt:lpstr>17_Office Theme</vt:lpstr>
      <vt:lpstr>18_Office Theme</vt:lpstr>
      <vt:lpstr>19_Office Theme</vt:lpstr>
      <vt:lpstr>20_Office Theme</vt:lpstr>
      <vt:lpstr>21_Office Theme</vt:lpstr>
      <vt:lpstr>24_Office Theme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Ananta Chhajer</dc:creator>
  <cp:lastModifiedBy>Ananta Chhajer</cp:lastModifiedBy>
  <cp:revision>14</cp:revision>
  <dcterms:created xsi:type="dcterms:W3CDTF">2025-04-08T08:33:02Z</dcterms:created>
  <dcterms:modified xsi:type="dcterms:W3CDTF">2025-05-03T19:29:17Z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0x01010058C9160F72E5344297E78CEA9DF9E1D4</vt:lpwstr>
  </property>
</Properties>
</file>